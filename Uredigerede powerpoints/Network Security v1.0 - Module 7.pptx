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tags/tag1.xml" ContentType="application/vnd.openxmlformats-officedocument.presentationml.tags+xml"/>
  <Override PartName="/ppt/tags/tag2.xml" ContentType="application/vnd.openxmlformats-officedocument.presentationml.tags+xml"/>
  <Override PartName="/ppt/tags/tag3.xml" ContentType="application/vnd.openxmlformats-officedocument.presentationml.tags+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tags/tag4.xml" ContentType="application/vnd.openxmlformats-officedocument.presentationml.tags+xml"/>
  <Override PartName="/ppt/notesSlides/notesSlide6.xml" ContentType="application/vnd.openxmlformats-officedocument.presentationml.notesSlide+xml"/>
  <Override PartName="/ppt/tags/tag5.xml" ContentType="application/vnd.openxmlformats-officedocument.presentationml.tags+xml"/>
  <Override PartName="/ppt/notesSlides/notesSlide7.xml" ContentType="application/vnd.openxmlformats-officedocument.presentationml.notesSlide+xml"/>
  <Override PartName="/ppt/tags/tag6.xml" ContentType="application/vnd.openxmlformats-officedocument.presentationml.tags+xml"/>
  <Override PartName="/ppt/notesSlides/notesSlide8.xml" ContentType="application/vnd.openxmlformats-officedocument.presentationml.notesSlide+xml"/>
  <Override PartName="/ppt/notesSlides/notesSlide9.xml" ContentType="application/vnd.openxmlformats-officedocument.presentationml.notesSlide+xml"/>
  <Override PartName="/ppt/tags/tag7.xml" ContentType="application/vnd.openxmlformats-officedocument.presentationml.tags+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tags/tag8.xml" ContentType="application/vnd.openxmlformats-officedocument.presentationml.tags+xml"/>
  <Override PartName="/ppt/notesSlides/notesSlide5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 id="2147483655" r:id="rId2"/>
  </p:sldMasterIdLst>
  <p:notesMasterIdLst>
    <p:notesMasterId r:id="rId56"/>
  </p:notesMasterIdLst>
  <p:handoutMasterIdLst>
    <p:handoutMasterId r:id="rId57"/>
  </p:handoutMasterIdLst>
  <p:sldIdLst>
    <p:sldId id="256" r:id="rId3"/>
    <p:sldId id="301" r:id="rId4"/>
    <p:sldId id="1070" r:id="rId5"/>
    <p:sldId id="1071" r:id="rId6"/>
    <p:sldId id="880" r:id="rId7"/>
    <p:sldId id="1072" r:id="rId8"/>
    <p:sldId id="1080" r:id="rId9"/>
    <p:sldId id="1073" r:id="rId10"/>
    <p:sldId id="1081" r:id="rId11"/>
    <p:sldId id="1082" r:id="rId12"/>
    <p:sldId id="262" r:id="rId13"/>
    <p:sldId id="925" r:id="rId14"/>
    <p:sldId id="263" r:id="rId15"/>
    <p:sldId id="264" r:id="rId16"/>
    <p:sldId id="265" r:id="rId17"/>
    <p:sldId id="266" r:id="rId18"/>
    <p:sldId id="267" r:id="rId19"/>
    <p:sldId id="268" r:id="rId20"/>
    <p:sldId id="270" r:id="rId21"/>
    <p:sldId id="271" r:id="rId22"/>
    <p:sldId id="1083" r:id="rId23"/>
    <p:sldId id="272" r:id="rId24"/>
    <p:sldId id="273" r:id="rId25"/>
    <p:sldId id="274" r:id="rId26"/>
    <p:sldId id="275" r:id="rId27"/>
    <p:sldId id="276" r:id="rId28"/>
    <p:sldId id="277" r:id="rId29"/>
    <p:sldId id="278" r:id="rId30"/>
    <p:sldId id="279" r:id="rId31"/>
    <p:sldId id="280" r:id="rId32"/>
    <p:sldId id="281" r:id="rId33"/>
    <p:sldId id="282" r:id="rId34"/>
    <p:sldId id="284" r:id="rId35"/>
    <p:sldId id="285" r:id="rId36"/>
    <p:sldId id="286" r:id="rId37"/>
    <p:sldId id="287" r:id="rId38"/>
    <p:sldId id="288" r:id="rId39"/>
    <p:sldId id="1074" r:id="rId40"/>
    <p:sldId id="290" r:id="rId41"/>
    <p:sldId id="1085" r:id="rId42"/>
    <p:sldId id="291" r:id="rId43"/>
    <p:sldId id="1086" r:id="rId44"/>
    <p:sldId id="292" r:id="rId45"/>
    <p:sldId id="293" r:id="rId46"/>
    <p:sldId id="294" r:id="rId47"/>
    <p:sldId id="295" r:id="rId48"/>
    <p:sldId id="296" r:id="rId49"/>
    <p:sldId id="1075" r:id="rId50"/>
    <p:sldId id="298" r:id="rId51"/>
    <p:sldId id="299" r:id="rId52"/>
    <p:sldId id="1084" r:id="rId53"/>
    <p:sldId id="1078" r:id="rId54"/>
    <p:sldId id="1079" r:id="rId55"/>
  </p:sldIdLst>
  <p:sldSz cx="9144000" cy="5143500" type="screen16x9"/>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Jane" initials="J" lastIdx="1" clrIdx="0">
    <p:extLst>
      <p:ext uri="{19B8F6BF-5375-455C-9EA6-DF929625EA0E}">
        <p15:presenceInfo xmlns:p15="http://schemas.microsoft.com/office/powerpoint/2012/main" userId="S::jagibbon@cisco.com::6c22a3d5-1ec6-41bb-bccc-597d33cd3bb7" providerId="AD"/>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9733" autoAdjust="0"/>
    <p:restoredTop sz="83710" autoAdjust="0"/>
  </p:normalViewPr>
  <p:slideViewPr>
    <p:cSldViewPr snapToGrid="0" snapToObjects="1">
      <p:cViewPr varScale="1">
        <p:scale>
          <a:sx n="88" d="100"/>
          <a:sy n="88" d="100"/>
        </p:scale>
        <p:origin x="164" y="64"/>
      </p:cViewPr>
      <p:guideLst/>
    </p:cSldViewPr>
  </p:slideViewPr>
  <p:notesTextViewPr>
    <p:cViewPr>
      <p:scale>
        <a:sx n="1" d="1"/>
        <a:sy n="1" d="1"/>
      </p:scale>
      <p:origin x="0" y="0"/>
    </p:cViewPr>
  </p:notesTextViewPr>
  <p:sorterViewPr>
    <p:cViewPr>
      <p:scale>
        <a:sx n="100" d="100"/>
        <a:sy n="100" d="100"/>
      </p:scale>
      <p:origin x="0" y="0"/>
    </p:cViewPr>
  </p:sorterViewPr>
  <p:notesViewPr>
    <p:cSldViewPr snapToGrid="0" snapToObjects="1">
      <p:cViewPr varScale="1">
        <p:scale>
          <a:sx n="85" d="100"/>
          <a:sy n="85" d="100"/>
        </p:scale>
        <p:origin x="3450" y="108"/>
      </p:cViewPr>
      <p:guideLst/>
    </p:cSldViewPr>
  </p:notes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1.xml"/><Relationship Id="rId18" Type="http://schemas.openxmlformats.org/officeDocument/2006/relationships/slide" Target="slides/slide16.xml"/><Relationship Id="rId26" Type="http://schemas.openxmlformats.org/officeDocument/2006/relationships/slide" Target="slides/slide24.xml"/><Relationship Id="rId39" Type="http://schemas.openxmlformats.org/officeDocument/2006/relationships/slide" Target="slides/slide37.xml"/><Relationship Id="rId21" Type="http://schemas.openxmlformats.org/officeDocument/2006/relationships/slide" Target="slides/slide19.xml"/><Relationship Id="rId34" Type="http://schemas.openxmlformats.org/officeDocument/2006/relationships/slide" Target="slides/slide32.xml"/><Relationship Id="rId42" Type="http://schemas.openxmlformats.org/officeDocument/2006/relationships/slide" Target="slides/slide40.xml"/><Relationship Id="rId47" Type="http://schemas.openxmlformats.org/officeDocument/2006/relationships/slide" Target="slides/slide45.xml"/><Relationship Id="rId50" Type="http://schemas.openxmlformats.org/officeDocument/2006/relationships/slide" Target="slides/slide48.xml"/><Relationship Id="rId55" Type="http://schemas.openxmlformats.org/officeDocument/2006/relationships/slide" Target="slides/slide53.xml"/><Relationship Id="rId7" Type="http://schemas.openxmlformats.org/officeDocument/2006/relationships/slide" Target="slides/slide5.xml"/><Relationship Id="rId2" Type="http://schemas.openxmlformats.org/officeDocument/2006/relationships/slideMaster" Target="slideMasters/slideMaster2.xml"/><Relationship Id="rId16" Type="http://schemas.openxmlformats.org/officeDocument/2006/relationships/slide" Target="slides/slide14.xml"/><Relationship Id="rId29" Type="http://schemas.openxmlformats.org/officeDocument/2006/relationships/slide" Target="slides/slide27.xml"/><Relationship Id="rId11" Type="http://schemas.openxmlformats.org/officeDocument/2006/relationships/slide" Target="slides/slide9.xml"/><Relationship Id="rId24" Type="http://schemas.openxmlformats.org/officeDocument/2006/relationships/slide" Target="slides/slide22.xml"/><Relationship Id="rId32" Type="http://schemas.openxmlformats.org/officeDocument/2006/relationships/slide" Target="slides/slide30.xml"/><Relationship Id="rId37" Type="http://schemas.openxmlformats.org/officeDocument/2006/relationships/slide" Target="slides/slide35.xml"/><Relationship Id="rId40" Type="http://schemas.openxmlformats.org/officeDocument/2006/relationships/slide" Target="slides/slide38.xml"/><Relationship Id="rId45" Type="http://schemas.openxmlformats.org/officeDocument/2006/relationships/slide" Target="slides/slide43.xml"/><Relationship Id="rId53" Type="http://schemas.openxmlformats.org/officeDocument/2006/relationships/slide" Target="slides/slide51.xml"/><Relationship Id="rId58" Type="http://schemas.openxmlformats.org/officeDocument/2006/relationships/commentAuthors" Target="commentAuthors.xml"/><Relationship Id="rId5" Type="http://schemas.openxmlformats.org/officeDocument/2006/relationships/slide" Target="slides/slide3.xml"/><Relationship Id="rId61" Type="http://schemas.openxmlformats.org/officeDocument/2006/relationships/theme" Target="theme/theme1.xml"/><Relationship Id="rId19" Type="http://schemas.openxmlformats.org/officeDocument/2006/relationships/slide" Target="slides/slide1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slide" Target="slides/slide25.xml"/><Relationship Id="rId30" Type="http://schemas.openxmlformats.org/officeDocument/2006/relationships/slide" Target="slides/slide28.xml"/><Relationship Id="rId35" Type="http://schemas.openxmlformats.org/officeDocument/2006/relationships/slide" Target="slides/slide33.xml"/><Relationship Id="rId43" Type="http://schemas.openxmlformats.org/officeDocument/2006/relationships/slide" Target="slides/slide41.xml"/><Relationship Id="rId48" Type="http://schemas.openxmlformats.org/officeDocument/2006/relationships/slide" Target="slides/slide46.xml"/><Relationship Id="rId56" Type="http://schemas.openxmlformats.org/officeDocument/2006/relationships/notesMaster" Target="notesMasters/notesMaster1.xml"/><Relationship Id="rId8" Type="http://schemas.openxmlformats.org/officeDocument/2006/relationships/slide" Target="slides/slide6.xml"/><Relationship Id="rId51" Type="http://schemas.openxmlformats.org/officeDocument/2006/relationships/slide" Target="slides/slide49.xml"/><Relationship Id="rId3" Type="http://schemas.openxmlformats.org/officeDocument/2006/relationships/slide" Target="slides/slide1.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slide" Target="slides/slide23.xml"/><Relationship Id="rId33" Type="http://schemas.openxmlformats.org/officeDocument/2006/relationships/slide" Target="slides/slide31.xml"/><Relationship Id="rId38" Type="http://schemas.openxmlformats.org/officeDocument/2006/relationships/slide" Target="slides/slide36.xml"/><Relationship Id="rId46" Type="http://schemas.openxmlformats.org/officeDocument/2006/relationships/slide" Target="slides/slide44.xml"/><Relationship Id="rId59" Type="http://schemas.openxmlformats.org/officeDocument/2006/relationships/presProps" Target="presProps.xml"/><Relationship Id="rId20" Type="http://schemas.openxmlformats.org/officeDocument/2006/relationships/slide" Target="slides/slide18.xml"/><Relationship Id="rId41" Type="http://schemas.openxmlformats.org/officeDocument/2006/relationships/slide" Target="slides/slide39.xml"/><Relationship Id="rId54" Type="http://schemas.openxmlformats.org/officeDocument/2006/relationships/slide" Target="slides/slide52.xml"/><Relationship Id="rId62"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4.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slide" Target="slides/slide26.xml"/><Relationship Id="rId36" Type="http://schemas.openxmlformats.org/officeDocument/2006/relationships/slide" Target="slides/slide34.xml"/><Relationship Id="rId49" Type="http://schemas.openxmlformats.org/officeDocument/2006/relationships/slide" Target="slides/slide47.xml"/><Relationship Id="rId57" Type="http://schemas.openxmlformats.org/officeDocument/2006/relationships/handoutMaster" Target="handoutMasters/handoutMaster1.xml"/><Relationship Id="rId10" Type="http://schemas.openxmlformats.org/officeDocument/2006/relationships/slide" Target="slides/slide8.xml"/><Relationship Id="rId31" Type="http://schemas.openxmlformats.org/officeDocument/2006/relationships/slide" Target="slides/slide29.xml"/><Relationship Id="rId44" Type="http://schemas.openxmlformats.org/officeDocument/2006/relationships/slide" Target="slides/slide42.xml"/><Relationship Id="rId52" Type="http://schemas.openxmlformats.org/officeDocument/2006/relationships/slide" Target="slides/slide50.xml"/><Relationship Id="rId60" Type="http://schemas.openxmlformats.org/officeDocument/2006/relationships/viewProps" Target="viewProps.xml"/><Relationship Id="rId4" Type="http://schemas.openxmlformats.org/officeDocument/2006/relationships/slide" Target="slides/slide2.xml"/><Relationship Id="rId9" Type="http://schemas.openxmlformats.org/officeDocument/2006/relationships/slide" Target="slides/slide7.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4.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5A435DAE-5648-4461-AC7F-DD8163E036DF}"/>
              </a:ext>
            </a:extLst>
          </p:cNvPr>
          <p:cNvSpPr>
            <a:spLocks noGrp="1"/>
          </p:cNvSpPr>
          <p:nvPr>
            <p:ph type="hdr" sz="quarter"/>
          </p:nvPr>
        </p:nvSpPr>
        <p:spPr>
          <a:xfrm>
            <a:off x="0" y="0"/>
            <a:ext cx="2228850" cy="458788"/>
          </a:xfrm>
          <a:prstGeom prst="rect">
            <a:avLst/>
          </a:prstGeom>
        </p:spPr>
        <p:txBody>
          <a:bodyPr vert="horz" lIns="91440" tIns="45720" rIns="91440" bIns="45720" rtlCol="0"/>
          <a:lstStyle>
            <a:lvl1pPr algn="l">
              <a:defRPr sz="1200"/>
            </a:lvl1pPr>
          </a:lstStyle>
          <a:p>
            <a:endParaRPr lang="en-US"/>
          </a:p>
        </p:txBody>
      </p:sp>
      <p:sp>
        <p:nvSpPr>
          <p:cNvPr id="3" name="Date Placeholder 2">
            <a:extLst>
              <a:ext uri="{FF2B5EF4-FFF2-40B4-BE49-F238E27FC236}">
                <a16:creationId xmlns:a16="http://schemas.microsoft.com/office/drawing/2014/main" id="{ED90D07A-7216-4EF8-802C-97709B7E007D}"/>
              </a:ext>
            </a:extLst>
          </p:cNvPr>
          <p:cNvSpPr>
            <a:spLocks noGrp="1"/>
          </p:cNvSpPr>
          <p:nvPr>
            <p:ph type="dt" sz="quarter" idx="1"/>
          </p:nvPr>
        </p:nvSpPr>
        <p:spPr>
          <a:xfrm>
            <a:off x="2913063" y="0"/>
            <a:ext cx="2228850" cy="458788"/>
          </a:xfrm>
          <a:prstGeom prst="rect">
            <a:avLst/>
          </a:prstGeom>
        </p:spPr>
        <p:txBody>
          <a:bodyPr vert="horz" lIns="91440" tIns="45720" rIns="91440" bIns="45720" rtlCol="0"/>
          <a:lstStyle>
            <a:lvl1pPr algn="r">
              <a:defRPr sz="1200"/>
            </a:lvl1pPr>
          </a:lstStyle>
          <a:p>
            <a:fld id="{6C9C6BAC-B707-4E82-BAD0-FA184DDA0B31}" type="datetimeFigureOut">
              <a:rPr lang="en-US" smtClean="0"/>
              <a:t>3/16/2021</a:t>
            </a:fld>
            <a:endParaRPr lang="en-US"/>
          </a:p>
        </p:txBody>
      </p:sp>
      <p:sp>
        <p:nvSpPr>
          <p:cNvPr id="4" name="Footer Placeholder 3">
            <a:extLst>
              <a:ext uri="{FF2B5EF4-FFF2-40B4-BE49-F238E27FC236}">
                <a16:creationId xmlns:a16="http://schemas.microsoft.com/office/drawing/2014/main" id="{17B82E01-A882-4F5F-B538-EE4FC99A6814}"/>
              </a:ext>
            </a:extLst>
          </p:cNvPr>
          <p:cNvSpPr>
            <a:spLocks noGrp="1"/>
          </p:cNvSpPr>
          <p:nvPr>
            <p:ph type="ftr" sz="quarter" idx="2"/>
          </p:nvPr>
        </p:nvSpPr>
        <p:spPr>
          <a:xfrm>
            <a:off x="0" y="8685213"/>
            <a:ext cx="2228850" cy="458787"/>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a:extLst>
              <a:ext uri="{FF2B5EF4-FFF2-40B4-BE49-F238E27FC236}">
                <a16:creationId xmlns:a16="http://schemas.microsoft.com/office/drawing/2014/main" id="{C4260841-A23E-47DE-8E7A-5127A2713543}"/>
              </a:ext>
            </a:extLst>
          </p:cNvPr>
          <p:cNvSpPr>
            <a:spLocks noGrp="1"/>
          </p:cNvSpPr>
          <p:nvPr>
            <p:ph type="sldNum" sz="quarter" idx="3"/>
          </p:nvPr>
        </p:nvSpPr>
        <p:spPr>
          <a:xfrm>
            <a:off x="2913063" y="8685213"/>
            <a:ext cx="2228850" cy="458787"/>
          </a:xfrm>
          <a:prstGeom prst="rect">
            <a:avLst/>
          </a:prstGeom>
        </p:spPr>
        <p:txBody>
          <a:bodyPr vert="horz" lIns="91440" tIns="45720" rIns="91440" bIns="45720" rtlCol="0" anchor="b"/>
          <a:lstStyle>
            <a:lvl1pPr algn="r">
              <a:defRPr sz="1200"/>
            </a:lvl1pPr>
          </a:lstStyle>
          <a:p>
            <a:fld id="{0329A31C-6824-4AFA-8F29-9F8E3DCCAB4E}" type="slidenum">
              <a:rPr lang="en-US" smtClean="0"/>
              <a:t>‹#›</a:t>
            </a:fld>
            <a:endParaRPr lang="en-US"/>
          </a:p>
        </p:txBody>
      </p:sp>
    </p:spTree>
    <p:extLst>
      <p:ext uri="{BB962C8B-B14F-4D97-AF65-F5344CB8AC3E}">
        <p14:creationId xmlns:p14="http://schemas.microsoft.com/office/powerpoint/2010/main" val="1174955372"/>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Footer Placeholder 1">
            <a:extLst>
              <a:ext uri="{FF2B5EF4-FFF2-40B4-BE49-F238E27FC236}">
                <a16:creationId xmlns:a16="http://schemas.microsoft.com/office/drawing/2014/main" id="{08BF91D4-3712-4D03-B876-B23A0208EF8A}"/>
              </a:ext>
            </a:extLst>
          </p:cNvPr>
          <p:cNvSpPr>
            <a:spLocks noGrp="1"/>
          </p:cNvSpPr>
          <p:nvPr>
            <p:ph type="ftr" sz="quarter" idx="4"/>
          </p:nvPr>
        </p:nvSpPr>
        <p:spPr>
          <a:xfrm>
            <a:off x="0" y="8685213"/>
            <a:ext cx="2228850" cy="458787"/>
          </a:xfrm>
          <a:prstGeom prst="rect">
            <a:avLst/>
          </a:prstGeom>
        </p:spPr>
        <p:txBody>
          <a:bodyPr vert="horz" lIns="91440" tIns="45720" rIns="91440" bIns="45720" rtlCol="0" anchor="b"/>
          <a:lstStyle>
            <a:lvl1pPr algn="l">
              <a:defRPr sz="1200"/>
            </a:lvl1pPr>
          </a:lstStyle>
          <a:p>
            <a:endParaRPr lang="en-US"/>
          </a:p>
        </p:txBody>
      </p:sp>
    </p:spTree>
    <p:extLst>
      <p:ext uri="{BB962C8B-B14F-4D97-AF65-F5344CB8AC3E}">
        <p14:creationId xmlns:p14="http://schemas.microsoft.com/office/powerpoint/2010/main" val="184060894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Networking Security (NETSEC)
Module 7: Authentication, Authorization, and Accounting (AAA)
</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dirty="0"/>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Calibri" panose="020F050202020403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2</a:t>
            </a:fld>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Rectangle 11"/>
          <p:cNvSpPr txBox="1">
            <a:spLocks noGrp="1" noChangeArrowheads="1"/>
          </p:cNvSpPr>
          <p:nvPr/>
        </p:nvSpPr>
        <p:spPr bwMode="auto">
          <a:xfrm>
            <a:off x="5929313" y="8680450"/>
            <a:ext cx="812800" cy="2873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18817" tIns="0" rIns="18817" bIns="0" anchor="b"/>
          <a:lstStyle>
            <a:lvl1pPr defTabSz="901700" eaLnBrk="0" hangingPunct="0">
              <a:defRPr sz="2400" b="1">
                <a:solidFill>
                  <a:schemeClr val="tx1"/>
                </a:solidFill>
                <a:latin typeface="Arial" charset="0"/>
                <a:cs typeface="Arial" charset="0"/>
              </a:defRPr>
            </a:lvl1pPr>
            <a:lvl2pPr marL="742950" indent="-285750" defTabSz="901700" eaLnBrk="0" hangingPunct="0">
              <a:defRPr sz="2400" b="1">
                <a:solidFill>
                  <a:schemeClr val="tx1"/>
                </a:solidFill>
                <a:latin typeface="Arial" charset="0"/>
                <a:cs typeface="Arial" charset="0"/>
              </a:defRPr>
            </a:lvl2pPr>
            <a:lvl3pPr marL="1143000" indent="-228600" defTabSz="901700" eaLnBrk="0" hangingPunct="0">
              <a:defRPr sz="2400" b="1">
                <a:solidFill>
                  <a:schemeClr val="tx1"/>
                </a:solidFill>
                <a:latin typeface="Arial" charset="0"/>
                <a:cs typeface="Arial" charset="0"/>
              </a:defRPr>
            </a:lvl3pPr>
            <a:lvl4pPr marL="1600200" indent="-228600" defTabSz="901700" eaLnBrk="0" hangingPunct="0">
              <a:defRPr sz="2400" b="1">
                <a:solidFill>
                  <a:schemeClr val="tx1"/>
                </a:solidFill>
                <a:latin typeface="Arial" charset="0"/>
                <a:cs typeface="Arial" charset="0"/>
              </a:defRPr>
            </a:lvl4pPr>
            <a:lvl5pPr marL="2057400" indent="-228600" defTabSz="901700" eaLnBrk="0" hangingPunct="0">
              <a:defRPr sz="2400" b="1">
                <a:solidFill>
                  <a:schemeClr val="tx1"/>
                </a:solidFill>
                <a:latin typeface="Arial" charset="0"/>
                <a:cs typeface="Arial" charset="0"/>
              </a:defRPr>
            </a:lvl5pPr>
            <a:lvl6pPr marL="2514600" indent="-228600" defTabSz="901700" eaLnBrk="0" fontAlgn="base" hangingPunct="0">
              <a:spcBef>
                <a:spcPct val="0"/>
              </a:spcBef>
              <a:spcAft>
                <a:spcPct val="0"/>
              </a:spcAft>
              <a:defRPr sz="2400" b="1">
                <a:solidFill>
                  <a:schemeClr val="tx1"/>
                </a:solidFill>
                <a:latin typeface="Arial" charset="0"/>
                <a:cs typeface="Arial" charset="0"/>
              </a:defRPr>
            </a:lvl6pPr>
            <a:lvl7pPr marL="2971800" indent="-228600" defTabSz="901700" eaLnBrk="0" fontAlgn="base" hangingPunct="0">
              <a:spcBef>
                <a:spcPct val="0"/>
              </a:spcBef>
              <a:spcAft>
                <a:spcPct val="0"/>
              </a:spcAft>
              <a:defRPr sz="2400" b="1">
                <a:solidFill>
                  <a:schemeClr val="tx1"/>
                </a:solidFill>
                <a:latin typeface="Arial" charset="0"/>
                <a:cs typeface="Arial" charset="0"/>
              </a:defRPr>
            </a:lvl7pPr>
            <a:lvl8pPr marL="3429000" indent="-228600" defTabSz="901700" eaLnBrk="0" fontAlgn="base" hangingPunct="0">
              <a:spcBef>
                <a:spcPct val="0"/>
              </a:spcBef>
              <a:spcAft>
                <a:spcPct val="0"/>
              </a:spcAft>
              <a:defRPr sz="2400" b="1">
                <a:solidFill>
                  <a:schemeClr val="tx1"/>
                </a:solidFill>
                <a:latin typeface="Arial" charset="0"/>
                <a:cs typeface="Arial" charset="0"/>
              </a:defRPr>
            </a:lvl8pPr>
            <a:lvl9pPr marL="3886200" indent="-228600" defTabSz="901700" eaLnBrk="0" fontAlgn="base" hangingPunct="0">
              <a:spcBef>
                <a:spcPct val="0"/>
              </a:spcBef>
              <a:spcAft>
                <a:spcPct val="0"/>
              </a:spcAft>
              <a:defRPr sz="2400" b="1">
                <a:solidFill>
                  <a:schemeClr val="tx1"/>
                </a:solidFill>
                <a:latin typeface="Arial" charset="0"/>
                <a:cs typeface="Arial" charset="0"/>
              </a:defRPr>
            </a:lvl9pPr>
          </a:lstStyle>
          <a:p>
            <a:pPr marL="0" marR="0" lvl="0" indent="0" algn="r" defTabSz="901700" rtl="0" eaLnBrk="0" fontAlgn="auto" latinLnBrk="0" hangingPunct="0">
              <a:lnSpc>
                <a:spcPct val="100000"/>
              </a:lnSpc>
              <a:spcBef>
                <a:spcPts val="0"/>
              </a:spcBef>
              <a:spcAft>
                <a:spcPts val="0"/>
              </a:spcAft>
              <a:buClrTx/>
              <a:buSzTx/>
              <a:buFontTx/>
              <a:buNone/>
              <a:tabLst/>
              <a:defRPr/>
            </a:pPr>
            <a:fld id="{ACE20BE7-F2F3-4E26-9454-50B18F790A4E}" type="slidenum">
              <a:rPr kumimoji="0" lang="en-US" sz="800" b="0" i="0" u="none" strike="noStrike" kern="1200" cap="none" spc="0" normalizeH="0" baseline="0" noProof="0">
                <a:ln>
                  <a:noFill/>
                </a:ln>
                <a:solidFill>
                  <a:prstClr val="black"/>
                </a:solidFill>
                <a:effectLst/>
                <a:uLnTx/>
                <a:uFillTx/>
                <a:latin typeface="Arial" charset="0"/>
                <a:ea typeface="ＭＳ Ｐゴシック" pitchFamily="34" charset="-128"/>
                <a:cs typeface="Arial" charset="0"/>
              </a:rPr>
              <a:pPr marL="0" marR="0" lvl="0" indent="0" algn="r" defTabSz="901700" rtl="0" eaLnBrk="0" fontAlgn="auto" latinLnBrk="0" hangingPunct="0">
                <a:lnSpc>
                  <a:spcPct val="100000"/>
                </a:lnSpc>
                <a:spcBef>
                  <a:spcPts val="0"/>
                </a:spcBef>
                <a:spcAft>
                  <a:spcPts val="0"/>
                </a:spcAft>
                <a:buClrTx/>
                <a:buSzTx/>
                <a:buFontTx/>
                <a:buNone/>
                <a:tabLst/>
                <a:defRPr/>
              </a:pPr>
              <a:t>5</a:t>
            </a:fld>
            <a:endParaRPr kumimoji="0" lang="en-US" sz="800" b="0" i="0" u="none" strike="noStrike" kern="1200" cap="none" spc="0" normalizeH="0" baseline="0" noProof="0" dirty="0">
              <a:ln>
                <a:noFill/>
              </a:ln>
              <a:solidFill>
                <a:prstClr val="black"/>
              </a:solidFill>
              <a:effectLst/>
              <a:uLnTx/>
              <a:uFillTx/>
              <a:latin typeface="Arial" charset="0"/>
              <a:ea typeface="ＭＳ Ｐゴシック" pitchFamily="34" charset="-128"/>
              <a:cs typeface="Arial" charset="0"/>
            </a:endParaRPr>
          </a:p>
        </p:txBody>
      </p:sp>
      <p:sp>
        <p:nvSpPr>
          <p:cNvPr id="21507" name="Rectangle 2"/>
          <p:cNvSpPr>
            <a:spLocks noGrp="1" noRot="1" noChangeAspect="1" noChangeArrowheads="1" noTextEdit="1"/>
          </p:cNvSpPr>
          <p:nvPr>
            <p:ph type="sldImg"/>
          </p:nvPr>
        </p:nvSpPr>
        <p:spPr>
          <a:ln/>
        </p:spPr>
      </p:sp>
      <p:sp>
        <p:nvSpPr>
          <p:cNvPr id="21508"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GB" dirty="0"/>
          </a:p>
        </p:txBody>
      </p:sp>
    </p:spTree>
    <p:extLst>
      <p:ext uri="{BB962C8B-B14F-4D97-AF65-F5344CB8AC3E}">
        <p14:creationId xmlns:p14="http://schemas.microsoft.com/office/powerpoint/2010/main" val="240027446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Calibri" panose="020F050202020403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6</a:t>
            </a:fld>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Calibri" panose="020F050202020403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7</a:t>
            </a:fld>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883570639"/>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2" name="Rectangle 11"/>
          <p:cNvSpPr txBox="1">
            <a:spLocks noGrp="1" noChangeArrowheads="1"/>
          </p:cNvSpPr>
          <p:nvPr/>
        </p:nvSpPr>
        <p:spPr bwMode="auto">
          <a:xfrm>
            <a:off x="5929313" y="8680450"/>
            <a:ext cx="812800" cy="2873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18819" tIns="0" rIns="18819" bIns="0" anchor="b"/>
          <a:lstStyle>
            <a:lvl1pPr defTabSz="903288" eaLnBrk="0" hangingPunct="0">
              <a:defRPr sz="2400" b="1">
                <a:solidFill>
                  <a:schemeClr val="tx1"/>
                </a:solidFill>
                <a:latin typeface="Arial" charset="0"/>
                <a:cs typeface="Arial" charset="0"/>
              </a:defRPr>
            </a:lvl1pPr>
            <a:lvl2pPr marL="742950" indent="-285750" defTabSz="903288" eaLnBrk="0" hangingPunct="0">
              <a:defRPr sz="2400" b="1">
                <a:solidFill>
                  <a:schemeClr val="tx1"/>
                </a:solidFill>
                <a:latin typeface="Arial" charset="0"/>
                <a:cs typeface="Arial" charset="0"/>
              </a:defRPr>
            </a:lvl2pPr>
            <a:lvl3pPr marL="1143000" indent="-228600" defTabSz="903288" eaLnBrk="0" hangingPunct="0">
              <a:defRPr sz="2400" b="1">
                <a:solidFill>
                  <a:schemeClr val="tx1"/>
                </a:solidFill>
                <a:latin typeface="Arial" charset="0"/>
                <a:cs typeface="Arial" charset="0"/>
              </a:defRPr>
            </a:lvl3pPr>
            <a:lvl4pPr marL="1600200" indent="-228600" defTabSz="903288" eaLnBrk="0" hangingPunct="0">
              <a:defRPr sz="2400" b="1">
                <a:solidFill>
                  <a:schemeClr val="tx1"/>
                </a:solidFill>
                <a:latin typeface="Arial" charset="0"/>
                <a:cs typeface="Arial" charset="0"/>
              </a:defRPr>
            </a:lvl4pPr>
            <a:lvl5pPr marL="2057400" indent="-228600" defTabSz="903288" eaLnBrk="0" hangingPunct="0">
              <a:defRPr sz="2400" b="1">
                <a:solidFill>
                  <a:schemeClr val="tx1"/>
                </a:solidFill>
                <a:latin typeface="Arial" charset="0"/>
                <a:cs typeface="Arial" charset="0"/>
              </a:defRPr>
            </a:lvl5pPr>
            <a:lvl6pPr marL="2514600" indent="-228600" defTabSz="903288" eaLnBrk="0" fontAlgn="base" hangingPunct="0">
              <a:spcBef>
                <a:spcPct val="0"/>
              </a:spcBef>
              <a:spcAft>
                <a:spcPct val="0"/>
              </a:spcAft>
              <a:defRPr sz="2400" b="1">
                <a:solidFill>
                  <a:schemeClr val="tx1"/>
                </a:solidFill>
                <a:latin typeface="Arial" charset="0"/>
                <a:cs typeface="Arial" charset="0"/>
              </a:defRPr>
            </a:lvl6pPr>
            <a:lvl7pPr marL="2971800" indent="-228600" defTabSz="903288" eaLnBrk="0" fontAlgn="base" hangingPunct="0">
              <a:spcBef>
                <a:spcPct val="0"/>
              </a:spcBef>
              <a:spcAft>
                <a:spcPct val="0"/>
              </a:spcAft>
              <a:defRPr sz="2400" b="1">
                <a:solidFill>
                  <a:schemeClr val="tx1"/>
                </a:solidFill>
                <a:latin typeface="Arial" charset="0"/>
                <a:cs typeface="Arial" charset="0"/>
              </a:defRPr>
            </a:lvl7pPr>
            <a:lvl8pPr marL="3429000" indent="-228600" defTabSz="903288" eaLnBrk="0" fontAlgn="base" hangingPunct="0">
              <a:spcBef>
                <a:spcPct val="0"/>
              </a:spcBef>
              <a:spcAft>
                <a:spcPct val="0"/>
              </a:spcAft>
              <a:defRPr sz="2400" b="1">
                <a:solidFill>
                  <a:schemeClr val="tx1"/>
                </a:solidFill>
                <a:latin typeface="Arial" charset="0"/>
                <a:cs typeface="Arial" charset="0"/>
              </a:defRPr>
            </a:lvl8pPr>
            <a:lvl9pPr marL="3886200" indent="-228600" defTabSz="903288" eaLnBrk="0" fontAlgn="base" hangingPunct="0">
              <a:spcBef>
                <a:spcPct val="0"/>
              </a:spcBef>
              <a:spcAft>
                <a:spcPct val="0"/>
              </a:spcAft>
              <a:defRPr sz="2400" b="1">
                <a:solidFill>
                  <a:schemeClr val="tx1"/>
                </a:solidFill>
                <a:latin typeface="Arial" charset="0"/>
                <a:cs typeface="Arial" charset="0"/>
              </a:defRPr>
            </a:lvl9pPr>
          </a:lstStyle>
          <a:p>
            <a:pPr marL="0" marR="0" lvl="0" indent="0" algn="r" defTabSz="903288" rtl="0" eaLnBrk="0" fontAlgn="base" latinLnBrk="0" hangingPunct="0">
              <a:lnSpc>
                <a:spcPct val="100000"/>
              </a:lnSpc>
              <a:spcBef>
                <a:spcPct val="0"/>
              </a:spcBef>
              <a:spcAft>
                <a:spcPct val="0"/>
              </a:spcAft>
              <a:buClrTx/>
              <a:buSzTx/>
              <a:buFontTx/>
              <a:buNone/>
              <a:tabLst/>
              <a:defRPr/>
            </a:pPr>
            <a:fld id="{7391C207-9349-46D5-9D89-8ADDA5014D1F}" type="slidenum">
              <a:rPr kumimoji="0" lang="en-US" sz="800" b="0" i="0" u="none" strike="noStrike" kern="1200" cap="none" spc="0" normalizeH="0" baseline="0" noProof="0">
                <a:ln>
                  <a:noFill/>
                </a:ln>
                <a:solidFill>
                  <a:prstClr val="black"/>
                </a:solidFill>
                <a:effectLst/>
                <a:uLnTx/>
                <a:uFillTx/>
                <a:latin typeface="Arial" charset="0"/>
                <a:ea typeface="ＭＳ Ｐゴシック" pitchFamily="34" charset="-128"/>
                <a:cs typeface="Arial" charset="0"/>
              </a:rPr>
              <a:pPr marL="0" marR="0" lvl="0" indent="0" algn="r" defTabSz="903288" rtl="0" eaLnBrk="0" fontAlgn="base" latinLnBrk="0" hangingPunct="0">
                <a:lnSpc>
                  <a:spcPct val="100000"/>
                </a:lnSpc>
                <a:spcBef>
                  <a:spcPct val="0"/>
                </a:spcBef>
                <a:spcAft>
                  <a:spcPct val="0"/>
                </a:spcAft>
                <a:buClrTx/>
                <a:buSzTx/>
                <a:buFontTx/>
                <a:buNone/>
                <a:tabLst/>
                <a:defRPr/>
              </a:pPr>
              <a:t>8</a:t>
            </a:fld>
            <a:endParaRPr kumimoji="0" lang="en-US" sz="800" b="0" i="0" u="none" strike="noStrike" kern="1200" cap="none" spc="0" normalizeH="0" baseline="0" noProof="0" dirty="0">
              <a:ln>
                <a:noFill/>
              </a:ln>
              <a:solidFill>
                <a:prstClr val="black"/>
              </a:solidFill>
              <a:effectLst/>
              <a:uLnTx/>
              <a:uFillTx/>
              <a:latin typeface="Arial" charset="0"/>
              <a:ea typeface="ＭＳ Ｐゴシック" pitchFamily="34" charset="-128"/>
              <a:cs typeface="Arial" charset="0"/>
            </a:endParaRPr>
          </a:p>
        </p:txBody>
      </p:sp>
      <p:sp>
        <p:nvSpPr>
          <p:cNvPr id="25603" name="Rectangle 2"/>
          <p:cNvSpPr>
            <a:spLocks noGrp="1" noRot="1" noChangeAspect="1" noChangeArrowheads="1" noTextEdit="1"/>
          </p:cNvSpPr>
          <p:nvPr>
            <p:ph type="sldImg"/>
          </p:nvPr>
        </p:nvSpPr>
        <p:spPr>
          <a:ln/>
        </p:spPr>
      </p:sp>
      <p:sp>
        <p:nvSpPr>
          <p:cNvPr id="25604"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GB" dirty="0"/>
          </a:p>
        </p:txBody>
      </p:sp>
    </p:spTree>
    <p:extLst>
      <p:ext uri="{BB962C8B-B14F-4D97-AF65-F5344CB8AC3E}">
        <p14:creationId xmlns:p14="http://schemas.microsoft.com/office/powerpoint/2010/main" val="3107969090"/>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2" name="Rectangle 11"/>
          <p:cNvSpPr txBox="1">
            <a:spLocks noGrp="1" noChangeArrowheads="1"/>
          </p:cNvSpPr>
          <p:nvPr/>
        </p:nvSpPr>
        <p:spPr bwMode="auto">
          <a:xfrm>
            <a:off x="5929313" y="8680450"/>
            <a:ext cx="812800" cy="2873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18819" tIns="0" rIns="18819" bIns="0" anchor="b"/>
          <a:lstStyle>
            <a:lvl1pPr defTabSz="903288" eaLnBrk="0" hangingPunct="0">
              <a:defRPr sz="2400" b="1">
                <a:solidFill>
                  <a:schemeClr val="tx1"/>
                </a:solidFill>
                <a:latin typeface="Arial" charset="0"/>
                <a:cs typeface="Arial" charset="0"/>
              </a:defRPr>
            </a:lvl1pPr>
            <a:lvl2pPr marL="742950" indent="-285750" defTabSz="903288" eaLnBrk="0" hangingPunct="0">
              <a:defRPr sz="2400" b="1">
                <a:solidFill>
                  <a:schemeClr val="tx1"/>
                </a:solidFill>
                <a:latin typeface="Arial" charset="0"/>
                <a:cs typeface="Arial" charset="0"/>
              </a:defRPr>
            </a:lvl2pPr>
            <a:lvl3pPr marL="1143000" indent="-228600" defTabSz="903288" eaLnBrk="0" hangingPunct="0">
              <a:defRPr sz="2400" b="1">
                <a:solidFill>
                  <a:schemeClr val="tx1"/>
                </a:solidFill>
                <a:latin typeface="Arial" charset="0"/>
                <a:cs typeface="Arial" charset="0"/>
              </a:defRPr>
            </a:lvl3pPr>
            <a:lvl4pPr marL="1600200" indent="-228600" defTabSz="903288" eaLnBrk="0" hangingPunct="0">
              <a:defRPr sz="2400" b="1">
                <a:solidFill>
                  <a:schemeClr val="tx1"/>
                </a:solidFill>
                <a:latin typeface="Arial" charset="0"/>
                <a:cs typeface="Arial" charset="0"/>
              </a:defRPr>
            </a:lvl4pPr>
            <a:lvl5pPr marL="2057400" indent="-228600" defTabSz="903288" eaLnBrk="0" hangingPunct="0">
              <a:defRPr sz="2400" b="1">
                <a:solidFill>
                  <a:schemeClr val="tx1"/>
                </a:solidFill>
                <a:latin typeface="Arial" charset="0"/>
                <a:cs typeface="Arial" charset="0"/>
              </a:defRPr>
            </a:lvl5pPr>
            <a:lvl6pPr marL="2514600" indent="-228600" defTabSz="903288" eaLnBrk="0" fontAlgn="base" hangingPunct="0">
              <a:spcBef>
                <a:spcPct val="0"/>
              </a:spcBef>
              <a:spcAft>
                <a:spcPct val="0"/>
              </a:spcAft>
              <a:defRPr sz="2400" b="1">
                <a:solidFill>
                  <a:schemeClr val="tx1"/>
                </a:solidFill>
                <a:latin typeface="Arial" charset="0"/>
                <a:cs typeface="Arial" charset="0"/>
              </a:defRPr>
            </a:lvl6pPr>
            <a:lvl7pPr marL="2971800" indent="-228600" defTabSz="903288" eaLnBrk="0" fontAlgn="base" hangingPunct="0">
              <a:spcBef>
                <a:spcPct val="0"/>
              </a:spcBef>
              <a:spcAft>
                <a:spcPct val="0"/>
              </a:spcAft>
              <a:defRPr sz="2400" b="1">
                <a:solidFill>
                  <a:schemeClr val="tx1"/>
                </a:solidFill>
                <a:latin typeface="Arial" charset="0"/>
                <a:cs typeface="Arial" charset="0"/>
              </a:defRPr>
            </a:lvl7pPr>
            <a:lvl8pPr marL="3429000" indent="-228600" defTabSz="903288" eaLnBrk="0" fontAlgn="base" hangingPunct="0">
              <a:spcBef>
                <a:spcPct val="0"/>
              </a:spcBef>
              <a:spcAft>
                <a:spcPct val="0"/>
              </a:spcAft>
              <a:defRPr sz="2400" b="1">
                <a:solidFill>
                  <a:schemeClr val="tx1"/>
                </a:solidFill>
                <a:latin typeface="Arial" charset="0"/>
                <a:cs typeface="Arial" charset="0"/>
              </a:defRPr>
            </a:lvl8pPr>
            <a:lvl9pPr marL="3886200" indent="-228600" defTabSz="903288" eaLnBrk="0" fontAlgn="base" hangingPunct="0">
              <a:spcBef>
                <a:spcPct val="0"/>
              </a:spcBef>
              <a:spcAft>
                <a:spcPct val="0"/>
              </a:spcAft>
              <a:defRPr sz="2400" b="1">
                <a:solidFill>
                  <a:schemeClr val="tx1"/>
                </a:solidFill>
                <a:latin typeface="Arial" charset="0"/>
                <a:cs typeface="Arial" charset="0"/>
              </a:defRPr>
            </a:lvl9pPr>
          </a:lstStyle>
          <a:p>
            <a:pPr marL="0" marR="0" lvl="0" indent="0" algn="r" defTabSz="903288" rtl="0" eaLnBrk="0" fontAlgn="base" latinLnBrk="0" hangingPunct="0">
              <a:lnSpc>
                <a:spcPct val="100000"/>
              </a:lnSpc>
              <a:spcBef>
                <a:spcPct val="0"/>
              </a:spcBef>
              <a:spcAft>
                <a:spcPct val="0"/>
              </a:spcAft>
              <a:buClrTx/>
              <a:buSzTx/>
              <a:buFontTx/>
              <a:buNone/>
              <a:tabLst/>
              <a:defRPr/>
            </a:pPr>
            <a:fld id="{7391C207-9349-46D5-9D89-8ADDA5014D1F}" type="slidenum">
              <a:rPr kumimoji="0" lang="en-US" sz="800" b="0" i="0" u="none" strike="noStrike" kern="1200" cap="none" spc="0" normalizeH="0" baseline="0" noProof="0">
                <a:ln>
                  <a:noFill/>
                </a:ln>
                <a:solidFill>
                  <a:prstClr val="black"/>
                </a:solidFill>
                <a:effectLst/>
                <a:uLnTx/>
                <a:uFillTx/>
                <a:latin typeface="Arial" charset="0"/>
                <a:ea typeface="ＭＳ Ｐゴシック" pitchFamily="34" charset="-128"/>
                <a:cs typeface="Arial" charset="0"/>
              </a:rPr>
              <a:pPr marL="0" marR="0" lvl="0" indent="0" algn="r" defTabSz="903288" rtl="0" eaLnBrk="0" fontAlgn="base" latinLnBrk="0" hangingPunct="0">
                <a:lnSpc>
                  <a:spcPct val="100000"/>
                </a:lnSpc>
                <a:spcBef>
                  <a:spcPct val="0"/>
                </a:spcBef>
                <a:spcAft>
                  <a:spcPct val="0"/>
                </a:spcAft>
                <a:buClrTx/>
                <a:buSzTx/>
                <a:buFontTx/>
                <a:buNone/>
                <a:tabLst/>
                <a:defRPr/>
              </a:pPr>
              <a:t>9</a:t>
            </a:fld>
            <a:endParaRPr kumimoji="0" lang="en-US" sz="800" b="0" i="0" u="none" strike="noStrike" kern="1200" cap="none" spc="0" normalizeH="0" baseline="0" noProof="0" dirty="0">
              <a:ln>
                <a:noFill/>
              </a:ln>
              <a:solidFill>
                <a:prstClr val="black"/>
              </a:solidFill>
              <a:effectLst/>
              <a:uLnTx/>
              <a:uFillTx/>
              <a:latin typeface="Arial" charset="0"/>
              <a:ea typeface="ＭＳ Ｐゴシック" pitchFamily="34" charset="-128"/>
              <a:cs typeface="Arial" charset="0"/>
            </a:endParaRPr>
          </a:p>
        </p:txBody>
      </p:sp>
      <p:sp>
        <p:nvSpPr>
          <p:cNvPr id="25603" name="Rectangle 2"/>
          <p:cNvSpPr>
            <a:spLocks noGrp="1" noRot="1" noChangeAspect="1" noChangeArrowheads="1" noTextEdit="1"/>
          </p:cNvSpPr>
          <p:nvPr>
            <p:ph type="sldImg"/>
          </p:nvPr>
        </p:nvSpPr>
        <p:spPr>
          <a:ln/>
        </p:spPr>
      </p:sp>
      <p:sp>
        <p:nvSpPr>
          <p:cNvPr id="25604"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GB" dirty="0"/>
          </a:p>
        </p:txBody>
      </p:sp>
    </p:spTree>
    <p:extLst>
      <p:ext uri="{BB962C8B-B14F-4D97-AF65-F5344CB8AC3E}">
        <p14:creationId xmlns:p14="http://schemas.microsoft.com/office/powerpoint/2010/main" val="764588104"/>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2" name="Rectangle 11"/>
          <p:cNvSpPr txBox="1">
            <a:spLocks noGrp="1" noChangeArrowheads="1"/>
          </p:cNvSpPr>
          <p:nvPr/>
        </p:nvSpPr>
        <p:spPr bwMode="auto">
          <a:xfrm>
            <a:off x="5929313" y="8680450"/>
            <a:ext cx="812800" cy="2873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18819" tIns="0" rIns="18819" bIns="0" anchor="b"/>
          <a:lstStyle>
            <a:lvl1pPr defTabSz="903288" eaLnBrk="0" hangingPunct="0">
              <a:defRPr sz="2400" b="1">
                <a:solidFill>
                  <a:schemeClr val="tx1"/>
                </a:solidFill>
                <a:latin typeface="Arial" charset="0"/>
                <a:cs typeface="Arial" charset="0"/>
              </a:defRPr>
            </a:lvl1pPr>
            <a:lvl2pPr marL="742950" indent="-285750" defTabSz="903288" eaLnBrk="0" hangingPunct="0">
              <a:defRPr sz="2400" b="1">
                <a:solidFill>
                  <a:schemeClr val="tx1"/>
                </a:solidFill>
                <a:latin typeface="Arial" charset="0"/>
                <a:cs typeface="Arial" charset="0"/>
              </a:defRPr>
            </a:lvl2pPr>
            <a:lvl3pPr marL="1143000" indent="-228600" defTabSz="903288" eaLnBrk="0" hangingPunct="0">
              <a:defRPr sz="2400" b="1">
                <a:solidFill>
                  <a:schemeClr val="tx1"/>
                </a:solidFill>
                <a:latin typeface="Arial" charset="0"/>
                <a:cs typeface="Arial" charset="0"/>
              </a:defRPr>
            </a:lvl3pPr>
            <a:lvl4pPr marL="1600200" indent="-228600" defTabSz="903288" eaLnBrk="0" hangingPunct="0">
              <a:defRPr sz="2400" b="1">
                <a:solidFill>
                  <a:schemeClr val="tx1"/>
                </a:solidFill>
                <a:latin typeface="Arial" charset="0"/>
                <a:cs typeface="Arial" charset="0"/>
              </a:defRPr>
            </a:lvl4pPr>
            <a:lvl5pPr marL="2057400" indent="-228600" defTabSz="903288" eaLnBrk="0" hangingPunct="0">
              <a:defRPr sz="2400" b="1">
                <a:solidFill>
                  <a:schemeClr val="tx1"/>
                </a:solidFill>
                <a:latin typeface="Arial" charset="0"/>
                <a:cs typeface="Arial" charset="0"/>
              </a:defRPr>
            </a:lvl5pPr>
            <a:lvl6pPr marL="2514600" indent="-228600" defTabSz="903288" eaLnBrk="0" fontAlgn="base" hangingPunct="0">
              <a:spcBef>
                <a:spcPct val="0"/>
              </a:spcBef>
              <a:spcAft>
                <a:spcPct val="0"/>
              </a:spcAft>
              <a:defRPr sz="2400" b="1">
                <a:solidFill>
                  <a:schemeClr val="tx1"/>
                </a:solidFill>
                <a:latin typeface="Arial" charset="0"/>
                <a:cs typeface="Arial" charset="0"/>
              </a:defRPr>
            </a:lvl6pPr>
            <a:lvl7pPr marL="2971800" indent="-228600" defTabSz="903288" eaLnBrk="0" fontAlgn="base" hangingPunct="0">
              <a:spcBef>
                <a:spcPct val="0"/>
              </a:spcBef>
              <a:spcAft>
                <a:spcPct val="0"/>
              </a:spcAft>
              <a:defRPr sz="2400" b="1">
                <a:solidFill>
                  <a:schemeClr val="tx1"/>
                </a:solidFill>
                <a:latin typeface="Arial" charset="0"/>
                <a:cs typeface="Arial" charset="0"/>
              </a:defRPr>
            </a:lvl7pPr>
            <a:lvl8pPr marL="3429000" indent="-228600" defTabSz="903288" eaLnBrk="0" fontAlgn="base" hangingPunct="0">
              <a:spcBef>
                <a:spcPct val="0"/>
              </a:spcBef>
              <a:spcAft>
                <a:spcPct val="0"/>
              </a:spcAft>
              <a:defRPr sz="2400" b="1">
                <a:solidFill>
                  <a:schemeClr val="tx1"/>
                </a:solidFill>
                <a:latin typeface="Arial" charset="0"/>
                <a:cs typeface="Arial" charset="0"/>
              </a:defRPr>
            </a:lvl8pPr>
            <a:lvl9pPr marL="3886200" indent="-228600" defTabSz="903288" eaLnBrk="0" fontAlgn="base" hangingPunct="0">
              <a:spcBef>
                <a:spcPct val="0"/>
              </a:spcBef>
              <a:spcAft>
                <a:spcPct val="0"/>
              </a:spcAft>
              <a:defRPr sz="2400" b="1">
                <a:solidFill>
                  <a:schemeClr val="tx1"/>
                </a:solidFill>
                <a:latin typeface="Arial" charset="0"/>
                <a:cs typeface="Arial" charset="0"/>
              </a:defRPr>
            </a:lvl9pPr>
          </a:lstStyle>
          <a:p>
            <a:pPr marL="0" marR="0" lvl="0" indent="0" algn="r" defTabSz="903288" rtl="0" eaLnBrk="0" fontAlgn="base" latinLnBrk="0" hangingPunct="0">
              <a:lnSpc>
                <a:spcPct val="100000"/>
              </a:lnSpc>
              <a:spcBef>
                <a:spcPct val="0"/>
              </a:spcBef>
              <a:spcAft>
                <a:spcPct val="0"/>
              </a:spcAft>
              <a:buClrTx/>
              <a:buSzTx/>
              <a:buFontTx/>
              <a:buNone/>
              <a:tabLst/>
              <a:defRPr/>
            </a:pPr>
            <a:fld id="{7391C207-9349-46D5-9D89-8ADDA5014D1F}" type="slidenum">
              <a:rPr kumimoji="0" lang="en-US" sz="800" b="0" i="0" u="none" strike="noStrike" kern="1200" cap="none" spc="0" normalizeH="0" baseline="0" noProof="0">
                <a:ln>
                  <a:noFill/>
                </a:ln>
                <a:solidFill>
                  <a:prstClr val="black"/>
                </a:solidFill>
                <a:effectLst/>
                <a:uLnTx/>
                <a:uFillTx/>
                <a:latin typeface="Arial" charset="0"/>
                <a:ea typeface="ＭＳ Ｐゴシック" pitchFamily="34" charset="-128"/>
                <a:cs typeface="Arial" charset="0"/>
              </a:rPr>
              <a:pPr marL="0" marR="0" lvl="0" indent="0" algn="r" defTabSz="903288" rtl="0" eaLnBrk="0" fontAlgn="base" latinLnBrk="0" hangingPunct="0">
                <a:lnSpc>
                  <a:spcPct val="100000"/>
                </a:lnSpc>
                <a:spcBef>
                  <a:spcPct val="0"/>
                </a:spcBef>
                <a:spcAft>
                  <a:spcPct val="0"/>
                </a:spcAft>
                <a:buClrTx/>
                <a:buSzTx/>
                <a:buFontTx/>
                <a:buNone/>
                <a:tabLst/>
                <a:defRPr/>
              </a:pPr>
              <a:t>10</a:t>
            </a:fld>
            <a:endParaRPr kumimoji="0" lang="en-US" sz="800" b="0" i="0" u="none" strike="noStrike" kern="1200" cap="none" spc="0" normalizeH="0" baseline="0" noProof="0" dirty="0">
              <a:ln>
                <a:noFill/>
              </a:ln>
              <a:solidFill>
                <a:prstClr val="black"/>
              </a:solidFill>
              <a:effectLst/>
              <a:uLnTx/>
              <a:uFillTx/>
              <a:latin typeface="Arial" charset="0"/>
              <a:ea typeface="ＭＳ Ｐゴシック" pitchFamily="34" charset="-128"/>
              <a:cs typeface="Arial" charset="0"/>
            </a:endParaRPr>
          </a:p>
        </p:txBody>
      </p:sp>
      <p:sp>
        <p:nvSpPr>
          <p:cNvPr id="25603" name="Rectangle 2"/>
          <p:cNvSpPr>
            <a:spLocks noGrp="1" noRot="1" noChangeAspect="1" noChangeArrowheads="1" noTextEdit="1"/>
          </p:cNvSpPr>
          <p:nvPr>
            <p:ph type="sldImg"/>
          </p:nvPr>
        </p:nvSpPr>
        <p:spPr>
          <a:ln/>
        </p:spPr>
      </p:sp>
      <p:sp>
        <p:nvSpPr>
          <p:cNvPr id="25604"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GB" dirty="0"/>
          </a:p>
        </p:txBody>
      </p:sp>
    </p:spTree>
    <p:extLst>
      <p:ext uri="{BB962C8B-B14F-4D97-AF65-F5344CB8AC3E}">
        <p14:creationId xmlns:p14="http://schemas.microsoft.com/office/powerpoint/2010/main" val="3491672665"/>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Networking Security (NETSEC)
Module 7: Authentication, Authorization, and Accounting (AAA)
</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dirty="0"/>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Rectangle 11"/>
          <p:cNvSpPr txBox="1">
            <a:spLocks noGrp="1" noChangeArrowheads="1"/>
          </p:cNvSpPr>
          <p:nvPr/>
        </p:nvSpPr>
        <p:spPr bwMode="auto">
          <a:xfrm>
            <a:off x="5929313" y="8680450"/>
            <a:ext cx="812800" cy="2873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18819" tIns="0" rIns="18819" bIns="0" anchor="b"/>
          <a:lstStyle>
            <a:lvl1pPr defTabSz="903288" eaLnBrk="0" hangingPunct="0">
              <a:defRPr sz="2400" b="1">
                <a:solidFill>
                  <a:schemeClr val="tx1"/>
                </a:solidFill>
                <a:latin typeface="Arial" charset="0"/>
                <a:cs typeface="Arial" charset="0"/>
              </a:defRPr>
            </a:lvl1pPr>
            <a:lvl2pPr marL="742950" indent="-285750" defTabSz="903288" eaLnBrk="0" hangingPunct="0">
              <a:defRPr sz="2400" b="1">
                <a:solidFill>
                  <a:schemeClr val="tx1"/>
                </a:solidFill>
                <a:latin typeface="Arial" charset="0"/>
                <a:cs typeface="Arial" charset="0"/>
              </a:defRPr>
            </a:lvl2pPr>
            <a:lvl3pPr marL="1143000" indent="-228600" defTabSz="903288" eaLnBrk="0" hangingPunct="0">
              <a:defRPr sz="2400" b="1">
                <a:solidFill>
                  <a:schemeClr val="tx1"/>
                </a:solidFill>
                <a:latin typeface="Arial" charset="0"/>
                <a:cs typeface="Arial" charset="0"/>
              </a:defRPr>
            </a:lvl3pPr>
            <a:lvl4pPr marL="1600200" indent="-228600" defTabSz="903288" eaLnBrk="0" hangingPunct="0">
              <a:defRPr sz="2400" b="1">
                <a:solidFill>
                  <a:schemeClr val="tx1"/>
                </a:solidFill>
                <a:latin typeface="Arial" charset="0"/>
                <a:cs typeface="Arial" charset="0"/>
              </a:defRPr>
            </a:lvl4pPr>
            <a:lvl5pPr marL="2057400" indent="-228600" defTabSz="903288" eaLnBrk="0" hangingPunct="0">
              <a:defRPr sz="2400" b="1">
                <a:solidFill>
                  <a:schemeClr val="tx1"/>
                </a:solidFill>
                <a:latin typeface="Arial" charset="0"/>
                <a:cs typeface="Arial" charset="0"/>
              </a:defRPr>
            </a:lvl5pPr>
            <a:lvl6pPr marL="2514600" indent="-228600" defTabSz="903288" eaLnBrk="0" fontAlgn="base" hangingPunct="0">
              <a:spcBef>
                <a:spcPct val="0"/>
              </a:spcBef>
              <a:spcAft>
                <a:spcPct val="0"/>
              </a:spcAft>
              <a:defRPr sz="2400" b="1">
                <a:solidFill>
                  <a:schemeClr val="tx1"/>
                </a:solidFill>
                <a:latin typeface="Arial" charset="0"/>
                <a:cs typeface="Arial" charset="0"/>
              </a:defRPr>
            </a:lvl6pPr>
            <a:lvl7pPr marL="2971800" indent="-228600" defTabSz="903288" eaLnBrk="0" fontAlgn="base" hangingPunct="0">
              <a:spcBef>
                <a:spcPct val="0"/>
              </a:spcBef>
              <a:spcAft>
                <a:spcPct val="0"/>
              </a:spcAft>
              <a:defRPr sz="2400" b="1">
                <a:solidFill>
                  <a:schemeClr val="tx1"/>
                </a:solidFill>
                <a:latin typeface="Arial" charset="0"/>
                <a:cs typeface="Arial" charset="0"/>
              </a:defRPr>
            </a:lvl7pPr>
            <a:lvl8pPr marL="3429000" indent="-228600" defTabSz="903288" eaLnBrk="0" fontAlgn="base" hangingPunct="0">
              <a:spcBef>
                <a:spcPct val="0"/>
              </a:spcBef>
              <a:spcAft>
                <a:spcPct val="0"/>
              </a:spcAft>
              <a:defRPr sz="2400" b="1">
                <a:solidFill>
                  <a:schemeClr val="tx1"/>
                </a:solidFill>
                <a:latin typeface="Arial" charset="0"/>
                <a:cs typeface="Arial" charset="0"/>
              </a:defRPr>
            </a:lvl8pPr>
            <a:lvl9pPr marL="3886200" indent="-228600" defTabSz="903288" eaLnBrk="0" fontAlgn="base" hangingPunct="0">
              <a:spcBef>
                <a:spcPct val="0"/>
              </a:spcBef>
              <a:spcAft>
                <a:spcPct val="0"/>
              </a:spcAft>
              <a:defRPr sz="2400" b="1">
                <a:solidFill>
                  <a:schemeClr val="tx1"/>
                </a:solidFill>
                <a:latin typeface="Arial" charset="0"/>
                <a:cs typeface="Arial" charset="0"/>
              </a:defRPr>
            </a:lvl9pPr>
          </a:lstStyle>
          <a:p>
            <a:pPr marL="0" marR="0" lvl="0" indent="0" algn="r" defTabSz="903288" rtl="0" eaLnBrk="0" fontAlgn="base" latinLnBrk="0" hangingPunct="0">
              <a:lnSpc>
                <a:spcPct val="100000"/>
              </a:lnSpc>
              <a:spcBef>
                <a:spcPct val="0"/>
              </a:spcBef>
              <a:spcAft>
                <a:spcPct val="0"/>
              </a:spcAft>
              <a:buClrTx/>
              <a:buSzTx/>
              <a:buFontTx/>
              <a:buNone/>
              <a:tabLst/>
              <a:defRPr/>
            </a:pPr>
            <a:fld id="{0A313ED8-785B-4D16-9B17-4143385249B9}" type="slidenum">
              <a:rPr kumimoji="0" lang="en-US" sz="800" b="0" i="0" u="none" strike="noStrike" kern="1200" cap="none" spc="0" normalizeH="0" baseline="0" noProof="0">
                <a:ln>
                  <a:noFill/>
                </a:ln>
                <a:solidFill>
                  <a:prstClr val="black"/>
                </a:solidFill>
                <a:effectLst/>
                <a:uLnTx/>
                <a:uFillTx/>
                <a:latin typeface="Arial" charset="0"/>
                <a:ea typeface="ＭＳ Ｐゴシック" pitchFamily="34" charset="-128"/>
                <a:cs typeface="Arial" charset="0"/>
              </a:rPr>
              <a:pPr marL="0" marR="0" lvl="0" indent="0" algn="r" defTabSz="903288" rtl="0" eaLnBrk="0" fontAlgn="base" latinLnBrk="0" hangingPunct="0">
                <a:lnSpc>
                  <a:spcPct val="100000"/>
                </a:lnSpc>
                <a:spcBef>
                  <a:spcPct val="0"/>
                </a:spcBef>
                <a:spcAft>
                  <a:spcPct val="0"/>
                </a:spcAft>
                <a:buClrTx/>
                <a:buSzTx/>
                <a:buFontTx/>
                <a:buNone/>
                <a:tabLst/>
                <a:defRPr/>
              </a:pPr>
              <a:t>12</a:t>
            </a:fld>
            <a:endParaRPr kumimoji="0" lang="en-US" sz="800" b="0" i="0" u="none" strike="noStrike" kern="1200" cap="none" spc="0" normalizeH="0" baseline="0" noProof="0" dirty="0">
              <a:ln>
                <a:noFill/>
              </a:ln>
              <a:solidFill>
                <a:prstClr val="black"/>
              </a:solidFill>
              <a:effectLst/>
              <a:uLnTx/>
              <a:uFillTx/>
              <a:latin typeface="Arial" charset="0"/>
              <a:ea typeface="ＭＳ Ｐゴシック" pitchFamily="34" charset="-128"/>
              <a:cs typeface="Arial" charset="0"/>
            </a:endParaRPr>
          </a:p>
        </p:txBody>
      </p:sp>
      <p:sp>
        <p:nvSpPr>
          <p:cNvPr id="20483" name="Rectangle 2"/>
          <p:cNvSpPr>
            <a:spLocks noGrp="1" noRot="1" noChangeAspect="1" noChangeArrowheads="1" noTextEdit="1"/>
          </p:cNvSpPr>
          <p:nvPr>
            <p:ph type="sldImg"/>
          </p:nvPr>
        </p:nvSpPr>
        <p:spPr>
          <a:ln/>
        </p:spPr>
      </p:sp>
      <p:sp>
        <p:nvSpPr>
          <p:cNvPr id="20484"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lang="en-GB" dirty="0"/>
          </a:p>
        </p:txBody>
      </p:sp>
    </p:spTree>
    <p:extLst>
      <p:ext uri="{BB962C8B-B14F-4D97-AF65-F5344CB8AC3E}">
        <p14:creationId xmlns:p14="http://schemas.microsoft.com/office/powerpoint/2010/main" val="1587924034"/>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7: Authentication, Authorization, and Accounting (AAA)
7.1: AAA Characteristics
</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dirty="0"/>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7: Authentication, Authorization, and Accounting (AAA)
7.1: AAA Characteristics
7.1.1: Authentication without AAA
</a:t>
            </a:r>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dirty="0"/>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7: Authentication, Authorization, and Accounting (AAA)
7.1: AAA Characteristics
7.1.2: AAA Components
</a:t>
            </a:r>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dirty="0"/>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7: Authentication, Authorization, and Accounting (AAA)
7.1: AAA Characteristics
7.1.3: Authentication Modes
</a:t>
            </a:r>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dirty="0"/>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7: Authentication, Authorization, and Accounting (AAA)
7.1: AAA Characteristics
7.1.4: Authorization
</a:t>
            </a:r>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dirty="0"/>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7: Authentication, Authorization, and Accounting (AAA)
7.1: AAA Characteristics
7.1.5: Accounting</a:t>
            </a:r>
          </a:p>
          <a:p>
            <a:r>
              <a:rPr lang="en-US" dirty="0"/>
              <a:t>7.1.6: Check Your Understanding - Identify the Characteristics of AAA
</a:t>
            </a:r>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dirty="0"/>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7: Authentication, Authorization, and Accounting (AAA)
7.2: Configure Local AAA Authentication 
</a:t>
            </a:r>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dirty="0"/>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7: Authentication, Authorization, and Accounting (AAA)
7.2: Configure Local AAA Authentication 
7.2.1: Authenticate Administrative Access
</a:t>
            </a:r>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dirty="0"/>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7: Authentication, Authorization, and Accounting (AAA)
7.2: Configure Local AAA Authentication 
7.2.2: Authentication Methods
</a:t>
            </a:r>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dirty="0"/>
          </a:p>
        </p:txBody>
      </p:sp>
    </p:spTree>
    <p:extLst>
      <p:ext uri="{BB962C8B-B14F-4D97-AF65-F5344CB8AC3E}">
        <p14:creationId xmlns:p14="http://schemas.microsoft.com/office/powerpoint/2010/main" val="4193785166"/>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7: Authentication, Authorization, and Accounting (AAA)
7.2: Configure Local AAA Authentication 
7.2.2: Authentication Methods
</a:t>
            </a:r>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dirty="0"/>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7: Authentication, Authorization, and Accounting (AAA)
7.2: Configure Local AAA Authentication 
7.2.3: Default and Named Methods
</a:t>
            </a:r>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dirty="0"/>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7: Authentication, Authorization, and Accounting (AAA)
7.2: Configure Local AAA Authentication 
7.2.4: Fine-Tuning the Authentication Configuration
</a:t>
            </a:r>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dirty="0"/>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7: Authentication, Authorization, and Accounting (AAA)
7.2: Configure Local AAA Authentication 
7.2.5: Lab - Configure Local AAA Authentication
</a:t>
            </a:r>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dirty="0"/>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7: Authentication, Authorization, and Accounting (AAA)
7.2: Configure Local AAA Authentication 
7.2.6: Packet Tracer - Configure Local AAA for Console and VTY Access
</a:t>
            </a:r>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dirty="0"/>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7: Authentication, Authorization, and Accounting (AAA)
7.3: Server-Based AAA Characteristics and Protocols
</a:t>
            </a:r>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dirty="0"/>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7: Authentication, Authorization, and Accounting (AAA)
7.3: Server-Based AAA Characteristics and Protocols
7.3.1: Compare Local AAA and Server-Based AAA Implementations
</a:t>
            </a:r>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dirty="0"/>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7: Authentication, Authorization, and Accounting (AAA)
7.3: Server-Based AAA Characteristics and Protocols
7.3.2: Cisco Identity Services Engine (ISE)
</a:t>
            </a:r>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dirty="0"/>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7: Authentication, Authorization, and Accounting (AAA)
7.3: Server-Based AAA Characteristics and Protocols
7.3.3: The TACACS+ and RADIUS Protocols
</a:t>
            </a:r>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dirty="0"/>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7: Authentication, Authorization, and Accounting (AAA)
7.3: Server-Based AAA Characteristics and Protocols
7.3.4: TACACS+ Authentication
</a:t>
            </a:r>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dirty="0"/>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7: Authentication, Authorization, and Accounting (AAA)
7.3: Server-Based AAA Characteristics and Protocols
7.3.5: RADIUS Authentication</a:t>
            </a:r>
          </a:p>
          <a:p>
            <a:r>
              <a:rPr lang="en-US" dirty="0"/>
              <a:t>7.3.6: Check Your Understanding - Identify the AAA Communication Protocol
</a:t>
            </a:r>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dirty="0"/>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7: Authentication, Authorization, and Accounting (AAA)
7.4: Configure Server-Based Authentication
</a:t>
            </a:r>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dirty="0"/>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7: Authentication, Authorization, and Accounting (AAA)
7.4: Configure Server-Based Authentication
7.4.1: Steps to Configure Server-Based AAA Authentication
</a:t>
            </a:r>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dirty="0"/>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7: Authentication, Authorization, and Accounting (AAA)
7.4: Configure Server-Based Authentication
7.4.2: Configure TACACS+ Servers
</a:t>
            </a:r>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dirty="0"/>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7: Authentication, Authorization, and Accounting (AAA)
7.4: Configure Server-Based Authentication
7.4.3: Configure RADIUS Servers
</a:t>
            </a:r>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dirty="0"/>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7: Authentication, Authorization, and Accounting (AAA)
7.4: Configure Server-Based Authentication
7.4.4: Authenticate to the AAA Server Configuration Commands</a:t>
            </a:r>
          </a:p>
          <a:p>
            <a:r>
              <a:rPr lang="en-US" dirty="0"/>
              <a:t>7.4.5: Syntax Checker - Configure Server-Based AAA Authentication
</a:t>
            </a:r>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dirty="0"/>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7: Authentication, Authorization, and Accounting (AAA)
7.4: Configure Server-Based Authentication
7.4.4: Authenticate to the AAA Server Configuration Commands</a:t>
            </a:r>
          </a:p>
          <a:p>
            <a:r>
              <a:rPr lang="en-US" dirty="0"/>
              <a:t>7.4.5: Syntax Checker - Configure Server-Based AAA Authentication
</a:t>
            </a:r>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dirty="0"/>
          </a:p>
        </p:txBody>
      </p:sp>
    </p:spTree>
    <p:extLst>
      <p:ext uri="{BB962C8B-B14F-4D97-AF65-F5344CB8AC3E}">
        <p14:creationId xmlns:p14="http://schemas.microsoft.com/office/powerpoint/2010/main" val="1191282489"/>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7: Authentication, Authorization, and Accounting (AAA)
7.4: Configure Server-Based Authentication
7.4.6: Video Demonstration - Configure a Cisco Router to Access a AAA RADIUS Server
</a:t>
            </a:r>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dirty="0"/>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7: Authentication, Authorization, and Accounting (AAA)
7.4: Configure Server-Based Authentication
7.4.7: Lab – Install the Virtual Machine
</a:t>
            </a:r>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dirty="0"/>
          </a:p>
        </p:txBody>
      </p:sp>
    </p:spTree>
    <p:extLst>
      <p:ext uri="{BB962C8B-B14F-4D97-AF65-F5344CB8AC3E}">
        <p14:creationId xmlns:p14="http://schemas.microsoft.com/office/powerpoint/2010/main" val="2812655472"/>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7: Authentication, Authorization, and Accounting (AAA)
7.4: Configure Server-Based Authentication
7.4.8: Lab -Configure Server-Based Authentication with RADIUS
</a:t>
            </a:r>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dirty="0"/>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7: Authentication, Authorization, and Accounting (AAA)
7.4: Configure Server-Based Authentication
7.4.9: Packet Tracer -Configure Server-Based Authentication with TACACS+ and RADIUS
</a:t>
            </a:r>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dirty="0"/>
          </a:p>
        </p:txBody>
      </p:sp>
    </p:spTree>
    <p:extLst>
      <p:ext uri="{BB962C8B-B14F-4D97-AF65-F5344CB8AC3E}">
        <p14:creationId xmlns:p14="http://schemas.microsoft.com/office/powerpoint/2010/main" val="3601342286"/>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7: Authentication, Authorization, and Accounting (AAA)
7.5: Configure Server-Based Authorization and Accounting
</a:t>
            </a:r>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dirty="0"/>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7: Authentication, Authorization, and Accounting (AAA)
7.5: Configure Server-Based Authorization and Accounting
7.5.1: Introduction to Server-Based AAA Authorization
</a:t>
            </a:r>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dirty="0"/>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7: Authentication, Authorization, and Accounting (AAA)
7.5: Configure Server-Based Authorization and Accounting
7.5.2: AAA Authorization Configuration
</a:t>
            </a:r>
          </a:p>
        </p:txBody>
      </p:sp>
      <p:sp>
        <p:nvSpPr>
          <p:cNvPr id="4" name="Slide Number Placeholder 3"/>
          <p:cNvSpPr>
            <a:spLocks noGrp="1"/>
          </p:cNvSpPr>
          <p:nvPr>
            <p:ph type="sldNum" sz="quarter" idx="10"/>
          </p:nvPr>
        </p:nvSpPr>
        <p:spPr/>
        <p:txBody>
          <a:bodyPr/>
          <a:lstStyle/>
          <a:p>
            <a:fld id="{F7021451-1387-4CA6-816F-3879F97B5CBC}" type="slidenum">
              <a:rPr lang="en-US"/>
              <a:t>45</a:t>
            </a:fld>
            <a:endParaRPr lang="en-US" dirty="0"/>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7: Authentication, Authorization, and Accounting (AAA)
7.5: Configure Server-Based Authorization and Accounting
7.5.3: Introduction to Server-Based AAA Accounting
</a:t>
            </a:r>
          </a:p>
        </p:txBody>
      </p:sp>
      <p:sp>
        <p:nvSpPr>
          <p:cNvPr id="4" name="Slide Number Placeholder 3"/>
          <p:cNvSpPr>
            <a:spLocks noGrp="1"/>
          </p:cNvSpPr>
          <p:nvPr>
            <p:ph type="sldNum" sz="quarter" idx="10"/>
          </p:nvPr>
        </p:nvSpPr>
        <p:spPr/>
        <p:txBody>
          <a:bodyPr/>
          <a:lstStyle/>
          <a:p>
            <a:fld id="{F7021451-1387-4CA6-816F-3879F97B5CBC}" type="slidenum">
              <a:rPr lang="en-US"/>
              <a:t>46</a:t>
            </a:fld>
            <a:endParaRPr lang="en-US" dirty="0"/>
          </a:p>
        </p:txBody>
      </p:sp>
    </p:spTree>
    <p:extLst>
      <p:ext uri="{BB962C8B-B14F-4D97-AF65-F5344CB8AC3E}">
        <p14:creationId xmlns:p14="http://schemas.microsoft.com/office/powerpoint/2010/main" val="102408699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7: Authentication, Authorization, and Accounting (AAA)
7.5: Configure Server-Based Authorization and Accounting
7.5.4: AAA Accounting Configuration</a:t>
            </a:r>
          </a:p>
          <a:p>
            <a:r>
              <a:rPr lang="en-US" dirty="0"/>
              <a:t>
</a:t>
            </a:r>
          </a:p>
        </p:txBody>
      </p:sp>
      <p:sp>
        <p:nvSpPr>
          <p:cNvPr id="4" name="Slide Number Placeholder 3"/>
          <p:cNvSpPr>
            <a:spLocks noGrp="1"/>
          </p:cNvSpPr>
          <p:nvPr>
            <p:ph type="sldNum" sz="quarter" idx="10"/>
          </p:nvPr>
        </p:nvSpPr>
        <p:spPr/>
        <p:txBody>
          <a:bodyPr/>
          <a:lstStyle/>
          <a:p>
            <a:fld id="{F7021451-1387-4CA6-816F-3879F97B5CBC}" type="slidenum">
              <a:rPr lang="en-US"/>
              <a:t>47</a:t>
            </a:fld>
            <a:endParaRPr lang="en-US" dirty="0"/>
          </a:p>
        </p:txBody>
      </p:sp>
    </p:spTree>
    <p:extLst>
      <p:ext uri="{BB962C8B-B14F-4D97-AF65-F5344CB8AC3E}">
        <p14:creationId xmlns:p14="http://schemas.microsoft.com/office/powerpoint/2010/main" val="1024086991"/>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7: Authentication, Authorization, and Accounting (AAA)
7.5: Configure Server-Based Authorization and Accounting
7.5.4: AAA Accounting Configuration</a:t>
            </a:r>
          </a:p>
          <a:p>
            <a:r>
              <a:rPr lang="en-US" dirty="0"/>
              <a:t>7.5.5: Syntax Checker - Configure AAA Accounting
</a:t>
            </a:r>
          </a:p>
        </p:txBody>
      </p:sp>
      <p:sp>
        <p:nvSpPr>
          <p:cNvPr id="4" name="Slide Number Placeholder 3"/>
          <p:cNvSpPr>
            <a:spLocks noGrp="1"/>
          </p:cNvSpPr>
          <p:nvPr>
            <p:ph type="sldNum" sz="quarter" idx="10"/>
          </p:nvPr>
        </p:nvSpPr>
        <p:spPr/>
        <p:txBody>
          <a:bodyPr/>
          <a:lstStyle/>
          <a:p>
            <a:fld id="{F7021451-1387-4CA6-816F-3879F97B5CBC}" type="slidenum">
              <a:rPr lang="en-US"/>
              <a:t>48</a:t>
            </a:fld>
            <a:endParaRPr lang="en-US" dirty="0"/>
          </a:p>
        </p:txBody>
      </p:sp>
    </p:spTree>
    <p:extLst>
      <p:ext uri="{BB962C8B-B14F-4D97-AF65-F5344CB8AC3E}">
        <p14:creationId xmlns:p14="http://schemas.microsoft.com/office/powerpoint/2010/main" val="885871888"/>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7: Authentication, Authorization, and Accounting (AAA)
7.6: Authentication, Authorization, and Accounting (AAA) Summary
</a:t>
            </a:r>
          </a:p>
        </p:txBody>
      </p:sp>
      <p:sp>
        <p:nvSpPr>
          <p:cNvPr id="4" name="Slide Number Placeholder 3"/>
          <p:cNvSpPr>
            <a:spLocks noGrp="1"/>
          </p:cNvSpPr>
          <p:nvPr>
            <p:ph type="sldNum" sz="quarter" idx="10"/>
          </p:nvPr>
        </p:nvSpPr>
        <p:spPr/>
        <p:txBody>
          <a:bodyPr/>
          <a:lstStyle/>
          <a:p>
            <a:fld id="{F7021451-1387-4CA6-816F-3879F97B5CBC}" type="slidenum">
              <a:rPr lang="en-US"/>
              <a:t>49</a:t>
            </a:fld>
            <a:endParaRPr lang="en-US" dirty="0"/>
          </a:p>
        </p:txBody>
      </p:sp>
    </p:spTree>
    <p:extLst>
      <p:ext uri="{BB962C8B-B14F-4D97-AF65-F5344CB8AC3E}">
        <p14:creationId xmlns:p14="http://schemas.microsoft.com/office/powerpoint/2010/main" val="1024086991"/>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7: Authentication, Authorization, and Accounting (AAA)
7.6: Authentication, Authorization, and Accounting (AAA) Summary
7.6.1: What Did I Learn in this Module?
</a:t>
            </a:r>
          </a:p>
        </p:txBody>
      </p:sp>
      <p:sp>
        <p:nvSpPr>
          <p:cNvPr id="4" name="Slide Number Placeholder 3"/>
          <p:cNvSpPr>
            <a:spLocks noGrp="1"/>
          </p:cNvSpPr>
          <p:nvPr>
            <p:ph type="sldNum" sz="quarter" idx="10"/>
          </p:nvPr>
        </p:nvSpPr>
        <p:spPr/>
        <p:txBody>
          <a:bodyPr/>
          <a:lstStyle/>
          <a:p>
            <a:fld id="{F7021451-1387-4CA6-816F-3879F97B5CBC}" type="slidenum">
              <a:rPr lang="en-US"/>
              <a:t>50</a:t>
            </a:fld>
            <a:endParaRPr lang="en-US" dirty="0"/>
          </a:p>
        </p:txBody>
      </p:sp>
    </p:spTree>
    <p:extLst>
      <p:ext uri="{BB962C8B-B14F-4D97-AF65-F5344CB8AC3E}">
        <p14:creationId xmlns:p14="http://schemas.microsoft.com/office/powerpoint/2010/main" val="1024086991"/>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7: Authentication, Authorization, and Accounting (AAA)
7.6: Authentication, Authorization, and Accounting (AAA) Summary
7.6.1: What Did I Learn in this Module?</a:t>
            </a:r>
          </a:p>
          <a:p>
            <a:r>
              <a:rPr lang="en-US" dirty="0"/>
              <a:t>7.6.2: Module Quiz
</a:t>
            </a:r>
          </a:p>
        </p:txBody>
      </p:sp>
      <p:sp>
        <p:nvSpPr>
          <p:cNvPr id="4" name="Slide Number Placeholder 3"/>
          <p:cNvSpPr>
            <a:spLocks noGrp="1"/>
          </p:cNvSpPr>
          <p:nvPr>
            <p:ph type="sldNum" sz="quarter" idx="10"/>
          </p:nvPr>
        </p:nvSpPr>
        <p:spPr/>
        <p:txBody>
          <a:bodyPr/>
          <a:lstStyle/>
          <a:p>
            <a:fld id="{F7021451-1387-4CA6-816F-3879F97B5CBC}" type="slidenum">
              <a:rPr lang="en-US"/>
              <a:t>51</a:t>
            </a:fld>
            <a:endParaRPr lang="en-US" dirty="0"/>
          </a:p>
        </p:txBody>
      </p:sp>
    </p:spTree>
    <p:extLst>
      <p:ext uri="{BB962C8B-B14F-4D97-AF65-F5344CB8AC3E}">
        <p14:creationId xmlns:p14="http://schemas.microsoft.com/office/powerpoint/2010/main" val="1017358317"/>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457200" rtl="0" eaLnBrk="1" fontAlgn="auto" latinLnBrk="0" hangingPunct="1">
              <a:lnSpc>
                <a:spcPct val="80000"/>
              </a:lnSpc>
              <a:spcBef>
                <a:spcPts val="0"/>
              </a:spcBef>
              <a:spcAft>
                <a:spcPts val="0"/>
              </a:spcAft>
              <a:buClrTx/>
              <a:buSzTx/>
              <a:buFontTx/>
              <a:buNone/>
              <a:tabLst/>
              <a:defRPr/>
            </a:pPr>
            <a:r>
              <a:rPr lang="en-US" sz="1200" kern="1200" dirty="0">
                <a:solidFill>
                  <a:schemeClr val="tx1"/>
                </a:solidFill>
                <a:latin typeface="Arial" charset="0"/>
                <a:ea typeface="ＭＳ Ｐゴシック" charset="0"/>
                <a:cs typeface="ＭＳ Ｐゴシック" charset="0"/>
              </a:rPr>
              <a:t>7 – </a:t>
            </a:r>
            <a:r>
              <a:rPr lang="en-US" dirty="0"/>
              <a:t>Authentication, Authorization, and Accounting (AAA)New Terms and Commands</a:t>
            </a:r>
          </a:p>
          <a:p>
            <a:r>
              <a:rPr lang="en-US" dirty="0"/>
              <a:t>
</a:t>
            </a:r>
          </a:p>
        </p:txBody>
      </p:sp>
      <p:sp>
        <p:nvSpPr>
          <p:cNvPr id="4" name="Slide Number Placeholder 3"/>
          <p:cNvSpPr>
            <a:spLocks noGrp="1"/>
          </p:cNvSpPr>
          <p:nvPr>
            <p:ph type="sldNum" sz="quarter" idx="10"/>
          </p:nvPr>
        </p:nvSpPr>
        <p:spPr/>
        <p:txBody>
          <a:bodyPr/>
          <a:lstStyle/>
          <a:p>
            <a:fld id="{F7021451-1387-4CA6-816F-3879F97B5CBC}" type="slidenum">
              <a:rPr lang="en-US"/>
              <a:t>52</a:t>
            </a:fld>
            <a:endParaRPr lang="en-US" dirty="0"/>
          </a:p>
        </p:txBody>
      </p:sp>
    </p:spTree>
    <p:extLst>
      <p:ext uri="{BB962C8B-B14F-4D97-AF65-F5344CB8AC3E}">
        <p14:creationId xmlns:p14="http://schemas.microsoft.com/office/powerpoint/2010/main" val="3989496079"/>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5641018C-6CAF-B84E-B92C-ECB119457FBA}" type="slidenum">
              <a:rPr lang="en-US" smtClean="0"/>
              <a:t>53</a:t>
            </a:fld>
            <a:endParaRPr lang="en-US" dirty="0"/>
          </a:p>
        </p:txBody>
      </p:sp>
    </p:spTree>
    <p:extLst>
      <p:ext uri="{BB962C8B-B14F-4D97-AF65-F5344CB8AC3E}">
        <p14:creationId xmlns:p14="http://schemas.microsoft.com/office/powerpoint/2010/main" val="1591394284"/>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Master" Target="../slideMasters/slideMaster2.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INTRO">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Object1"/>
          <p:cNvSpPr>
            <a:spLocks noGrp="1"/>
          </p:cNvSpPr>
          <p:nvPr>
            <p:ph type="body" idx="100" hasCustomPrompt="1"/>
          </p:nvPr>
        </p:nvSpPr>
        <p:spPr>
          <a:xfrm>
            <a:off x="457200" y="1543050"/>
            <a:ext cx="6400800" cy="1828800"/>
          </a:xfrm>
          <a:prstGeom prst="rect">
            <a:avLst/>
          </a:prstGeom>
          <a:noFill/>
          <a:ln/>
        </p:spPr>
        <p:txBody>
          <a:bodyPr wrap="square" rtlCol="0"/>
          <a:lstStyle>
            <a:lvl1pPr marL="0" indent="0">
              <a:buNone/>
              <a:defRPr lang="en-US" sz="3600" dirty="0">
                <a:solidFill>
                  <a:srgbClr val="AFE8FB"/>
                </a:solidFill>
                <a:latin typeface="Arial" pitchFamily="34" charset="0"/>
                <a:ea typeface="Arial" pitchFamily="34" charset="-122"/>
                <a:cs typeface="Arial" pitchFamily="34" charset="-120"/>
              </a:defRPr>
            </a:lvl1pPr>
          </a:lstStyle>
          <a:p>
            <a:pPr marL="0" indent="0">
              <a:buNone/>
            </a:pPr>
            <a:r>
              <a:rPr lang="en-US" sz="3600" dirty="0">
                <a:solidFill>
                  <a:srgbClr val="AFE8FB"/>
                </a:solidFill>
                <a:latin typeface="Arial" pitchFamily="34" charset="0"/>
                <a:ea typeface="Arial" pitchFamily="34" charset="-122"/>
                <a:cs typeface="Arial" pitchFamily="34" charset="-120"/>
              </a:rPr>
              <a:t>(custom placeholder text!)</a:t>
            </a:r>
            <a:endParaRPr lang="en-US" sz="3600" dirty="0"/>
          </a:p>
        </p:txBody>
      </p:sp>
      <p:sp>
        <p:nvSpPr>
          <p:cNvPr id="3" name="Object2"/>
          <p:cNvSpPr>
            <a:spLocks noGrp="1"/>
          </p:cNvSpPr>
          <p:nvPr>
            <p:ph type="body" idx="101" hasCustomPrompt="1"/>
          </p:nvPr>
        </p:nvSpPr>
        <p:spPr>
          <a:xfrm>
            <a:off x="457200" y="4114800"/>
            <a:ext cx="3657600" cy="914400"/>
          </a:xfrm>
          <a:prstGeom prst="rect">
            <a:avLst/>
          </a:prstGeom>
          <a:noFill/>
          <a:ln/>
        </p:spPr>
        <p:txBody>
          <a:bodyPr wrap="square" rtlCol="0"/>
          <a:lstStyle>
            <a:lvl1pPr marL="0" indent="0">
              <a:buNone/>
              <a:defRPr lang="en-US" sz="1200" dirty="0">
                <a:solidFill>
                  <a:srgbClr val="AFE8FB"/>
                </a:solidFill>
                <a:latin typeface="Arial" pitchFamily="34" charset="0"/>
                <a:ea typeface="Arial" pitchFamily="34" charset="-122"/>
                <a:cs typeface="Arial" pitchFamily="34" charset="-120"/>
              </a:defRPr>
            </a:lvl1pPr>
          </a:lstStyle>
          <a:p>
            <a:pPr marL="0" indent="0">
              <a:buNone/>
            </a:pPr>
            <a:r>
              <a:rPr lang="en-US" sz="1200" dirty="0">
                <a:solidFill>
                  <a:srgbClr val="AFE8FB"/>
                </a:solidFill>
                <a:latin typeface="Arial" pitchFamily="34" charset="0"/>
                <a:ea typeface="Arial" pitchFamily="34" charset="-122"/>
                <a:cs typeface="Arial" pitchFamily="34" charset="-120"/>
              </a:rPr>
              <a:t>(custom placeholder text!)</a:t>
            </a:r>
            <a:endParaRPr lang="en-US" sz="1200" dirty="0"/>
          </a:p>
        </p:txBody>
      </p:sp>
      <p:pic>
        <p:nvPicPr>
          <p:cNvPr id="4" name="Object 3" descr="/Users/phillipball/Projects/Cisco/Netacad 3/netacad-vudu/src/pptx/assets/Cisco_logo.png"/>
          <p:cNvPicPr>
            <a:picLocks noChangeAspect="1"/>
          </p:cNvPicPr>
          <p:nvPr/>
        </p:nvPicPr>
        <p:blipFill>
          <a:blip r:embed="rId3"/>
          <a:srcRect t="-33333" b="-33333"/>
          <a:stretch/>
        </p:blipFill>
        <p:spPr>
          <a:xfrm>
            <a:off x="457200" y="257175"/>
            <a:ext cx="914400" cy="914400"/>
          </a:xfrm>
          <a:prstGeom prst="rect">
            <a:avLst/>
          </a:prstGeom>
        </p:spPr>
      </p:pic>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INTRO_ALT">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Object1"/>
          <p:cNvSpPr>
            <a:spLocks noGrp="1"/>
          </p:cNvSpPr>
          <p:nvPr>
            <p:ph type="body" idx="100" hasCustomPrompt="1"/>
          </p:nvPr>
        </p:nvSpPr>
        <p:spPr>
          <a:xfrm>
            <a:off x="457200" y="1543050"/>
            <a:ext cx="6400800" cy="2571750"/>
          </a:xfrm>
          <a:prstGeom prst="rect">
            <a:avLst/>
          </a:prstGeom>
          <a:noFill/>
          <a:ln/>
        </p:spPr>
        <p:txBody>
          <a:bodyPr wrap="square" rtlCol="0"/>
          <a:lstStyle>
            <a:lvl1pPr marL="0" indent="0">
              <a:buNone/>
              <a:defRPr lang="en-US" sz="4200" dirty="0">
                <a:solidFill>
                  <a:srgbClr val="AFE8FB"/>
                </a:solidFill>
                <a:latin typeface="Arial" pitchFamily="34" charset="0"/>
                <a:ea typeface="Arial" pitchFamily="34" charset="-122"/>
                <a:cs typeface="Arial" pitchFamily="34" charset="-120"/>
              </a:defRPr>
            </a:lvl1pPr>
          </a:lstStyle>
          <a:p>
            <a:pPr marL="0" indent="0">
              <a:buNone/>
            </a:pPr>
            <a:r>
              <a:rPr lang="en-US" sz="4200" dirty="0">
                <a:solidFill>
                  <a:srgbClr val="AFE8FB"/>
                </a:solidFill>
                <a:latin typeface="Arial" pitchFamily="34" charset="0"/>
                <a:ea typeface="Arial" pitchFamily="34" charset="-122"/>
                <a:cs typeface="Arial" pitchFamily="34" charset="-120"/>
              </a:rPr>
              <a:t>(custom placeholder text!)</a:t>
            </a:r>
            <a:endParaRPr lang="en-US" sz="4200" dirty="0"/>
          </a:p>
        </p:txBody>
      </p:sp>
      <p:sp>
        <p:nvSpPr>
          <p:cNvPr id="3" name="Object2"/>
          <p:cNvSpPr>
            <a:spLocks noGrp="1"/>
          </p:cNvSpPr>
          <p:nvPr>
            <p:ph type="body" idx="101" hasCustomPrompt="1"/>
          </p:nvPr>
        </p:nvSpPr>
        <p:spPr>
          <a:xfrm>
            <a:off x="457200" y="4114800"/>
            <a:ext cx="3657600" cy="914400"/>
          </a:xfrm>
          <a:prstGeom prst="rect">
            <a:avLst/>
          </a:prstGeom>
          <a:noFill/>
          <a:ln/>
        </p:spPr>
        <p:txBody>
          <a:bodyPr wrap="square" rtlCol="0"/>
          <a:lstStyle>
            <a:lvl1pPr marL="0" indent="0">
              <a:buNone/>
              <a:defRPr lang="en-US" sz="1200" dirty="0">
                <a:solidFill>
                  <a:srgbClr val="AFE8FB"/>
                </a:solidFill>
                <a:latin typeface="Arial" pitchFamily="34" charset="0"/>
                <a:ea typeface="Arial" pitchFamily="34" charset="-122"/>
                <a:cs typeface="Arial" pitchFamily="34" charset="-120"/>
              </a:defRPr>
            </a:lvl1pPr>
          </a:lstStyle>
          <a:p>
            <a:pPr marL="0" indent="0">
              <a:buNone/>
            </a:pPr>
            <a:r>
              <a:rPr lang="en-US" sz="1200" dirty="0">
                <a:solidFill>
                  <a:srgbClr val="AFE8FB"/>
                </a:solidFill>
                <a:latin typeface="Arial" pitchFamily="34" charset="0"/>
                <a:ea typeface="Arial" pitchFamily="34" charset="-122"/>
                <a:cs typeface="Arial" pitchFamily="34" charset="-120"/>
              </a:rPr>
              <a:t>(custom placeholder text!)</a:t>
            </a:r>
            <a:endParaRPr lang="en-US" sz="1200" dirty="0"/>
          </a:p>
        </p:txBody>
      </p:sp>
      <p:pic>
        <p:nvPicPr>
          <p:cNvPr id="4" name="Object 3" descr="/Users/phillipball/Projects/Cisco/Netacad 3/netacad-vudu/src/pptx/assets/Cisco_logo.png"/>
          <p:cNvPicPr>
            <a:picLocks noChangeAspect="1"/>
          </p:cNvPicPr>
          <p:nvPr/>
        </p:nvPicPr>
        <p:blipFill>
          <a:blip r:embed="rId3"/>
          <a:srcRect t="-33333" b="-33333"/>
          <a:stretch/>
        </p:blipFill>
        <p:spPr>
          <a:xfrm>
            <a:off x="457200" y="257175"/>
            <a:ext cx="914400" cy="914400"/>
          </a:xfrm>
          <a:prstGeom prst="rect">
            <a:avLst/>
          </a:prstGeom>
        </p:spPr>
      </p:pic>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INST_INTRO">
    <p:bg>
      <p:bgPr>
        <a:solidFill>
          <a:srgbClr val="FFFFFF"/>
        </a:solidFill>
        <a:effectLst/>
      </p:bgPr>
    </p:bg>
    <p:spTree>
      <p:nvGrpSpPr>
        <p:cNvPr id="1" name=""/>
        <p:cNvGrpSpPr/>
        <p:nvPr/>
      </p:nvGrpSpPr>
      <p:grpSpPr>
        <a:xfrm>
          <a:off x="0" y="0"/>
          <a:ext cx="0" cy="0"/>
          <a:chOff x="0" y="0"/>
          <a:chExt cx="0" cy="0"/>
        </a:xfrm>
      </p:grpSpPr>
      <p:sp>
        <p:nvSpPr>
          <p:cNvPr id="2" name="Object1"/>
          <p:cNvSpPr>
            <a:spLocks noGrp="1"/>
          </p:cNvSpPr>
          <p:nvPr>
            <p:ph type="body" idx="100" hasCustomPrompt="1"/>
          </p:nvPr>
        </p:nvSpPr>
        <p:spPr>
          <a:xfrm>
            <a:off x="0" y="0"/>
            <a:ext cx="9144000" cy="274320"/>
          </a:xfrm>
          <a:prstGeom prst="rect">
            <a:avLst/>
          </a:prstGeom>
          <a:noFill/>
          <a:ln/>
        </p:spPr>
        <p:txBody>
          <a:bodyPr wrap="square" rtlCol="0"/>
          <a:lstStyle>
            <a:lvl1pPr marL="0" indent="0">
              <a:buNone/>
              <a:defRPr lang="en-US" sz="1600" dirty="0">
                <a:solidFill>
                  <a:srgbClr val="024C69"/>
                </a:solidFill>
                <a:latin typeface="Arial" pitchFamily="34" charset="0"/>
                <a:ea typeface="Arial" pitchFamily="34" charset="-122"/>
                <a:cs typeface="Arial" pitchFamily="34" charset="-120"/>
              </a:defRPr>
            </a:lvl1pPr>
          </a:lstStyle>
          <a:p>
            <a:pPr marL="0" indent="0">
              <a:buNone/>
            </a:pPr>
            <a:r>
              <a:rPr lang="en-US" sz="1600" dirty="0">
                <a:solidFill>
                  <a:srgbClr val="024C69"/>
                </a:solidFill>
                <a:latin typeface="Arial" pitchFamily="34" charset="0"/>
                <a:ea typeface="Arial" pitchFamily="34" charset="-122"/>
                <a:cs typeface="Arial" pitchFamily="34" charset="-120"/>
              </a:rPr>
              <a:t>(custom placeholder text!)</a:t>
            </a:r>
            <a:endParaRPr lang="en-US" sz="1600" dirty="0"/>
          </a:p>
        </p:txBody>
      </p:sp>
      <p:sp>
        <p:nvSpPr>
          <p:cNvPr id="3" name="Object2"/>
          <p:cNvSpPr/>
          <p:nvPr/>
        </p:nvSpPr>
        <p:spPr>
          <a:xfrm>
            <a:off x="914400" y="4629150"/>
            <a:ext cx="7772400" cy="228600"/>
          </a:xfrm>
          <a:prstGeom prst="rect">
            <a:avLst/>
          </a:prstGeom>
          <a:noFill/>
          <a:ln/>
        </p:spPr>
        <p:txBody>
          <a:bodyPr wrap="square" rtlCol="0" anchor="t">
            <a:normAutofit/>
          </a:bodyPr>
          <a:lstStyle/>
          <a:p>
            <a:pPr algn="r"/>
            <a:r>
              <a:rPr lang="en-US" sz="600" dirty="0">
                <a:solidFill>
                  <a:srgbClr val="D9D9D9"/>
                </a:solidFill>
              </a:rPr>
              <a:t>© 2021 Cisco and/or its affiliates. All rights reserved.   Cisco Confidential</a:t>
            </a:r>
            <a:endParaRPr lang="en-US" sz="600" dirty="0"/>
          </a:p>
        </p:txBody>
      </p:sp>
      <p:pic>
        <p:nvPicPr>
          <p:cNvPr id="4" name="Object 3" descr="/Users/phillipball/Projects/Cisco/Netacad 3/netacad-vudu/src/pptx/assets/Cisco_logo_sm.png"/>
          <p:cNvPicPr>
            <a:picLocks noChangeAspect="1"/>
          </p:cNvPicPr>
          <p:nvPr/>
        </p:nvPicPr>
        <p:blipFill>
          <a:blip r:embed="rId2"/>
          <a:stretch>
            <a:fillRect/>
          </a:stretch>
        </p:blipFill>
        <p:spPr>
          <a:xfrm>
            <a:off x="457200" y="4629150"/>
            <a:ext cx="365760" cy="182880"/>
          </a:xfrm>
          <a:prstGeom prst="rect">
            <a:avLst/>
          </a:prstGeom>
        </p:spPr>
      </p:pic>
      <p:sp>
        <p:nvSpPr>
          <p:cNvPr id="25" name="Slide Number Placeholder 24"/>
          <p:cNvSpPr>
            <a:spLocks noGrp="1"/>
          </p:cNvSpPr>
          <p:nvPr>
            <p:ph type="sldNum" sz="quarter" idx="4294967295"/>
          </p:nvPr>
        </p:nvSpPr>
        <p:spPr>
          <a:xfrm>
            <a:off x="8686800" y="4629150"/>
            <a:ext cx="457200" cy="228600"/>
          </a:xfrm>
          <a:prstGeom prst="rect">
            <a:avLst/>
          </a:prstGeom>
          <a:extLst>
            <a:ext uri="{C572A759-6A51-4108-AA02-DFA0A04FC94B}">
              <ma14:wrappingTextBoxFlag xmlns="" xmlns:ma14="http://schemas.microsoft.com/office/mac/drawingml/2011/main" val="0"/>
            </a:ext>
          </a:extLst>
        </p:spPr>
        <p:txBody>
          <a:bodyPr/>
          <a:lstStyle>
            <a:lvl1pPr>
              <a:defRPr sz="600">
                <a:solidFill>
                  <a:srgbClr val="D9D9D9"/>
                </a:solidFill>
              </a:defRPr>
            </a:lvl1pPr>
          </a:lstStyle>
          <a:p>
            <a:fld id="{F7021451-1387-4CA6-816F-3879F97B5CBC}" type="slidenum">
              <a:rPr lang="en-US"/>
              <a:t>‹#›</a:t>
            </a:fld>
            <a:endParaRPr lang="en-US"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BLOCK">
    <p:bg>
      <p:bgPr>
        <a:solidFill>
          <a:srgbClr val="00394F"/>
        </a:solidFill>
        <a:effectLst/>
      </p:bgPr>
    </p:bg>
    <p:spTree>
      <p:nvGrpSpPr>
        <p:cNvPr id="1" name=""/>
        <p:cNvGrpSpPr/>
        <p:nvPr/>
      </p:nvGrpSpPr>
      <p:grpSpPr>
        <a:xfrm>
          <a:off x="0" y="0"/>
          <a:ext cx="0" cy="0"/>
          <a:chOff x="0" y="0"/>
          <a:chExt cx="0" cy="0"/>
        </a:xfrm>
      </p:grpSpPr>
      <p:sp>
        <p:nvSpPr>
          <p:cNvPr id="2" name="Object1"/>
          <p:cNvSpPr>
            <a:spLocks noGrp="1"/>
          </p:cNvSpPr>
          <p:nvPr>
            <p:ph type="body" idx="100" hasCustomPrompt="1"/>
          </p:nvPr>
        </p:nvSpPr>
        <p:spPr>
          <a:xfrm>
            <a:off x="457200" y="2057400"/>
            <a:ext cx="8229600" cy="914400"/>
          </a:xfrm>
          <a:prstGeom prst="rect">
            <a:avLst/>
          </a:prstGeom>
          <a:noFill/>
          <a:ln/>
        </p:spPr>
        <p:txBody>
          <a:bodyPr wrap="square" rtlCol="0"/>
          <a:lstStyle>
            <a:lvl1pPr marL="0" indent="0">
              <a:buNone/>
              <a:defRPr lang="en-US" sz="4600" dirty="0">
                <a:solidFill>
                  <a:srgbClr val="B1E8FA"/>
                </a:solidFill>
                <a:latin typeface="Arial" pitchFamily="34" charset="0"/>
                <a:ea typeface="Arial" pitchFamily="34" charset="-122"/>
                <a:cs typeface="Arial" pitchFamily="34" charset="-120"/>
              </a:defRPr>
            </a:lvl1pPr>
          </a:lstStyle>
          <a:p>
            <a:pPr marL="0" indent="0">
              <a:buNone/>
            </a:pPr>
            <a:r>
              <a:rPr lang="en-US" sz="4600" dirty="0">
                <a:solidFill>
                  <a:srgbClr val="B1E8FA"/>
                </a:solidFill>
                <a:latin typeface="Arial" pitchFamily="34" charset="0"/>
                <a:ea typeface="Arial" pitchFamily="34" charset="-122"/>
                <a:cs typeface="Arial" pitchFamily="34" charset="-120"/>
              </a:rPr>
              <a:t>(custom placeholder text!)</a:t>
            </a:r>
            <a:endParaRPr lang="en-US" sz="4600" dirty="0"/>
          </a:p>
        </p:txBody>
      </p:sp>
      <p:sp>
        <p:nvSpPr>
          <p:cNvPr id="3" name="Object2"/>
          <p:cNvSpPr/>
          <p:nvPr/>
        </p:nvSpPr>
        <p:spPr>
          <a:xfrm>
            <a:off x="914400" y="4629150"/>
            <a:ext cx="7772400" cy="228600"/>
          </a:xfrm>
          <a:prstGeom prst="rect">
            <a:avLst/>
          </a:prstGeom>
          <a:noFill/>
          <a:ln/>
        </p:spPr>
        <p:txBody>
          <a:bodyPr wrap="square" rtlCol="0" anchor="t">
            <a:normAutofit/>
          </a:bodyPr>
          <a:lstStyle/>
          <a:p>
            <a:pPr algn="r"/>
            <a:r>
              <a:rPr lang="en-US" sz="600" dirty="0">
                <a:solidFill>
                  <a:srgbClr val="D9D9D9"/>
                </a:solidFill>
              </a:rPr>
              <a:t>© 2021  Cisco and/or its affiliates. All rights reserved.   Cisco Confidential</a:t>
            </a:r>
            <a:endParaRPr lang="en-US" sz="600" dirty="0"/>
          </a:p>
        </p:txBody>
      </p:sp>
      <p:pic>
        <p:nvPicPr>
          <p:cNvPr id="4" name="Object 3" descr="/Users/phillipball/Projects/Cisco/Netacad 3/netacad-vudu/src/pptx/assets/Cisco_logo_sm.png"/>
          <p:cNvPicPr>
            <a:picLocks noChangeAspect="1"/>
          </p:cNvPicPr>
          <p:nvPr/>
        </p:nvPicPr>
        <p:blipFill>
          <a:blip r:embed="rId2"/>
          <a:srcRect t="-16667" b="-16667"/>
          <a:stretch/>
        </p:blipFill>
        <p:spPr>
          <a:xfrm>
            <a:off x="457200" y="4629150"/>
            <a:ext cx="365760" cy="365760"/>
          </a:xfrm>
          <a:prstGeom prst="rect">
            <a:avLst/>
          </a:prstGeom>
        </p:spPr>
      </p:pic>
      <p:sp>
        <p:nvSpPr>
          <p:cNvPr id="25" name="Slide Number Placeholder 24"/>
          <p:cNvSpPr>
            <a:spLocks noGrp="1"/>
          </p:cNvSpPr>
          <p:nvPr>
            <p:ph type="sldNum" sz="quarter" idx="4294967295"/>
          </p:nvPr>
        </p:nvSpPr>
        <p:spPr>
          <a:xfrm>
            <a:off x="8686800" y="4629150"/>
            <a:ext cx="457200" cy="228600"/>
          </a:xfrm>
          <a:prstGeom prst="rect">
            <a:avLst/>
          </a:prstGeom>
          <a:extLst>
            <a:ext uri="{C572A759-6A51-4108-AA02-DFA0A04FC94B}">
              <ma14:wrappingTextBoxFlag xmlns="" xmlns:ma14="http://schemas.microsoft.com/office/mac/drawingml/2011/main" val="0"/>
            </a:ext>
          </a:extLst>
        </p:spPr>
        <p:txBody>
          <a:bodyPr/>
          <a:lstStyle>
            <a:lvl1pPr>
              <a:defRPr sz="600">
                <a:solidFill>
                  <a:srgbClr val="D9D9D9"/>
                </a:solidFill>
              </a:defRPr>
            </a:lvl1pPr>
          </a:lstStyle>
          <a:p>
            <a:fld id="{F7021451-1387-4CA6-816F-3879F97B5CBC}" type="slidenum">
              <a:rPr lang="en-US"/>
              <a:t>‹#›</a:t>
            </a:fld>
            <a:endParaRPr lang="en-US" dirty="0"/>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CHUNK">
    <p:bg>
      <p:bgPr>
        <a:solidFill>
          <a:srgbClr val="FFFFFF"/>
        </a:solidFill>
        <a:effectLst/>
      </p:bgPr>
    </p:bg>
    <p:spTree>
      <p:nvGrpSpPr>
        <p:cNvPr id="1" name=""/>
        <p:cNvGrpSpPr/>
        <p:nvPr/>
      </p:nvGrpSpPr>
      <p:grpSpPr>
        <a:xfrm>
          <a:off x="0" y="0"/>
          <a:ext cx="0" cy="0"/>
          <a:chOff x="0" y="0"/>
          <a:chExt cx="0" cy="0"/>
        </a:xfrm>
      </p:grpSpPr>
      <p:sp>
        <p:nvSpPr>
          <p:cNvPr id="2" name="Object1"/>
          <p:cNvSpPr>
            <a:spLocks noGrp="1"/>
          </p:cNvSpPr>
          <p:nvPr>
            <p:ph type="body" idx="100" hasCustomPrompt="1"/>
          </p:nvPr>
        </p:nvSpPr>
        <p:spPr>
          <a:xfrm>
            <a:off x="0" y="274320"/>
            <a:ext cx="9144000" cy="914400"/>
          </a:xfrm>
          <a:prstGeom prst="rect">
            <a:avLst/>
          </a:prstGeom>
          <a:noFill/>
          <a:ln/>
        </p:spPr>
        <p:txBody>
          <a:bodyPr wrap="square" rtlCol="0"/>
          <a:lstStyle>
            <a:lvl1pPr marL="0" indent="0">
              <a:buNone/>
              <a:defRPr lang="en-US" sz="2200" dirty="0">
                <a:solidFill>
                  <a:srgbClr val="024C69"/>
                </a:solidFill>
                <a:latin typeface="Arial" pitchFamily="34" charset="0"/>
                <a:ea typeface="Arial" pitchFamily="34" charset="-122"/>
                <a:cs typeface="Arial" pitchFamily="34" charset="-120"/>
              </a:defRPr>
            </a:lvl1pPr>
          </a:lstStyle>
          <a:p>
            <a:pPr marL="0" indent="0">
              <a:buNone/>
            </a:pPr>
            <a:r>
              <a:rPr lang="en-US" sz="2200" dirty="0">
                <a:solidFill>
                  <a:srgbClr val="024C69"/>
                </a:solidFill>
                <a:latin typeface="Arial" pitchFamily="34" charset="0"/>
                <a:ea typeface="Arial" pitchFamily="34" charset="-122"/>
                <a:cs typeface="Arial" pitchFamily="34" charset="-120"/>
              </a:rPr>
              <a:t>(custom placeholder text!)</a:t>
            </a:r>
            <a:endParaRPr lang="en-US" sz="2200" dirty="0"/>
          </a:p>
        </p:txBody>
      </p:sp>
      <p:sp>
        <p:nvSpPr>
          <p:cNvPr id="3" name="Object2"/>
          <p:cNvSpPr>
            <a:spLocks noGrp="1"/>
          </p:cNvSpPr>
          <p:nvPr>
            <p:ph type="body" idx="101" hasCustomPrompt="1"/>
          </p:nvPr>
        </p:nvSpPr>
        <p:spPr>
          <a:xfrm>
            <a:off x="0" y="0"/>
            <a:ext cx="9144000" cy="274320"/>
          </a:xfrm>
          <a:prstGeom prst="rect">
            <a:avLst/>
          </a:prstGeom>
          <a:noFill/>
          <a:ln/>
        </p:spPr>
        <p:txBody>
          <a:bodyPr wrap="square" rtlCol="0"/>
          <a:lstStyle>
            <a:lvl1pPr marL="0" indent="0">
              <a:buNone/>
              <a:defRPr lang="en-US" sz="1600" dirty="0">
                <a:solidFill>
                  <a:srgbClr val="024C69"/>
                </a:solidFill>
                <a:latin typeface="Arial" pitchFamily="34" charset="0"/>
                <a:ea typeface="Arial" pitchFamily="34" charset="-122"/>
                <a:cs typeface="Arial" pitchFamily="34" charset="-120"/>
              </a:defRPr>
            </a:lvl1pPr>
          </a:lstStyle>
          <a:p>
            <a:pPr marL="0" indent="0">
              <a:buNone/>
            </a:pPr>
            <a:r>
              <a:rPr lang="en-US" sz="1600" dirty="0">
                <a:solidFill>
                  <a:srgbClr val="024C69"/>
                </a:solidFill>
                <a:latin typeface="Arial" pitchFamily="34" charset="0"/>
                <a:ea typeface="Arial" pitchFamily="34" charset="-122"/>
                <a:cs typeface="Arial" pitchFamily="34" charset="-120"/>
              </a:rPr>
              <a:t>(custom placeholder text!)</a:t>
            </a:r>
            <a:endParaRPr lang="en-US" sz="1600" dirty="0"/>
          </a:p>
        </p:txBody>
      </p:sp>
      <p:sp>
        <p:nvSpPr>
          <p:cNvPr id="4" name="Object3"/>
          <p:cNvSpPr/>
          <p:nvPr/>
        </p:nvSpPr>
        <p:spPr>
          <a:xfrm>
            <a:off x="914400" y="4629150"/>
            <a:ext cx="7772400" cy="228600"/>
          </a:xfrm>
          <a:prstGeom prst="rect">
            <a:avLst/>
          </a:prstGeom>
          <a:noFill/>
          <a:ln/>
        </p:spPr>
        <p:txBody>
          <a:bodyPr wrap="square" rtlCol="0" anchor="t">
            <a:normAutofit/>
          </a:bodyPr>
          <a:lstStyle/>
          <a:p>
            <a:pPr algn="r"/>
            <a:r>
              <a:rPr lang="en-US" sz="600" dirty="0">
                <a:solidFill>
                  <a:srgbClr val="D9D9D9"/>
                </a:solidFill>
              </a:rPr>
              <a:t>© 2021  Cisco and/or its affiliates. All rights reserved.   Cisco Confidential</a:t>
            </a:r>
            <a:endParaRPr lang="en-US" sz="600" dirty="0"/>
          </a:p>
        </p:txBody>
      </p:sp>
      <p:pic>
        <p:nvPicPr>
          <p:cNvPr id="5" name="Object 4" descr="/Users/phillipball/Projects/Cisco/Netacad 3/netacad-vudu/src/pptx/assets/Cisco_logo_sm.png"/>
          <p:cNvPicPr>
            <a:picLocks noChangeAspect="1"/>
          </p:cNvPicPr>
          <p:nvPr/>
        </p:nvPicPr>
        <p:blipFill>
          <a:blip r:embed="rId2"/>
          <a:stretch>
            <a:fillRect/>
          </a:stretch>
        </p:blipFill>
        <p:spPr>
          <a:xfrm>
            <a:off x="457200" y="4629150"/>
            <a:ext cx="365760" cy="182880"/>
          </a:xfrm>
          <a:prstGeom prst="rect">
            <a:avLst/>
          </a:prstGeom>
        </p:spPr>
      </p:pic>
      <p:sp>
        <p:nvSpPr>
          <p:cNvPr id="25" name="Slide Number Placeholder 24"/>
          <p:cNvSpPr>
            <a:spLocks noGrp="1"/>
          </p:cNvSpPr>
          <p:nvPr>
            <p:ph type="sldNum" sz="quarter" idx="4294967295"/>
          </p:nvPr>
        </p:nvSpPr>
        <p:spPr>
          <a:xfrm>
            <a:off x="8686800" y="4629150"/>
            <a:ext cx="457200" cy="228600"/>
          </a:xfrm>
          <a:prstGeom prst="rect">
            <a:avLst/>
          </a:prstGeom>
          <a:extLst>
            <a:ext uri="{C572A759-6A51-4108-AA02-DFA0A04FC94B}">
              <ma14:wrappingTextBoxFlag xmlns="" xmlns:ma14="http://schemas.microsoft.com/office/mac/drawingml/2011/main" val="0"/>
            </a:ext>
          </a:extLst>
        </p:spPr>
        <p:txBody>
          <a:bodyPr/>
          <a:lstStyle>
            <a:lvl1pPr>
              <a:defRPr sz="600">
                <a:solidFill>
                  <a:srgbClr val="D9D9D9"/>
                </a:solidFill>
              </a:defRPr>
            </a:lvl1pPr>
          </a:lstStyle>
          <a:p>
            <a:fld id="{F7021451-1387-4CA6-816F-3879F97B5CBC}" type="slidenum">
              <a:rPr lang="en-US"/>
              <a:t>‹#›</a:t>
            </a:fld>
            <a:endParaRPr lang="en-US" dirty="0"/>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p:cSld name="1_Closing Slide">
    <p:bg>
      <p:bgPr>
        <a:solidFill>
          <a:schemeClr val="accent5"/>
        </a:solidFill>
        <a:effectLst/>
      </p:bgPr>
    </p:bg>
    <p:spTree>
      <p:nvGrpSpPr>
        <p:cNvPr id="1" name=""/>
        <p:cNvGrpSpPr/>
        <p:nvPr/>
      </p:nvGrpSpPr>
      <p:grpSpPr>
        <a:xfrm>
          <a:off x="0" y="0"/>
          <a:ext cx="0" cy="0"/>
          <a:chOff x="0" y="0"/>
          <a:chExt cx="0" cy="0"/>
        </a:xfrm>
      </p:grpSpPr>
      <p:pic>
        <p:nvPicPr>
          <p:cNvPr id="2" name="Picture 1"/>
          <p:cNvPicPr>
            <a:picLocks noChangeAspect="1"/>
          </p:cNvPicPr>
          <p:nvPr userDrawn="1"/>
        </p:nvPicPr>
        <p:blipFill>
          <a:blip r:embed="rId2" cstate="print">
            <a:extLst>
              <a:ext uri="{28A0092B-C50C-407E-A947-70E740481C1C}">
                <a14:useLocalDpi xmlns:a14="http://schemas.microsoft.com/office/drawing/2010/main"/>
              </a:ext>
            </a:extLst>
          </a:blip>
          <a:stretch>
            <a:fillRect/>
          </a:stretch>
        </p:blipFill>
        <p:spPr>
          <a:xfrm>
            <a:off x="0" y="1"/>
            <a:ext cx="9143999" cy="5165874"/>
          </a:xfrm>
          <a:prstGeom prst="rect">
            <a:avLst/>
          </a:prstGeom>
        </p:spPr>
      </p:pic>
      <p:grpSp>
        <p:nvGrpSpPr>
          <p:cNvPr id="4" name="Group 4"/>
          <p:cNvGrpSpPr>
            <a:grpSpLocks noChangeAspect="1"/>
          </p:cNvGrpSpPr>
          <p:nvPr userDrawn="1"/>
        </p:nvGrpSpPr>
        <p:grpSpPr bwMode="auto">
          <a:xfrm>
            <a:off x="3746294" y="2129856"/>
            <a:ext cx="1617944" cy="860542"/>
            <a:chOff x="310" y="249"/>
            <a:chExt cx="502" cy="267"/>
          </a:xfrm>
          <a:solidFill>
            <a:schemeClr val="accent5"/>
          </a:solidFill>
        </p:grpSpPr>
        <p:sp>
          <p:nvSpPr>
            <p:cNvPr id="5" name="Rectangle 5"/>
            <p:cNvSpPr>
              <a:spLocks noChangeArrowheads="1"/>
            </p:cNvSpPr>
            <p:nvPr userDrawn="1"/>
          </p:nvSpPr>
          <p:spPr bwMode="auto">
            <a:xfrm>
              <a:off x="452" y="426"/>
              <a:ext cx="22" cy="88"/>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6" name="Freeform 6"/>
            <p:cNvSpPr>
              <a:spLocks/>
            </p:cNvSpPr>
            <p:nvPr userDrawn="1"/>
          </p:nvSpPr>
          <p:spPr bwMode="auto">
            <a:xfrm>
              <a:off x="585" y="425"/>
              <a:ext cx="66" cy="91"/>
            </a:xfrm>
            <a:custGeom>
              <a:avLst/>
              <a:gdLst>
                <a:gd name="T0" fmla="*/ 51 w 51"/>
                <a:gd name="T1" fmla="*/ 20 h 69"/>
                <a:gd name="T2" fmla="*/ 37 w 51"/>
                <a:gd name="T3" fmla="*/ 16 h 69"/>
                <a:gd name="T4" fmla="*/ 18 w 51"/>
                <a:gd name="T5" fmla="*/ 34 h 69"/>
                <a:gd name="T6" fmla="*/ 37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7" y="16"/>
                  </a:cubicBezTo>
                  <a:cubicBezTo>
                    <a:pt x="26" y="16"/>
                    <a:pt x="18" y="24"/>
                    <a:pt x="18" y="34"/>
                  </a:cubicBezTo>
                  <a:cubicBezTo>
                    <a:pt x="18" y="44"/>
                    <a:pt x="25" y="52"/>
                    <a:pt x="37" y="52"/>
                  </a:cubicBezTo>
                  <a:cubicBezTo>
                    <a:pt x="45"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7" name="Freeform 7"/>
            <p:cNvSpPr>
              <a:spLocks/>
            </p:cNvSpPr>
            <p:nvPr userDrawn="1"/>
          </p:nvSpPr>
          <p:spPr bwMode="auto">
            <a:xfrm>
              <a:off x="355" y="425"/>
              <a:ext cx="67" cy="91"/>
            </a:xfrm>
            <a:custGeom>
              <a:avLst/>
              <a:gdLst>
                <a:gd name="T0" fmla="*/ 51 w 51"/>
                <a:gd name="T1" fmla="*/ 20 h 69"/>
                <a:gd name="T2" fmla="*/ 36 w 51"/>
                <a:gd name="T3" fmla="*/ 16 h 69"/>
                <a:gd name="T4" fmla="*/ 18 w 51"/>
                <a:gd name="T5" fmla="*/ 34 h 69"/>
                <a:gd name="T6" fmla="*/ 36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6" y="16"/>
                  </a:cubicBezTo>
                  <a:cubicBezTo>
                    <a:pt x="25" y="16"/>
                    <a:pt x="18" y="24"/>
                    <a:pt x="18" y="34"/>
                  </a:cubicBezTo>
                  <a:cubicBezTo>
                    <a:pt x="18" y="44"/>
                    <a:pt x="25" y="52"/>
                    <a:pt x="36" y="52"/>
                  </a:cubicBezTo>
                  <a:cubicBezTo>
                    <a:pt x="44"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8" name="Freeform 8"/>
            <p:cNvSpPr>
              <a:spLocks noEditPoints="1"/>
            </p:cNvSpPr>
            <p:nvPr userDrawn="1"/>
          </p:nvSpPr>
          <p:spPr bwMode="auto">
            <a:xfrm>
              <a:off x="675" y="425"/>
              <a:ext cx="91" cy="91"/>
            </a:xfrm>
            <a:custGeom>
              <a:avLst/>
              <a:gdLst>
                <a:gd name="T0" fmla="*/ 70 w 70"/>
                <a:gd name="T1" fmla="*/ 34 h 69"/>
                <a:gd name="T2" fmla="*/ 35 w 70"/>
                <a:gd name="T3" fmla="*/ 69 h 69"/>
                <a:gd name="T4" fmla="*/ 0 w 70"/>
                <a:gd name="T5" fmla="*/ 34 h 69"/>
                <a:gd name="T6" fmla="*/ 35 w 70"/>
                <a:gd name="T7" fmla="*/ 0 h 69"/>
                <a:gd name="T8" fmla="*/ 70 w 70"/>
                <a:gd name="T9" fmla="*/ 34 h 69"/>
                <a:gd name="T10" fmla="*/ 35 w 70"/>
                <a:gd name="T11" fmla="*/ 17 h 69"/>
                <a:gd name="T12" fmla="*/ 18 w 70"/>
                <a:gd name="T13" fmla="*/ 34 h 69"/>
                <a:gd name="T14" fmla="*/ 35 w 70"/>
                <a:gd name="T15" fmla="*/ 52 h 69"/>
                <a:gd name="T16" fmla="*/ 52 w 70"/>
                <a:gd name="T17" fmla="*/ 34 h 69"/>
                <a:gd name="T18" fmla="*/ 35 w 70"/>
                <a:gd name="T19" fmla="*/ 17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70" h="69">
                  <a:moveTo>
                    <a:pt x="70" y="34"/>
                  </a:moveTo>
                  <a:cubicBezTo>
                    <a:pt x="70" y="53"/>
                    <a:pt x="56" y="69"/>
                    <a:pt x="35" y="69"/>
                  </a:cubicBezTo>
                  <a:cubicBezTo>
                    <a:pt x="14" y="69"/>
                    <a:pt x="0" y="53"/>
                    <a:pt x="0" y="34"/>
                  </a:cubicBezTo>
                  <a:cubicBezTo>
                    <a:pt x="0" y="15"/>
                    <a:pt x="14" y="0"/>
                    <a:pt x="35" y="0"/>
                  </a:cubicBezTo>
                  <a:cubicBezTo>
                    <a:pt x="56" y="0"/>
                    <a:pt x="70" y="15"/>
                    <a:pt x="70" y="34"/>
                  </a:cubicBezTo>
                  <a:close/>
                  <a:moveTo>
                    <a:pt x="35" y="17"/>
                  </a:moveTo>
                  <a:cubicBezTo>
                    <a:pt x="25" y="17"/>
                    <a:pt x="18" y="25"/>
                    <a:pt x="18" y="34"/>
                  </a:cubicBezTo>
                  <a:cubicBezTo>
                    <a:pt x="18" y="44"/>
                    <a:pt x="25" y="52"/>
                    <a:pt x="35" y="52"/>
                  </a:cubicBezTo>
                  <a:cubicBezTo>
                    <a:pt x="45" y="52"/>
                    <a:pt x="52" y="44"/>
                    <a:pt x="52" y="34"/>
                  </a:cubicBezTo>
                  <a:cubicBezTo>
                    <a:pt x="52" y="25"/>
                    <a:pt x="45" y="17"/>
                    <a:pt x="35" y="1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9" name="Freeform 9"/>
            <p:cNvSpPr>
              <a:spLocks/>
            </p:cNvSpPr>
            <p:nvPr userDrawn="1"/>
          </p:nvSpPr>
          <p:spPr bwMode="auto">
            <a:xfrm>
              <a:off x="503" y="425"/>
              <a:ext cx="60" cy="91"/>
            </a:xfrm>
            <a:custGeom>
              <a:avLst/>
              <a:gdLst>
                <a:gd name="T0" fmla="*/ 42 w 46"/>
                <a:gd name="T1" fmla="*/ 16 h 69"/>
                <a:gd name="T2" fmla="*/ 29 w 46"/>
                <a:gd name="T3" fmla="*/ 14 h 69"/>
                <a:gd name="T4" fmla="*/ 18 w 46"/>
                <a:gd name="T5" fmla="*/ 20 h 69"/>
                <a:gd name="T6" fmla="*/ 26 w 46"/>
                <a:gd name="T7" fmla="*/ 26 h 69"/>
                <a:gd name="T8" fmla="*/ 30 w 46"/>
                <a:gd name="T9" fmla="*/ 27 h 69"/>
                <a:gd name="T10" fmla="*/ 46 w 46"/>
                <a:gd name="T11" fmla="*/ 47 h 69"/>
                <a:gd name="T12" fmla="*/ 19 w 46"/>
                <a:gd name="T13" fmla="*/ 69 h 69"/>
                <a:gd name="T14" fmla="*/ 1 w 46"/>
                <a:gd name="T15" fmla="*/ 67 h 69"/>
                <a:gd name="T16" fmla="*/ 1 w 46"/>
                <a:gd name="T17" fmla="*/ 52 h 69"/>
                <a:gd name="T18" fmla="*/ 16 w 46"/>
                <a:gd name="T19" fmla="*/ 54 h 69"/>
                <a:gd name="T20" fmla="*/ 29 w 46"/>
                <a:gd name="T21" fmla="*/ 48 h 69"/>
                <a:gd name="T22" fmla="*/ 21 w 46"/>
                <a:gd name="T23" fmla="*/ 41 h 69"/>
                <a:gd name="T24" fmla="*/ 18 w 46"/>
                <a:gd name="T25" fmla="*/ 40 h 69"/>
                <a:gd name="T26" fmla="*/ 0 w 46"/>
                <a:gd name="T27" fmla="*/ 21 h 69"/>
                <a:gd name="T28" fmla="*/ 25 w 46"/>
                <a:gd name="T29" fmla="*/ 0 h 69"/>
                <a:gd name="T30" fmla="*/ 42 w 46"/>
                <a:gd name="T31" fmla="*/ 2 h 69"/>
                <a:gd name="T32" fmla="*/ 42 w 46"/>
                <a:gd name="T33" fmla="*/ 16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46" h="69">
                  <a:moveTo>
                    <a:pt x="42" y="16"/>
                  </a:moveTo>
                  <a:cubicBezTo>
                    <a:pt x="41" y="16"/>
                    <a:pt x="34" y="14"/>
                    <a:pt x="29" y="14"/>
                  </a:cubicBezTo>
                  <a:cubicBezTo>
                    <a:pt x="22" y="14"/>
                    <a:pt x="18" y="16"/>
                    <a:pt x="18" y="20"/>
                  </a:cubicBezTo>
                  <a:cubicBezTo>
                    <a:pt x="18" y="24"/>
                    <a:pt x="23" y="25"/>
                    <a:pt x="26" y="26"/>
                  </a:cubicBezTo>
                  <a:cubicBezTo>
                    <a:pt x="30" y="27"/>
                    <a:pt x="30" y="27"/>
                    <a:pt x="30" y="27"/>
                  </a:cubicBezTo>
                  <a:cubicBezTo>
                    <a:pt x="41" y="31"/>
                    <a:pt x="46" y="38"/>
                    <a:pt x="46" y="47"/>
                  </a:cubicBezTo>
                  <a:cubicBezTo>
                    <a:pt x="46" y="63"/>
                    <a:pt x="32" y="69"/>
                    <a:pt x="19" y="69"/>
                  </a:cubicBezTo>
                  <a:cubicBezTo>
                    <a:pt x="10" y="69"/>
                    <a:pt x="1" y="67"/>
                    <a:pt x="1" y="67"/>
                  </a:cubicBezTo>
                  <a:cubicBezTo>
                    <a:pt x="1" y="52"/>
                    <a:pt x="1" y="52"/>
                    <a:pt x="1" y="52"/>
                  </a:cubicBezTo>
                  <a:cubicBezTo>
                    <a:pt x="2" y="52"/>
                    <a:pt x="9" y="54"/>
                    <a:pt x="16" y="54"/>
                  </a:cubicBezTo>
                  <a:cubicBezTo>
                    <a:pt x="25" y="54"/>
                    <a:pt x="29" y="52"/>
                    <a:pt x="29" y="48"/>
                  </a:cubicBezTo>
                  <a:cubicBezTo>
                    <a:pt x="29" y="45"/>
                    <a:pt x="25" y="43"/>
                    <a:pt x="21" y="41"/>
                  </a:cubicBezTo>
                  <a:cubicBezTo>
                    <a:pt x="20" y="41"/>
                    <a:pt x="19" y="41"/>
                    <a:pt x="18" y="40"/>
                  </a:cubicBezTo>
                  <a:cubicBezTo>
                    <a:pt x="8" y="37"/>
                    <a:pt x="0" y="32"/>
                    <a:pt x="0" y="21"/>
                  </a:cubicBezTo>
                  <a:cubicBezTo>
                    <a:pt x="0" y="8"/>
                    <a:pt x="10" y="0"/>
                    <a:pt x="25" y="0"/>
                  </a:cubicBezTo>
                  <a:cubicBezTo>
                    <a:pt x="34" y="0"/>
                    <a:pt x="41" y="2"/>
                    <a:pt x="42" y="2"/>
                  </a:cubicBezTo>
                  <a:lnTo>
                    <a:pt x="42" y="16"/>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0" name="Freeform 10"/>
            <p:cNvSpPr>
              <a:spLocks/>
            </p:cNvSpPr>
            <p:nvPr userDrawn="1"/>
          </p:nvSpPr>
          <p:spPr bwMode="auto">
            <a:xfrm>
              <a:off x="31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1" name="Freeform 11"/>
            <p:cNvSpPr>
              <a:spLocks/>
            </p:cNvSpPr>
            <p:nvPr userDrawn="1"/>
          </p:nvSpPr>
          <p:spPr bwMode="auto">
            <a:xfrm>
              <a:off x="37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2" name="Freeform 12"/>
            <p:cNvSpPr>
              <a:spLocks/>
            </p:cNvSpPr>
            <p:nvPr userDrawn="1"/>
          </p:nvSpPr>
          <p:spPr bwMode="auto">
            <a:xfrm>
              <a:off x="430" y="249"/>
              <a:ext cx="22" cy="139"/>
            </a:xfrm>
            <a:custGeom>
              <a:avLst/>
              <a:gdLst>
                <a:gd name="T0" fmla="*/ 17 w 17"/>
                <a:gd name="T1" fmla="*/ 8 h 106"/>
                <a:gd name="T2" fmla="*/ 8 w 17"/>
                <a:gd name="T3" fmla="*/ 0 h 106"/>
                <a:gd name="T4" fmla="*/ 0 w 17"/>
                <a:gd name="T5" fmla="*/ 8 h 106"/>
                <a:gd name="T6" fmla="*/ 0 w 17"/>
                <a:gd name="T7" fmla="*/ 97 h 106"/>
                <a:gd name="T8" fmla="*/ 8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8" y="0"/>
                  </a:cubicBezTo>
                  <a:cubicBezTo>
                    <a:pt x="4" y="0"/>
                    <a:pt x="0" y="4"/>
                    <a:pt x="0" y="8"/>
                  </a:cubicBezTo>
                  <a:cubicBezTo>
                    <a:pt x="0" y="97"/>
                    <a:pt x="0" y="97"/>
                    <a:pt x="0" y="97"/>
                  </a:cubicBezTo>
                  <a:cubicBezTo>
                    <a:pt x="0" y="102"/>
                    <a:pt x="4" y="106"/>
                    <a:pt x="8"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3" name="Freeform 13"/>
            <p:cNvSpPr>
              <a:spLocks/>
            </p:cNvSpPr>
            <p:nvPr userDrawn="1"/>
          </p:nvSpPr>
          <p:spPr bwMode="auto">
            <a:xfrm>
              <a:off x="49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4" name="Freeform 14"/>
            <p:cNvSpPr>
              <a:spLocks/>
            </p:cNvSpPr>
            <p:nvPr userDrawn="1"/>
          </p:nvSpPr>
          <p:spPr bwMode="auto">
            <a:xfrm>
              <a:off x="55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5" name="Freeform 15"/>
            <p:cNvSpPr>
              <a:spLocks/>
            </p:cNvSpPr>
            <p:nvPr userDrawn="1"/>
          </p:nvSpPr>
          <p:spPr bwMode="auto">
            <a:xfrm>
              <a:off x="61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6" name="Freeform 16"/>
            <p:cNvSpPr>
              <a:spLocks/>
            </p:cNvSpPr>
            <p:nvPr userDrawn="1"/>
          </p:nvSpPr>
          <p:spPr bwMode="auto">
            <a:xfrm>
              <a:off x="670" y="249"/>
              <a:ext cx="22" cy="139"/>
            </a:xfrm>
            <a:custGeom>
              <a:avLst/>
              <a:gdLst>
                <a:gd name="T0" fmla="*/ 17 w 17"/>
                <a:gd name="T1" fmla="*/ 8 h 106"/>
                <a:gd name="T2" fmla="*/ 9 w 17"/>
                <a:gd name="T3" fmla="*/ 0 h 106"/>
                <a:gd name="T4" fmla="*/ 0 w 17"/>
                <a:gd name="T5" fmla="*/ 8 h 106"/>
                <a:gd name="T6" fmla="*/ 0 w 17"/>
                <a:gd name="T7" fmla="*/ 97 h 106"/>
                <a:gd name="T8" fmla="*/ 9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9" y="0"/>
                  </a:cubicBezTo>
                  <a:cubicBezTo>
                    <a:pt x="4" y="0"/>
                    <a:pt x="0" y="4"/>
                    <a:pt x="0" y="8"/>
                  </a:cubicBezTo>
                  <a:cubicBezTo>
                    <a:pt x="0" y="97"/>
                    <a:pt x="0" y="97"/>
                    <a:pt x="0" y="97"/>
                  </a:cubicBezTo>
                  <a:cubicBezTo>
                    <a:pt x="0" y="102"/>
                    <a:pt x="4" y="106"/>
                    <a:pt x="9"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7" name="Freeform 17"/>
            <p:cNvSpPr>
              <a:spLocks/>
            </p:cNvSpPr>
            <p:nvPr userDrawn="1"/>
          </p:nvSpPr>
          <p:spPr bwMode="auto">
            <a:xfrm>
              <a:off x="73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8" name="Freeform 18"/>
            <p:cNvSpPr>
              <a:spLocks/>
            </p:cNvSpPr>
            <p:nvPr userDrawn="1"/>
          </p:nvSpPr>
          <p:spPr bwMode="auto">
            <a:xfrm>
              <a:off x="790" y="321"/>
              <a:ext cx="22" cy="45"/>
            </a:xfrm>
            <a:custGeom>
              <a:avLst/>
              <a:gdLst>
                <a:gd name="T0" fmla="*/ 17 w 17"/>
                <a:gd name="T1" fmla="*/ 8 h 34"/>
                <a:gd name="T2" fmla="*/ 9 w 17"/>
                <a:gd name="T3" fmla="*/ 0 h 34"/>
                <a:gd name="T4" fmla="*/ 0 w 17"/>
                <a:gd name="T5" fmla="*/ 8 h 34"/>
                <a:gd name="T6" fmla="*/ 0 w 17"/>
                <a:gd name="T7" fmla="*/ 26 h 34"/>
                <a:gd name="T8" fmla="*/ 9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9" y="0"/>
                  </a:cubicBezTo>
                  <a:cubicBezTo>
                    <a:pt x="4" y="0"/>
                    <a:pt x="0" y="3"/>
                    <a:pt x="0" y="8"/>
                  </a:cubicBezTo>
                  <a:cubicBezTo>
                    <a:pt x="0" y="26"/>
                    <a:pt x="0" y="26"/>
                    <a:pt x="0" y="26"/>
                  </a:cubicBezTo>
                  <a:cubicBezTo>
                    <a:pt x="0" y="30"/>
                    <a:pt x="4" y="34"/>
                    <a:pt x="9"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grpSp>
    </p:spTree>
    <p:extLst>
      <p:ext uri="{BB962C8B-B14F-4D97-AF65-F5344CB8AC3E}">
        <p14:creationId xmlns:p14="http://schemas.microsoft.com/office/powerpoint/2010/main" val="2265554509"/>
      </p:ext>
    </p:extLst>
  </p:cSld>
  <p:clrMapOvr>
    <a:masterClrMapping/>
  </p:clrMapOvr>
  <p:transition spd="slow">
    <p:wipe/>
  </p:transition>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preserve="1">
  <p:cSld name="3_Title Slide-animated gradient">
    <p:bg>
      <p:bgPr>
        <a:solidFill>
          <a:schemeClr val="accent5"/>
        </a:solidFill>
        <a:effectLst/>
      </p:bgPr>
    </p:bg>
    <p:spTree>
      <p:nvGrpSpPr>
        <p:cNvPr id="1" name=""/>
        <p:cNvGrpSpPr/>
        <p:nvPr/>
      </p:nvGrpSpPr>
      <p:grpSpPr>
        <a:xfrm>
          <a:off x="0" y="0"/>
          <a:ext cx="0" cy="0"/>
          <a:chOff x="0" y="0"/>
          <a:chExt cx="0" cy="0"/>
        </a:xfrm>
      </p:grpSpPr>
      <p:pic>
        <p:nvPicPr>
          <p:cNvPr id="3" name="Picture 2"/>
          <p:cNvPicPr>
            <a:picLocks noChangeAspect="1"/>
          </p:cNvPicPr>
          <p:nvPr userDrawn="1"/>
        </p:nvPicPr>
        <p:blipFill>
          <a:blip r:embed="rId2" cstate="print">
            <a:extLst>
              <a:ext uri="{28A0092B-C50C-407E-A947-70E740481C1C}">
                <a14:useLocalDpi xmlns:a14="http://schemas.microsoft.com/office/drawing/2010/main"/>
              </a:ext>
            </a:extLst>
          </a:blip>
          <a:stretch>
            <a:fillRect/>
          </a:stretch>
        </p:blipFill>
        <p:spPr>
          <a:xfrm>
            <a:off x="0" y="0"/>
            <a:ext cx="9144000" cy="5143500"/>
          </a:xfrm>
          <a:prstGeom prst="rect">
            <a:avLst/>
          </a:prstGeom>
        </p:spPr>
      </p:pic>
      <p:sp>
        <p:nvSpPr>
          <p:cNvPr id="16" name="Subtitle 2"/>
          <p:cNvSpPr>
            <a:spLocks noGrp="1"/>
          </p:cNvSpPr>
          <p:nvPr>
            <p:ph type="subTitle" idx="1"/>
          </p:nvPr>
        </p:nvSpPr>
        <p:spPr>
          <a:xfrm>
            <a:off x="469496" y="3809526"/>
            <a:ext cx="4319105" cy="288131"/>
          </a:xfrm>
          <a:prstGeom prst="rect">
            <a:avLst/>
          </a:prstGeom>
        </p:spPr>
        <p:txBody>
          <a:bodyPr lIns="91420" tIns="45710" rIns="91420" bIns="45710" anchor="b" anchorCtr="0">
            <a:noAutofit/>
          </a:bodyPr>
          <a:lstStyle>
            <a:lvl1pPr marL="0" indent="0" algn="l">
              <a:buNone/>
              <a:defRPr sz="1200" b="0" i="0">
                <a:solidFill>
                  <a:schemeClr val="accent5"/>
                </a:solidFill>
                <a:latin typeface="+mn-lt"/>
                <a:cs typeface="CiscoSans"/>
              </a:defRPr>
            </a:lvl1pPr>
            <a:lvl2pPr marL="342856" indent="0" algn="ctr">
              <a:buNone/>
              <a:defRPr>
                <a:solidFill>
                  <a:schemeClr val="tx1">
                    <a:tint val="75000"/>
                  </a:schemeClr>
                </a:solidFill>
              </a:defRPr>
            </a:lvl2pPr>
            <a:lvl3pPr marL="685720" indent="0" algn="ctr">
              <a:buNone/>
              <a:defRPr>
                <a:solidFill>
                  <a:schemeClr val="tx1">
                    <a:tint val="75000"/>
                  </a:schemeClr>
                </a:solidFill>
              </a:defRPr>
            </a:lvl3pPr>
            <a:lvl4pPr marL="1028579" indent="0" algn="ctr">
              <a:buNone/>
              <a:defRPr>
                <a:solidFill>
                  <a:schemeClr val="tx1">
                    <a:tint val="75000"/>
                  </a:schemeClr>
                </a:solidFill>
              </a:defRPr>
            </a:lvl4pPr>
            <a:lvl5pPr marL="1371441" indent="0" algn="ctr">
              <a:buNone/>
              <a:defRPr>
                <a:solidFill>
                  <a:schemeClr val="tx1">
                    <a:tint val="75000"/>
                  </a:schemeClr>
                </a:solidFill>
              </a:defRPr>
            </a:lvl5pPr>
            <a:lvl6pPr marL="1714297" indent="0" algn="ctr">
              <a:buNone/>
              <a:defRPr>
                <a:solidFill>
                  <a:schemeClr val="tx1">
                    <a:tint val="75000"/>
                  </a:schemeClr>
                </a:solidFill>
              </a:defRPr>
            </a:lvl6pPr>
            <a:lvl7pPr marL="2057161" indent="0" algn="ctr">
              <a:buNone/>
              <a:defRPr>
                <a:solidFill>
                  <a:schemeClr val="tx1">
                    <a:tint val="75000"/>
                  </a:schemeClr>
                </a:solidFill>
              </a:defRPr>
            </a:lvl7pPr>
            <a:lvl8pPr marL="2400020" indent="0" algn="ctr">
              <a:buNone/>
              <a:defRPr>
                <a:solidFill>
                  <a:schemeClr val="tx1">
                    <a:tint val="75000"/>
                  </a:schemeClr>
                </a:solidFill>
              </a:defRPr>
            </a:lvl8pPr>
            <a:lvl9pPr marL="2742882" indent="0" algn="ctr">
              <a:buNone/>
              <a:defRPr>
                <a:solidFill>
                  <a:schemeClr val="tx1">
                    <a:tint val="75000"/>
                  </a:schemeClr>
                </a:solidFill>
              </a:defRPr>
            </a:lvl9pPr>
          </a:lstStyle>
          <a:p>
            <a:r>
              <a:rPr lang="en-US" dirty="0"/>
              <a:t>Click to edit Master subtitle style</a:t>
            </a:r>
          </a:p>
        </p:txBody>
      </p:sp>
      <p:sp>
        <p:nvSpPr>
          <p:cNvPr id="17" name="Text Placeholder 38"/>
          <p:cNvSpPr>
            <a:spLocks noGrp="1"/>
          </p:cNvSpPr>
          <p:nvPr>
            <p:ph type="body" sz="quarter" idx="11"/>
          </p:nvPr>
        </p:nvSpPr>
        <p:spPr>
          <a:xfrm>
            <a:off x="469496" y="4049523"/>
            <a:ext cx="4319105" cy="288131"/>
          </a:xfrm>
          <a:prstGeom prst="rect">
            <a:avLst/>
          </a:prstGeom>
        </p:spPr>
        <p:txBody>
          <a:bodyPr lIns="91420" tIns="45710" rIns="91420" bIns="45710"/>
          <a:lstStyle>
            <a:lvl1pPr marL="0" indent="0" algn="l">
              <a:buFontTx/>
              <a:buNone/>
              <a:defRPr lang="en-US" sz="1200" b="0" i="0" kern="1200" dirty="0" smtClean="0">
                <a:solidFill>
                  <a:schemeClr val="accent5"/>
                </a:solidFill>
                <a:latin typeface="+mn-lt"/>
                <a:ea typeface="+mn-ea"/>
                <a:cs typeface="CiscoSans ExtraLight" pitchFamily="34" charset="0"/>
              </a:defRPr>
            </a:lvl1pPr>
            <a:lvl2pPr>
              <a:buFontTx/>
              <a:buNone/>
              <a:defRPr lang="en-US" sz="1500" kern="1200" dirty="0" smtClean="0">
                <a:solidFill>
                  <a:schemeClr val="bg1"/>
                </a:solidFill>
                <a:latin typeface="+mj-lt"/>
                <a:ea typeface="+mn-ea"/>
                <a:cs typeface="+mn-cs"/>
              </a:defRPr>
            </a:lvl2pPr>
            <a:lvl3pPr>
              <a:buFontTx/>
              <a:buNone/>
              <a:defRPr lang="en-US" sz="1500" kern="1200" dirty="0" smtClean="0">
                <a:solidFill>
                  <a:schemeClr val="bg1"/>
                </a:solidFill>
                <a:latin typeface="+mj-lt"/>
                <a:ea typeface="+mn-ea"/>
                <a:cs typeface="+mn-cs"/>
              </a:defRPr>
            </a:lvl3pPr>
            <a:lvl4pPr>
              <a:buFontTx/>
              <a:buNone/>
              <a:defRPr lang="en-US" sz="1500" kern="1200" dirty="0" smtClean="0">
                <a:solidFill>
                  <a:schemeClr val="bg1"/>
                </a:solidFill>
                <a:latin typeface="+mj-lt"/>
                <a:ea typeface="+mn-ea"/>
                <a:cs typeface="+mn-cs"/>
              </a:defRPr>
            </a:lvl4pPr>
            <a:lvl5pPr>
              <a:buFontTx/>
              <a:buNone/>
              <a:defRPr lang="en-US" sz="1500" kern="1200" dirty="0" smtClean="0">
                <a:solidFill>
                  <a:schemeClr val="bg1"/>
                </a:solidFill>
                <a:latin typeface="+mj-lt"/>
                <a:ea typeface="+mn-ea"/>
                <a:cs typeface="+mn-cs"/>
              </a:defRPr>
            </a:lvl5pPr>
          </a:lstStyle>
          <a:p>
            <a:pPr lvl="0"/>
            <a:r>
              <a:rPr lang="en-US"/>
              <a:t>Click to edit Master text styles</a:t>
            </a:r>
          </a:p>
        </p:txBody>
      </p:sp>
      <p:sp>
        <p:nvSpPr>
          <p:cNvPr id="18" name="Text Placeholder 40"/>
          <p:cNvSpPr>
            <a:spLocks noGrp="1"/>
          </p:cNvSpPr>
          <p:nvPr>
            <p:ph type="body" sz="quarter" idx="12"/>
          </p:nvPr>
        </p:nvSpPr>
        <p:spPr>
          <a:xfrm>
            <a:off x="469496" y="4289520"/>
            <a:ext cx="4319105" cy="288131"/>
          </a:xfrm>
          <a:prstGeom prst="rect">
            <a:avLst/>
          </a:prstGeom>
        </p:spPr>
        <p:txBody>
          <a:bodyPr lIns="91420" tIns="45710" rIns="91420" bIns="45710"/>
          <a:lstStyle>
            <a:lvl1pPr marL="0" indent="0" algn="l">
              <a:buFontTx/>
              <a:buNone/>
              <a:defRPr lang="en-US" sz="1200" b="0" i="0" kern="1200" dirty="0" smtClean="0">
                <a:solidFill>
                  <a:schemeClr val="accent5"/>
                </a:solidFill>
                <a:latin typeface="+mn-lt"/>
                <a:ea typeface="+mn-ea"/>
                <a:cs typeface="CiscoSans ExtraLight" pitchFamily="34" charset="0"/>
              </a:defRPr>
            </a:lvl1pPr>
            <a:lvl2pPr>
              <a:buFontTx/>
              <a:buNone/>
              <a:defRPr lang="en-US" sz="1500" kern="1200" dirty="0" smtClean="0">
                <a:solidFill>
                  <a:schemeClr val="bg1"/>
                </a:solidFill>
                <a:latin typeface="+mj-lt"/>
                <a:ea typeface="+mn-ea"/>
                <a:cs typeface="+mn-cs"/>
              </a:defRPr>
            </a:lvl2pPr>
            <a:lvl3pPr>
              <a:buFontTx/>
              <a:buNone/>
              <a:defRPr lang="en-US" sz="1500" kern="1200" dirty="0" smtClean="0">
                <a:solidFill>
                  <a:schemeClr val="bg1"/>
                </a:solidFill>
                <a:latin typeface="+mj-lt"/>
                <a:ea typeface="+mn-ea"/>
                <a:cs typeface="+mn-cs"/>
              </a:defRPr>
            </a:lvl3pPr>
            <a:lvl4pPr>
              <a:buFontTx/>
              <a:buNone/>
              <a:defRPr lang="en-US" sz="1500" kern="1200" dirty="0" smtClean="0">
                <a:solidFill>
                  <a:schemeClr val="bg1"/>
                </a:solidFill>
                <a:latin typeface="+mj-lt"/>
                <a:ea typeface="+mn-ea"/>
                <a:cs typeface="+mn-cs"/>
              </a:defRPr>
            </a:lvl4pPr>
            <a:lvl5pPr>
              <a:buFontTx/>
              <a:buNone/>
              <a:defRPr lang="en-US" sz="1500" kern="1200" dirty="0" smtClean="0">
                <a:solidFill>
                  <a:schemeClr val="bg1"/>
                </a:solidFill>
                <a:latin typeface="+mj-lt"/>
                <a:ea typeface="+mn-ea"/>
                <a:cs typeface="+mn-cs"/>
              </a:defRPr>
            </a:lvl5pPr>
          </a:lstStyle>
          <a:p>
            <a:pPr lvl="0"/>
            <a:r>
              <a:rPr lang="en-US"/>
              <a:t>Click to edit Master text styles</a:t>
            </a:r>
          </a:p>
        </p:txBody>
      </p:sp>
      <p:sp>
        <p:nvSpPr>
          <p:cNvPr id="19" name="Text Placeholder 2"/>
          <p:cNvSpPr>
            <a:spLocks noGrp="1"/>
          </p:cNvSpPr>
          <p:nvPr>
            <p:ph type="body" sz="quarter" idx="13"/>
          </p:nvPr>
        </p:nvSpPr>
        <p:spPr>
          <a:xfrm>
            <a:off x="463292" y="2872236"/>
            <a:ext cx="5925246" cy="299001"/>
          </a:xfrm>
          <a:prstGeom prst="rect">
            <a:avLst/>
          </a:prstGeom>
        </p:spPr>
        <p:txBody>
          <a:bodyPr lIns="91420" tIns="45710" rIns="91420" bIns="45710"/>
          <a:lstStyle>
            <a:lvl1pPr marL="0" indent="0">
              <a:buFont typeface="Arial" panose="020B0604020202020204" pitchFamily="34" charset="0"/>
              <a:buNone/>
              <a:defRPr sz="2000" baseline="0">
                <a:solidFill>
                  <a:schemeClr val="bg2"/>
                </a:solidFill>
                <a:latin typeface="+mj-lt"/>
              </a:defRPr>
            </a:lvl1pPr>
            <a:lvl2pPr marL="304781" indent="0">
              <a:buNone/>
              <a:defRPr/>
            </a:lvl2pPr>
            <a:lvl3pPr marL="427401" indent="0">
              <a:buNone/>
              <a:defRPr/>
            </a:lvl3pPr>
            <a:lvl4pPr marL="516694" indent="0">
              <a:buNone/>
              <a:defRPr/>
            </a:lvl4pPr>
            <a:lvl5pPr marL="601221" indent="0">
              <a:buNone/>
              <a:defRPr/>
            </a:lvl5pPr>
          </a:lstStyle>
          <a:p>
            <a:pPr lvl="0"/>
            <a:r>
              <a:rPr lang="en-US" dirty="0"/>
              <a:t>Click to edit Master text styles</a:t>
            </a:r>
          </a:p>
        </p:txBody>
      </p:sp>
      <p:sp>
        <p:nvSpPr>
          <p:cNvPr id="20" name="Title 1"/>
          <p:cNvSpPr>
            <a:spLocks noGrp="1"/>
          </p:cNvSpPr>
          <p:nvPr>
            <p:ph type="ctrTitle"/>
          </p:nvPr>
        </p:nvSpPr>
        <p:spPr>
          <a:xfrm>
            <a:off x="425765" y="2300750"/>
            <a:ext cx="5955513" cy="644730"/>
          </a:xfrm>
          <a:prstGeom prst="rect">
            <a:avLst/>
          </a:prstGeom>
        </p:spPr>
        <p:txBody>
          <a:bodyPr anchor="b"/>
          <a:lstStyle>
            <a:lvl1pPr marL="0" indent="0" algn="l">
              <a:lnSpc>
                <a:spcPct val="90000"/>
              </a:lnSpc>
              <a:buFont typeface="Arial" panose="020B0604020202020204" pitchFamily="34" charset="0"/>
              <a:buNone/>
              <a:defRPr sz="3600" b="0" i="0" spc="0" baseline="0">
                <a:solidFill>
                  <a:srgbClr val="38C6F4"/>
                </a:solidFill>
                <a:latin typeface="+mj-lt"/>
                <a:cs typeface="CiscoSans Thin"/>
              </a:defRPr>
            </a:lvl1pPr>
          </a:lstStyle>
          <a:p>
            <a:r>
              <a:rPr lang="en-US" dirty="0"/>
              <a:t>Click to edit Master title style</a:t>
            </a:r>
          </a:p>
        </p:txBody>
      </p:sp>
      <p:grpSp>
        <p:nvGrpSpPr>
          <p:cNvPr id="6" name="Group 4"/>
          <p:cNvGrpSpPr>
            <a:grpSpLocks noChangeAspect="1"/>
          </p:cNvGrpSpPr>
          <p:nvPr userDrawn="1"/>
        </p:nvGrpSpPr>
        <p:grpSpPr bwMode="auto">
          <a:xfrm>
            <a:off x="492125" y="395288"/>
            <a:ext cx="796924" cy="423863"/>
            <a:chOff x="310" y="249"/>
            <a:chExt cx="502" cy="267"/>
          </a:xfrm>
          <a:solidFill>
            <a:schemeClr val="accent5"/>
          </a:solidFill>
        </p:grpSpPr>
        <p:sp>
          <p:nvSpPr>
            <p:cNvPr id="9" name="Rectangle 5"/>
            <p:cNvSpPr>
              <a:spLocks noChangeArrowheads="1"/>
            </p:cNvSpPr>
            <p:nvPr userDrawn="1"/>
          </p:nvSpPr>
          <p:spPr bwMode="auto">
            <a:xfrm>
              <a:off x="452" y="426"/>
              <a:ext cx="22" cy="88"/>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0" name="Freeform 6"/>
            <p:cNvSpPr>
              <a:spLocks/>
            </p:cNvSpPr>
            <p:nvPr userDrawn="1"/>
          </p:nvSpPr>
          <p:spPr bwMode="auto">
            <a:xfrm>
              <a:off x="585" y="425"/>
              <a:ext cx="66" cy="91"/>
            </a:xfrm>
            <a:custGeom>
              <a:avLst/>
              <a:gdLst>
                <a:gd name="T0" fmla="*/ 51 w 51"/>
                <a:gd name="T1" fmla="*/ 20 h 69"/>
                <a:gd name="T2" fmla="*/ 37 w 51"/>
                <a:gd name="T3" fmla="*/ 16 h 69"/>
                <a:gd name="T4" fmla="*/ 18 w 51"/>
                <a:gd name="T5" fmla="*/ 34 h 69"/>
                <a:gd name="T6" fmla="*/ 37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7" y="16"/>
                  </a:cubicBezTo>
                  <a:cubicBezTo>
                    <a:pt x="26" y="16"/>
                    <a:pt x="18" y="24"/>
                    <a:pt x="18" y="34"/>
                  </a:cubicBezTo>
                  <a:cubicBezTo>
                    <a:pt x="18" y="44"/>
                    <a:pt x="25" y="52"/>
                    <a:pt x="37" y="52"/>
                  </a:cubicBezTo>
                  <a:cubicBezTo>
                    <a:pt x="45"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2" name="Freeform 7"/>
            <p:cNvSpPr>
              <a:spLocks/>
            </p:cNvSpPr>
            <p:nvPr userDrawn="1"/>
          </p:nvSpPr>
          <p:spPr bwMode="auto">
            <a:xfrm>
              <a:off x="355" y="425"/>
              <a:ext cx="67" cy="91"/>
            </a:xfrm>
            <a:custGeom>
              <a:avLst/>
              <a:gdLst>
                <a:gd name="T0" fmla="*/ 51 w 51"/>
                <a:gd name="T1" fmla="*/ 20 h 69"/>
                <a:gd name="T2" fmla="*/ 36 w 51"/>
                <a:gd name="T3" fmla="*/ 16 h 69"/>
                <a:gd name="T4" fmla="*/ 18 w 51"/>
                <a:gd name="T5" fmla="*/ 34 h 69"/>
                <a:gd name="T6" fmla="*/ 36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6" y="16"/>
                  </a:cubicBezTo>
                  <a:cubicBezTo>
                    <a:pt x="25" y="16"/>
                    <a:pt x="18" y="24"/>
                    <a:pt x="18" y="34"/>
                  </a:cubicBezTo>
                  <a:cubicBezTo>
                    <a:pt x="18" y="44"/>
                    <a:pt x="25" y="52"/>
                    <a:pt x="36" y="52"/>
                  </a:cubicBezTo>
                  <a:cubicBezTo>
                    <a:pt x="44"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3" name="Freeform 8"/>
            <p:cNvSpPr>
              <a:spLocks noEditPoints="1"/>
            </p:cNvSpPr>
            <p:nvPr userDrawn="1"/>
          </p:nvSpPr>
          <p:spPr bwMode="auto">
            <a:xfrm>
              <a:off x="675" y="425"/>
              <a:ext cx="91" cy="91"/>
            </a:xfrm>
            <a:custGeom>
              <a:avLst/>
              <a:gdLst>
                <a:gd name="T0" fmla="*/ 70 w 70"/>
                <a:gd name="T1" fmla="*/ 34 h 69"/>
                <a:gd name="T2" fmla="*/ 35 w 70"/>
                <a:gd name="T3" fmla="*/ 69 h 69"/>
                <a:gd name="T4" fmla="*/ 0 w 70"/>
                <a:gd name="T5" fmla="*/ 34 h 69"/>
                <a:gd name="T6" fmla="*/ 35 w 70"/>
                <a:gd name="T7" fmla="*/ 0 h 69"/>
                <a:gd name="T8" fmla="*/ 70 w 70"/>
                <a:gd name="T9" fmla="*/ 34 h 69"/>
                <a:gd name="T10" fmla="*/ 35 w 70"/>
                <a:gd name="T11" fmla="*/ 17 h 69"/>
                <a:gd name="T12" fmla="*/ 18 w 70"/>
                <a:gd name="T13" fmla="*/ 34 h 69"/>
                <a:gd name="T14" fmla="*/ 35 w 70"/>
                <a:gd name="T15" fmla="*/ 52 h 69"/>
                <a:gd name="T16" fmla="*/ 52 w 70"/>
                <a:gd name="T17" fmla="*/ 34 h 69"/>
                <a:gd name="T18" fmla="*/ 35 w 70"/>
                <a:gd name="T19" fmla="*/ 17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70" h="69">
                  <a:moveTo>
                    <a:pt x="70" y="34"/>
                  </a:moveTo>
                  <a:cubicBezTo>
                    <a:pt x="70" y="53"/>
                    <a:pt x="56" y="69"/>
                    <a:pt x="35" y="69"/>
                  </a:cubicBezTo>
                  <a:cubicBezTo>
                    <a:pt x="14" y="69"/>
                    <a:pt x="0" y="53"/>
                    <a:pt x="0" y="34"/>
                  </a:cubicBezTo>
                  <a:cubicBezTo>
                    <a:pt x="0" y="15"/>
                    <a:pt x="14" y="0"/>
                    <a:pt x="35" y="0"/>
                  </a:cubicBezTo>
                  <a:cubicBezTo>
                    <a:pt x="56" y="0"/>
                    <a:pt x="70" y="15"/>
                    <a:pt x="70" y="34"/>
                  </a:cubicBezTo>
                  <a:close/>
                  <a:moveTo>
                    <a:pt x="35" y="17"/>
                  </a:moveTo>
                  <a:cubicBezTo>
                    <a:pt x="25" y="17"/>
                    <a:pt x="18" y="25"/>
                    <a:pt x="18" y="34"/>
                  </a:cubicBezTo>
                  <a:cubicBezTo>
                    <a:pt x="18" y="44"/>
                    <a:pt x="25" y="52"/>
                    <a:pt x="35" y="52"/>
                  </a:cubicBezTo>
                  <a:cubicBezTo>
                    <a:pt x="45" y="52"/>
                    <a:pt x="52" y="44"/>
                    <a:pt x="52" y="34"/>
                  </a:cubicBezTo>
                  <a:cubicBezTo>
                    <a:pt x="52" y="25"/>
                    <a:pt x="45" y="17"/>
                    <a:pt x="35" y="1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4" name="Freeform 9"/>
            <p:cNvSpPr>
              <a:spLocks/>
            </p:cNvSpPr>
            <p:nvPr userDrawn="1"/>
          </p:nvSpPr>
          <p:spPr bwMode="auto">
            <a:xfrm>
              <a:off x="503" y="425"/>
              <a:ext cx="60" cy="91"/>
            </a:xfrm>
            <a:custGeom>
              <a:avLst/>
              <a:gdLst>
                <a:gd name="T0" fmla="*/ 42 w 46"/>
                <a:gd name="T1" fmla="*/ 16 h 69"/>
                <a:gd name="T2" fmla="*/ 29 w 46"/>
                <a:gd name="T3" fmla="*/ 14 h 69"/>
                <a:gd name="T4" fmla="*/ 18 w 46"/>
                <a:gd name="T5" fmla="*/ 20 h 69"/>
                <a:gd name="T6" fmla="*/ 26 w 46"/>
                <a:gd name="T7" fmla="*/ 26 h 69"/>
                <a:gd name="T8" fmla="*/ 30 w 46"/>
                <a:gd name="T9" fmla="*/ 27 h 69"/>
                <a:gd name="T10" fmla="*/ 46 w 46"/>
                <a:gd name="T11" fmla="*/ 47 h 69"/>
                <a:gd name="T12" fmla="*/ 19 w 46"/>
                <a:gd name="T13" fmla="*/ 69 h 69"/>
                <a:gd name="T14" fmla="*/ 1 w 46"/>
                <a:gd name="T15" fmla="*/ 67 h 69"/>
                <a:gd name="T16" fmla="*/ 1 w 46"/>
                <a:gd name="T17" fmla="*/ 52 h 69"/>
                <a:gd name="T18" fmla="*/ 16 w 46"/>
                <a:gd name="T19" fmla="*/ 54 h 69"/>
                <a:gd name="T20" fmla="*/ 29 w 46"/>
                <a:gd name="T21" fmla="*/ 48 h 69"/>
                <a:gd name="T22" fmla="*/ 21 w 46"/>
                <a:gd name="T23" fmla="*/ 41 h 69"/>
                <a:gd name="T24" fmla="*/ 18 w 46"/>
                <a:gd name="T25" fmla="*/ 40 h 69"/>
                <a:gd name="T26" fmla="*/ 0 w 46"/>
                <a:gd name="T27" fmla="*/ 21 h 69"/>
                <a:gd name="T28" fmla="*/ 25 w 46"/>
                <a:gd name="T29" fmla="*/ 0 h 69"/>
                <a:gd name="T30" fmla="*/ 42 w 46"/>
                <a:gd name="T31" fmla="*/ 2 h 69"/>
                <a:gd name="T32" fmla="*/ 42 w 46"/>
                <a:gd name="T33" fmla="*/ 16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46" h="69">
                  <a:moveTo>
                    <a:pt x="42" y="16"/>
                  </a:moveTo>
                  <a:cubicBezTo>
                    <a:pt x="41" y="16"/>
                    <a:pt x="34" y="14"/>
                    <a:pt x="29" y="14"/>
                  </a:cubicBezTo>
                  <a:cubicBezTo>
                    <a:pt x="22" y="14"/>
                    <a:pt x="18" y="16"/>
                    <a:pt x="18" y="20"/>
                  </a:cubicBezTo>
                  <a:cubicBezTo>
                    <a:pt x="18" y="24"/>
                    <a:pt x="23" y="25"/>
                    <a:pt x="26" y="26"/>
                  </a:cubicBezTo>
                  <a:cubicBezTo>
                    <a:pt x="30" y="27"/>
                    <a:pt x="30" y="27"/>
                    <a:pt x="30" y="27"/>
                  </a:cubicBezTo>
                  <a:cubicBezTo>
                    <a:pt x="41" y="31"/>
                    <a:pt x="46" y="38"/>
                    <a:pt x="46" y="47"/>
                  </a:cubicBezTo>
                  <a:cubicBezTo>
                    <a:pt x="46" y="63"/>
                    <a:pt x="32" y="69"/>
                    <a:pt x="19" y="69"/>
                  </a:cubicBezTo>
                  <a:cubicBezTo>
                    <a:pt x="10" y="69"/>
                    <a:pt x="1" y="67"/>
                    <a:pt x="1" y="67"/>
                  </a:cubicBezTo>
                  <a:cubicBezTo>
                    <a:pt x="1" y="52"/>
                    <a:pt x="1" y="52"/>
                    <a:pt x="1" y="52"/>
                  </a:cubicBezTo>
                  <a:cubicBezTo>
                    <a:pt x="2" y="52"/>
                    <a:pt x="9" y="54"/>
                    <a:pt x="16" y="54"/>
                  </a:cubicBezTo>
                  <a:cubicBezTo>
                    <a:pt x="25" y="54"/>
                    <a:pt x="29" y="52"/>
                    <a:pt x="29" y="48"/>
                  </a:cubicBezTo>
                  <a:cubicBezTo>
                    <a:pt x="29" y="45"/>
                    <a:pt x="25" y="43"/>
                    <a:pt x="21" y="41"/>
                  </a:cubicBezTo>
                  <a:cubicBezTo>
                    <a:pt x="20" y="41"/>
                    <a:pt x="19" y="41"/>
                    <a:pt x="18" y="40"/>
                  </a:cubicBezTo>
                  <a:cubicBezTo>
                    <a:pt x="8" y="37"/>
                    <a:pt x="0" y="32"/>
                    <a:pt x="0" y="21"/>
                  </a:cubicBezTo>
                  <a:cubicBezTo>
                    <a:pt x="0" y="8"/>
                    <a:pt x="10" y="0"/>
                    <a:pt x="25" y="0"/>
                  </a:cubicBezTo>
                  <a:cubicBezTo>
                    <a:pt x="34" y="0"/>
                    <a:pt x="41" y="2"/>
                    <a:pt x="42" y="2"/>
                  </a:cubicBezTo>
                  <a:lnTo>
                    <a:pt x="42" y="16"/>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5" name="Freeform 10"/>
            <p:cNvSpPr>
              <a:spLocks/>
            </p:cNvSpPr>
            <p:nvPr userDrawn="1"/>
          </p:nvSpPr>
          <p:spPr bwMode="auto">
            <a:xfrm>
              <a:off x="31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1" name="Freeform 11"/>
            <p:cNvSpPr>
              <a:spLocks/>
            </p:cNvSpPr>
            <p:nvPr userDrawn="1"/>
          </p:nvSpPr>
          <p:spPr bwMode="auto">
            <a:xfrm>
              <a:off x="37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2" name="Freeform 12"/>
            <p:cNvSpPr>
              <a:spLocks/>
            </p:cNvSpPr>
            <p:nvPr userDrawn="1"/>
          </p:nvSpPr>
          <p:spPr bwMode="auto">
            <a:xfrm>
              <a:off x="430" y="249"/>
              <a:ext cx="22" cy="139"/>
            </a:xfrm>
            <a:custGeom>
              <a:avLst/>
              <a:gdLst>
                <a:gd name="T0" fmla="*/ 17 w 17"/>
                <a:gd name="T1" fmla="*/ 8 h 106"/>
                <a:gd name="T2" fmla="*/ 8 w 17"/>
                <a:gd name="T3" fmla="*/ 0 h 106"/>
                <a:gd name="T4" fmla="*/ 0 w 17"/>
                <a:gd name="T5" fmla="*/ 8 h 106"/>
                <a:gd name="T6" fmla="*/ 0 w 17"/>
                <a:gd name="T7" fmla="*/ 97 h 106"/>
                <a:gd name="T8" fmla="*/ 8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8" y="0"/>
                  </a:cubicBezTo>
                  <a:cubicBezTo>
                    <a:pt x="4" y="0"/>
                    <a:pt x="0" y="4"/>
                    <a:pt x="0" y="8"/>
                  </a:cubicBezTo>
                  <a:cubicBezTo>
                    <a:pt x="0" y="97"/>
                    <a:pt x="0" y="97"/>
                    <a:pt x="0" y="97"/>
                  </a:cubicBezTo>
                  <a:cubicBezTo>
                    <a:pt x="0" y="102"/>
                    <a:pt x="4" y="106"/>
                    <a:pt x="8"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3" name="Freeform 13"/>
            <p:cNvSpPr>
              <a:spLocks/>
            </p:cNvSpPr>
            <p:nvPr userDrawn="1"/>
          </p:nvSpPr>
          <p:spPr bwMode="auto">
            <a:xfrm>
              <a:off x="49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4" name="Freeform 14"/>
            <p:cNvSpPr>
              <a:spLocks/>
            </p:cNvSpPr>
            <p:nvPr userDrawn="1"/>
          </p:nvSpPr>
          <p:spPr bwMode="auto">
            <a:xfrm>
              <a:off x="55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5" name="Freeform 15"/>
            <p:cNvSpPr>
              <a:spLocks/>
            </p:cNvSpPr>
            <p:nvPr userDrawn="1"/>
          </p:nvSpPr>
          <p:spPr bwMode="auto">
            <a:xfrm>
              <a:off x="61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6" name="Freeform 16"/>
            <p:cNvSpPr>
              <a:spLocks/>
            </p:cNvSpPr>
            <p:nvPr userDrawn="1"/>
          </p:nvSpPr>
          <p:spPr bwMode="auto">
            <a:xfrm>
              <a:off x="670" y="249"/>
              <a:ext cx="22" cy="139"/>
            </a:xfrm>
            <a:custGeom>
              <a:avLst/>
              <a:gdLst>
                <a:gd name="T0" fmla="*/ 17 w 17"/>
                <a:gd name="T1" fmla="*/ 8 h 106"/>
                <a:gd name="T2" fmla="*/ 9 w 17"/>
                <a:gd name="T3" fmla="*/ 0 h 106"/>
                <a:gd name="T4" fmla="*/ 0 w 17"/>
                <a:gd name="T5" fmla="*/ 8 h 106"/>
                <a:gd name="T6" fmla="*/ 0 w 17"/>
                <a:gd name="T7" fmla="*/ 97 h 106"/>
                <a:gd name="T8" fmla="*/ 9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9" y="0"/>
                  </a:cubicBezTo>
                  <a:cubicBezTo>
                    <a:pt x="4" y="0"/>
                    <a:pt x="0" y="4"/>
                    <a:pt x="0" y="8"/>
                  </a:cubicBezTo>
                  <a:cubicBezTo>
                    <a:pt x="0" y="97"/>
                    <a:pt x="0" y="97"/>
                    <a:pt x="0" y="97"/>
                  </a:cubicBezTo>
                  <a:cubicBezTo>
                    <a:pt x="0" y="102"/>
                    <a:pt x="4" y="106"/>
                    <a:pt x="9"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7" name="Freeform 17"/>
            <p:cNvSpPr>
              <a:spLocks/>
            </p:cNvSpPr>
            <p:nvPr userDrawn="1"/>
          </p:nvSpPr>
          <p:spPr bwMode="auto">
            <a:xfrm>
              <a:off x="73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8" name="Freeform 18"/>
            <p:cNvSpPr>
              <a:spLocks/>
            </p:cNvSpPr>
            <p:nvPr userDrawn="1"/>
          </p:nvSpPr>
          <p:spPr bwMode="auto">
            <a:xfrm>
              <a:off x="790" y="321"/>
              <a:ext cx="22" cy="45"/>
            </a:xfrm>
            <a:custGeom>
              <a:avLst/>
              <a:gdLst>
                <a:gd name="T0" fmla="*/ 17 w 17"/>
                <a:gd name="T1" fmla="*/ 8 h 34"/>
                <a:gd name="T2" fmla="*/ 9 w 17"/>
                <a:gd name="T3" fmla="*/ 0 h 34"/>
                <a:gd name="T4" fmla="*/ 0 w 17"/>
                <a:gd name="T5" fmla="*/ 8 h 34"/>
                <a:gd name="T6" fmla="*/ 0 w 17"/>
                <a:gd name="T7" fmla="*/ 26 h 34"/>
                <a:gd name="T8" fmla="*/ 9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9" y="0"/>
                  </a:cubicBezTo>
                  <a:cubicBezTo>
                    <a:pt x="4" y="0"/>
                    <a:pt x="0" y="3"/>
                    <a:pt x="0" y="8"/>
                  </a:cubicBezTo>
                  <a:cubicBezTo>
                    <a:pt x="0" y="26"/>
                    <a:pt x="0" y="26"/>
                    <a:pt x="0" y="26"/>
                  </a:cubicBezTo>
                  <a:cubicBezTo>
                    <a:pt x="0" y="30"/>
                    <a:pt x="4" y="34"/>
                    <a:pt x="9"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grpSp>
    </p:spTree>
    <p:extLst>
      <p:ext uri="{BB962C8B-B14F-4D97-AF65-F5344CB8AC3E}">
        <p14:creationId xmlns:p14="http://schemas.microsoft.com/office/powerpoint/2010/main" val="2657689418"/>
      </p:ext>
    </p:extLst>
  </p:cSld>
  <p:clrMapOvr>
    <a:masterClrMapping/>
  </p:clrMapOvr>
  <p:transition spd="slow">
    <p:wipe/>
  </p:transition>
  <p:extLst>
    <p:ext uri="{DCECCB84-F9BA-43D5-87BE-67443E8EF086}">
      <p15:sldGuideLst xmlns:p15="http://schemas.microsoft.com/office/powerpoint/2012/main">
        <p15:guide id="1" orient="horz" pos="228">
          <p15:clr>
            <a:srgbClr val="FBAE40"/>
          </p15:clr>
        </p15:guide>
        <p15:guide id="2" pos="360">
          <p15:clr>
            <a:srgbClr val="FBAE40"/>
          </p15:clr>
        </p15:guide>
        <p15:guide id="3" orient="horz" pos="518">
          <p15:clr>
            <a:srgbClr val="FBAE40"/>
          </p15:clr>
        </p15:guide>
        <p15:guide id="4" pos="812">
          <p15:clr>
            <a:srgbClr val="FBAE40"/>
          </p15:clr>
        </p15:guide>
        <p15:guide id="5" pos="311">
          <p15:clr>
            <a:srgbClr val="FBAE40"/>
          </p15:clr>
        </p15:guide>
      </p15:sldGuideLst>
    </p:ext>
  </p:extLst>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preserve="1" userDrawn="1">
  <p:cSld name="5_Title Slide-animated gradient">
    <p:bg>
      <p:bgPr>
        <a:solidFill>
          <a:schemeClr val="accent5"/>
        </a:solidFill>
        <a:effectLst/>
      </p:bgPr>
    </p:bg>
    <p:spTree>
      <p:nvGrpSpPr>
        <p:cNvPr id="1" name=""/>
        <p:cNvGrpSpPr/>
        <p:nvPr/>
      </p:nvGrpSpPr>
      <p:grpSpPr>
        <a:xfrm>
          <a:off x="0" y="0"/>
          <a:ext cx="0" cy="0"/>
          <a:chOff x="0" y="0"/>
          <a:chExt cx="0" cy="0"/>
        </a:xfrm>
      </p:grpSpPr>
      <p:sp>
        <p:nvSpPr>
          <p:cNvPr id="16" name="Subtitle 2"/>
          <p:cNvSpPr>
            <a:spLocks noGrp="1"/>
          </p:cNvSpPr>
          <p:nvPr>
            <p:ph type="subTitle" idx="1"/>
          </p:nvPr>
        </p:nvSpPr>
        <p:spPr>
          <a:xfrm>
            <a:off x="469496" y="3809526"/>
            <a:ext cx="4319105" cy="288131"/>
          </a:xfrm>
          <a:prstGeom prst="rect">
            <a:avLst/>
          </a:prstGeom>
        </p:spPr>
        <p:txBody>
          <a:bodyPr lIns="91420" tIns="45710" rIns="91420" bIns="45710" anchor="b" anchorCtr="0">
            <a:noAutofit/>
          </a:bodyPr>
          <a:lstStyle>
            <a:lvl1pPr marL="0" indent="0" algn="l">
              <a:buNone/>
              <a:defRPr sz="1200" b="0" i="0">
                <a:solidFill>
                  <a:schemeClr val="accent1"/>
                </a:solidFill>
                <a:latin typeface="+mn-lt"/>
                <a:cs typeface="CiscoSans"/>
              </a:defRPr>
            </a:lvl1pPr>
            <a:lvl2pPr marL="342856" indent="0" algn="ctr">
              <a:buNone/>
              <a:defRPr>
                <a:solidFill>
                  <a:schemeClr val="tx1">
                    <a:tint val="75000"/>
                  </a:schemeClr>
                </a:solidFill>
              </a:defRPr>
            </a:lvl2pPr>
            <a:lvl3pPr marL="685720" indent="0" algn="ctr">
              <a:buNone/>
              <a:defRPr>
                <a:solidFill>
                  <a:schemeClr val="tx1">
                    <a:tint val="75000"/>
                  </a:schemeClr>
                </a:solidFill>
              </a:defRPr>
            </a:lvl3pPr>
            <a:lvl4pPr marL="1028579" indent="0" algn="ctr">
              <a:buNone/>
              <a:defRPr>
                <a:solidFill>
                  <a:schemeClr val="tx1">
                    <a:tint val="75000"/>
                  </a:schemeClr>
                </a:solidFill>
              </a:defRPr>
            </a:lvl4pPr>
            <a:lvl5pPr marL="1371441" indent="0" algn="ctr">
              <a:buNone/>
              <a:defRPr>
                <a:solidFill>
                  <a:schemeClr val="tx1">
                    <a:tint val="75000"/>
                  </a:schemeClr>
                </a:solidFill>
              </a:defRPr>
            </a:lvl5pPr>
            <a:lvl6pPr marL="1714297" indent="0" algn="ctr">
              <a:buNone/>
              <a:defRPr>
                <a:solidFill>
                  <a:schemeClr val="tx1">
                    <a:tint val="75000"/>
                  </a:schemeClr>
                </a:solidFill>
              </a:defRPr>
            </a:lvl6pPr>
            <a:lvl7pPr marL="2057161" indent="0" algn="ctr">
              <a:buNone/>
              <a:defRPr>
                <a:solidFill>
                  <a:schemeClr val="tx1">
                    <a:tint val="75000"/>
                  </a:schemeClr>
                </a:solidFill>
              </a:defRPr>
            </a:lvl7pPr>
            <a:lvl8pPr marL="2400020" indent="0" algn="ctr">
              <a:buNone/>
              <a:defRPr>
                <a:solidFill>
                  <a:schemeClr val="tx1">
                    <a:tint val="75000"/>
                  </a:schemeClr>
                </a:solidFill>
              </a:defRPr>
            </a:lvl8pPr>
            <a:lvl9pPr marL="2742882" indent="0" algn="ctr">
              <a:buNone/>
              <a:defRPr>
                <a:solidFill>
                  <a:schemeClr val="tx1">
                    <a:tint val="75000"/>
                  </a:schemeClr>
                </a:solidFill>
              </a:defRPr>
            </a:lvl9pPr>
          </a:lstStyle>
          <a:p>
            <a:r>
              <a:rPr lang="en-US" dirty="0"/>
              <a:t>Click to edit Master subtitle style</a:t>
            </a:r>
          </a:p>
        </p:txBody>
      </p:sp>
      <p:sp>
        <p:nvSpPr>
          <p:cNvPr id="17" name="Text Placeholder 38"/>
          <p:cNvSpPr>
            <a:spLocks noGrp="1"/>
          </p:cNvSpPr>
          <p:nvPr>
            <p:ph type="body" sz="quarter" idx="11"/>
          </p:nvPr>
        </p:nvSpPr>
        <p:spPr>
          <a:xfrm>
            <a:off x="469496" y="4049523"/>
            <a:ext cx="4319105" cy="288131"/>
          </a:xfrm>
          <a:prstGeom prst="rect">
            <a:avLst/>
          </a:prstGeom>
        </p:spPr>
        <p:txBody>
          <a:bodyPr lIns="91420" tIns="45710" rIns="91420" bIns="45710"/>
          <a:lstStyle>
            <a:lvl1pPr marL="0" indent="0" algn="l">
              <a:buFontTx/>
              <a:buNone/>
              <a:defRPr lang="en-US" sz="1200" b="0" i="0" kern="1200" dirty="0" smtClean="0">
                <a:solidFill>
                  <a:schemeClr val="accent1"/>
                </a:solidFill>
                <a:latin typeface="+mn-lt"/>
                <a:ea typeface="+mn-ea"/>
                <a:cs typeface="CiscoSans ExtraLight" pitchFamily="34" charset="0"/>
              </a:defRPr>
            </a:lvl1pPr>
            <a:lvl2pPr>
              <a:buFontTx/>
              <a:buNone/>
              <a:defRPr lang="en-US" sz="1500" kern="1200" dirty="0" smtClean="0">
                <a:solidFill>
                  <a:schemeClr val="bg1"/>
                </a:solidFill>
                <a:latin typeface="+mj-lt"/>
                <a:ea typeface="+mn-ea"/>
                <a:cs typeface="+mn-cs"/>
              </a:defRPr>
            </a:lvl2pPr>
            <a:lvl3pPr>
              <a:buFontTx/>
              <a:buNone/>
              <a:defRPr lang="en-US" sz="1500" kern="1200" dirty="0" smtClean="0">
                <a:solidFill>
                  <a:schemeClr val="bg1"/>
                </a:solidFill>
                <a:latin typeface="+mj-lt"/>
                <a:ea typeface="+mn-ea"/>
                <a:cs typeface="+mn-cs"/>
              </a:defRPr>
            </a:lvl3pPr>
            <a:lvl4pPr>
              <a:buFontTx/>
              <a:buNone/>
              <a:defRPr lang="en-US" sz="1500" kern="1200" dirty="0" smtClean="0">
                <a:solidFill>
                  <a:schemeClr val="bg1"/>
                </a:solidFill>
                <a:latin typeface="+mj-lt"/>
                <a:ea typeface="+mn-ea"/>
                <a:cs typeface="+mn-cs"/>
              </a:defRPr>
            </a:lvl4pPr>
            <a:lvl5pPr>
              <a:buFontTx/>
              <a:buNone/>
              <a:defRPr lang="en-US" sz="1500" kern="1200" dirty="0" smtClean="0">
                <a:solidFill>
                  <a:schemeClr val="bg1"/>
                </a:solidFill>
                <a:latin typeface="+mj-lt"/>
                <a:ea typeface="+mn-ea"/>
                <a:cs typeface="+mn-cs"/>
              </a:defRPr>
            </a:lvl5pPr>
          </a:lstStyle>
          <a:p>
            <a:pPr lvl="0"/>
            <a:r>
              <a:rPr lang="en-US"/>
              <a:t>Click to edit Master text styles</a:t>
            </a:r>
          </a:p>
        </p:txBody>
      </p:sp>
      <p:sp>
        <p:nvSpPr>
          <p:cNvPr id="18" name="Text Placeholder 40"/>
          <p:cNvSpPr>
            <a:spLocks noGrp="1"/>
          </p:cNvSpPr>
          <p:nvPr>
            <p:ph type="body" sz="quarter" idx="12"/>
          </p:nvPr>
        </p:nvSpPr>
        <p:spPr>
          <a:xfrm>
            <a:off x="469496" y="4289520"/>
            <a:ext cx="4319105" cy="288131"/>
          </a:xfrm>
          <a:prstGeom prst="rect">
            <a:avLst/>
          </a:prstGeom>
        </p:spPr>
        <p:txBody>
          <a:bodyPr lIns="91420" tIns="45710" rIns="91420" bIns="45710"/>
          <a:lstStyle>
            <a:lvl1pPr marL="0" indent="0" algn="l">
              <a:buFontTx/>
              <a:buNone/>
              <a:defRPr lang="en-US" sz="1200" b="0" i="0" kern="1200" dirty="0" smtClean="0">
                <a:solidFill>
                  <a:schemeClr val="accent1"/>
                </a:solidFill>
                <a:latin typeface="+mn-lt"/>
                <a:ea typeface="+mn-ea"/>
                <a:cs typeface="CiscoSans ExtraLight" pitchFamily="34" charset="0"/>
              </a:defRPr>
            </a:lvl1pPr>
            <a:lvl2pPr>
              <a:buFontTx/>
              <a:buNone/>
              <a:defRPr lang="en-US" sz="1500" kern="1200" dirty="0" smtClean="0">
                <a:solidFill>
                  <a:schemeClr val="bg1"/>
                </a:solidFill>
                <a:latin typeface="+mj-lt"/>
                <a:ea typeface="+mn-ea"/>
                <a:cs typeface="+mn-cs"/>
              </a:defRPr>
            </a:lvl2pPr>
            <a:lvl3pPr>
              <a:buFontTx/>
              <a:buNone/>
              <a:defRPr lang="en-US" sz="1500" kern="1200" dirty="0" smtClean="0">
                <a:solidFill>
                  <a:schemeClr val="bg1"/>
                </a:solidFill>
                <a:latin typeface="+mj-lt"/>
                <a:ea typeface="+mn-ea"/>
                <a:cs typeface="+mn-cs"/>
              </a:defRPr>
            </a:lvl3pPr>
            <a:lvl4pPr>
              <a:buFontTx/>
              <a:buNone/>
              <a:defRPr lang="en-US" sz="1500" kern="1200" dirty="0" smtClean="0">
                <a:solidFill>
                  <a:schemeClr val="bg1"/>
                </a:solidFill>
                <a:latin typeface="+mj-lt"/>
                <a:ea typeface="+mn-ea"/>
                <a:cs typeface="+mn-cs"/>
              </a:defRPr>
            </a:lvl4pPr>
            <a:lvl5pPr>
              <a:buFontTx/>
              <a:buNone/>
              <a:defRPr lang="en-US" sz="1500" kern="1200" dirty="0" smtClean="0">
                <a:solidFill>
                  <a:schemeClr val="bg1"/>
                </a:solidFill>
                <a:latin typeface="+mj-lt"/>
                <a:ea typeface="+mn-ea"/>
                <a:cs typeface="+mn-cs"/>
              </a:defRPr>
            </a:lvl5pPr>
          </a:lstStyle>
          <a:p>
            <a:pPr lvl="0"/>
            <a:r>
              <a:rPr lang="en-US"/>
              <a:t>Click to edit Master text styles</a:t>
            </a:r>
          </a:p>
        </p:txBody>
      </p:sp>
      <p:grpSp>
        <p:nvGrpSpPr>
          <p:cNvPr id="6" name="Group 4"/>
          <p:cNvGrpSpPr>
            <a:grpSpLocks noChangeAspect="1"/>
          </p:cNvGrpSpPr>
          <p:nvPr userDrawn="1"/>
        </p:nvGrpSpPr>
        <p:grpSpPr bwMode="auto">
          <a:xfrm>
            <a:off x="492125" y="395288"/>
            <a:ext cx="796924" cy="423863"/>
            <a:chOff x="310" y="249"/>
            <a:chExt cx="502" cy="267"/>
          </a:xfrm>
          <a:solidFill>
            <a:srgbClr val="004C69"/>
          </a:solidFill>
        </p:grpSpPr>
        <p:sp>
          <p:nvSpPr>
            <p:cNvPr id="9" name="Rectangle 5"/>
            <p:cNvSpPr>
              <a:spLocks noChangeArrowheads="1"/>
            </p:cNvSpPr>
            <p:nvPr userDrawn="1"/>
          </p:nvSpPr>
          <p:spPr bwMode="auto">
            <a:xfrm>
              <a:off x="452" y="426"/>
              <a:ext cx="22" cy="88"/>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0" name="Freeform 6"/>
            <p:cNvSpPr>
              <a:spLocks/>
            </p:cNvSpPr>
            <p:nvPr userDrawn="1"/>
          </p:nvSpPr>
          <p:spPr bwMode="auto">
            <a:xfrm>
              <a:off x="585" y="425"/>
              <a:ext cx="66" cy="91"/>
            </a:xfrm>
            <a:custGeom>
              <a:avLst/>
              <a:gdLst>
                <a:gd name="T0" fmla="*/ 51 w 51"/>
                <a:gd name="T1" fmla="*/ 20 h 69"/>
                <a:gd name="T2" fmla="*/ 37 w 51"/>
                <a:gd name="T3" fmla="*/ 16 h 69"/>
                <a:gd name="T4" fmla="*/ 18 w 51"/>
                <a:gd name="T5" fmla="*/ 34 h 69"/>
                <a:gd name="T6" fmla="*/ 37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7" y="16"/>
                  </a:cubicBezTo>
                  <a:cubicBezTo>
                    <a:pt x="26" y="16"/>
                    <a:pt x="18" y="24"/>
                    <a:pt x="18" y="34"/>
                  </a:cubicBezTo>
                  <a:cubicBezTo>
                    <a:pt x="18" y="44"/>
                    <a:pt x="25" y="52"/>
                    <a:pt x="37" y="52"/>
                  </a:cubicBezTo>
                  <a:cubicBezTo>
                    <a:pt x="45"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2" name="Freeform 7"/>
            <p:cNvSpPr>
              <a:spLocks/>
            </p:cNvSpPr>
            <p:nvPr userDrawn="1"/>
          </p:nvSpPr>
          <p:spPr bwMode="auto">
            <a:xfrm>
              <a:off x="355" y="425"/>
              <a:ext cx="67" cy="91"/>
            </a:xfrm>
            <a:custGeom>
              <a:avLst/>
              <a:gdLst>
                <a:gd name="T0" fmla="*/ 51 w 51"/>
                <a:gd name="T1" fmla="*/ 20 h 69"/>
                <a:gd name="T2" fmla="*/ 36 w 51"/>
                <a:gd name="T3" fmla="*/ 16 h 69"/>
                <a:gd name="T4" fmla="*/ 18 w 51"/>
                <a:gd name="T5" fmla="*/ 34 h 69"/>
                <a:gd name="T6" fmla="*/ 36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6" y="16"/>
                  </a:cubicBezTo>
                  <a:cubicBezTo>
                    <a:pt x="25" y="16"/>
                    <a:pt x="18" y="24"/>
                    <a:pt x="18" y="34"/>
                  </a:cubicBezTo>
                  <a:cubicBezTo>
                    <a:pt x="18" y="44"/>
                    <a:pt x="25" y="52"/>
                    <a:pt x="36" y="52"/>
                  </a:cubicBezTo>
                  <a:cubicBezTo>
                    <a:pt x="44"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3" name="Freeform 8"/>
            <p:cNvSpPr>
              <a:spLocks noEditPoints="1"/>
            </p:cNvSpPr>
            <p:nvPr userDrawn="1"/>
          </p:nvSpPr>
          <p:spPr bwMode="auto">
            <a:xfrm>
              <a:off x="675" y="425"/>
              <a:ext cx="91" cy="91"/>
            </a:xfrm>
            <a:custGeom>
              <a:avLst/>
              <a:gdLst>
                <a:gd name="T0" fmla="*/ 70 w 70"/>
                <a:gd name="T1" fmla="*/ 34 h 69"/>
                <a:gd name="T2" fmla="*/ 35 w 70"/>
                <a:gd name="T3" fmla="*/ 69 h 69"/>
                <a:gd name="T4" fmla="*/ 0 w 70"/>
                <a:gd name="T5" fmla="*/ 34 h 69"/>
                <a:gd name="T6" fmla="*/ 35 w 70"/>
                <a:gd name="T7" fmla="*/ 0 h 69"/>
                <a:gd name="T8" fmla="*/ 70 w 70"/>
                <a:gd name="T9" fmla="*/ 34 h 69"/>
                <a:gd name="T10" fmla="*/ 35 w 70"/>
                <a:gd name="T11" fmla="*/ 17 h 69"/>
                <a:gd name="T12" fmla="*/ 18 w 70"/>
                <a:gd name="T13" fmla="*/ 34 h 69"/>
                <a:gd name="T14" fmla="*/ 35 w 70"/>
                <a:gd name="T15" fmla="*/ 52 h 69"/>
                <a:gd name="T16" fmla="*/ 52 w 70"/>
                <a:gd name="T17" fmla="*/ 34 h 69"/>
                <a:gd name="T18" fmla="*/ 35 w 70"/>
                <a:gd name="T19" fmla="*/ 17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70" h="69">
                  <a:moveTo>
                    <a:pt x="70" y="34"/>
                  </a:moveTo>
                  <a:cubicBezTo>
                    <a:pt x="70" y="53"/>
                    <a:pt x="56" y="69"/>
                    <a:pt x="35" y="69"/>
                  </a:cubicBezTo>
                  <a:cubicBezTo>
                    <a:pt x="14" y="69"/>
                    <a:pt x="0" y="53"/>
                    <a:pt x="0" y="34"/>
                  </a:cubicBezTo>
                  <a:cubicBezTo>
                    <a:pt x="0" y="15"/>
                    <a:pt x="14" y="0"/>
                    <a:pt x="35" y="0"/>
                  </a:cubicBezTo>
                  <a:cubicBezTo>
                    <a:pt x="56" y="0"/>
                    <a:pt x="70" y="15"/>
                    <a:pt x="70" y="34"/>
                  </a:cubicBezTo>
                  <a:close/>
                  <a:moveTo>
                    <a:pt x="35" y="17"/>
                  </a:moveTo>
                  <a:cubicBezTo>
                    <a:pt x="25" y="17"/>
                    <a:pt x="18" y="25"/>
                    <a:pt x="18" y="34"/>
                  </a:cubicBezTo>
                  <a:cubicBezTo>
                    <a:pt x="18" y="44"/>
                    <a:pt x="25" y="52"/>
                    <a:pt x="35" y="52"/>
                  </a:cubicBezTo>
                  <a:cubicBezTo>
                    <a:pt x="45" y="52"/>
                    <a:pt x="52" y="44"/>
                    <a:pt x="52" y="34"/>
                  </a:cubicBezTo>
                  <a:cubicBezTo>
                    <a:pt x="52" y="25"/>
                    <a:pt x="45" y="17"/>
                    <a:pt x="35" y="1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4" name="Freeform 9"/>
            <p:cNvSpPr>
              <a:spLocks/>
            </p:cNvSpPr>
            <p:nvPr userDrawn="1"/>
          </p:nvSpPr>
          <p:spPr bwMode="auto">
            <a:xfrm>
              <a:off x="503" y="425"/>
              <a:ext cx="60" cy="91"/>
            </a:xfrm>
            <a:custGeom>
              <a:avLst/>
              <a:gdLst>
                <a:gd name="T0" fmla="*/ 42 w 46"/>
                <a:gd name="T1" fmla="*/ 16 h 69"/>
                <a:gd name="T2" fmla="*/ 29 w 46"/>
                <a:gd name="T3" fmla="*/ 14 h 69"/>
                <a:gd name="T4" fmla="*/ 18 w 46"/>
                <a:gd name="T5" fmla="*/ 20 h 69"/>
                <a:gd name="T6" fmla="*/ 26 w 46"/>
                <a:gd name="T7" fmla="*/ 26 h 69"/>
                <a:gd name="T8" fmla="*/ 30 w 46"/>
                <a:gd name="T9" fmla="*/ 27 h 69"/>
                <a:gd name="T10" fmla="*/ 46 w 46"/>
                <a:gd name="T11" fmla="*/ 47 h 69"/>
                <a:gd name="T12" fmla="*/ 19 w 46"/>
                <a:gd name="T13" fmla="*/ 69 h 69"/>
                <a:gd name="T14" fmla="*/ 1 w 46"/>
                <a:gd name="T15" fmla="*/ 67 h 69"/>
                <a:gd name="T16" fmla="*/ 1 w 46"/>
                <a:gd name="T17" fmla="*/ 52 h 69"/>
                <a:gd name="T18" fmla="*/ 16 w 46"/>
                <a:gd name="T19" fmla="*/ 54 h 69"/>
                <a:gd name="T20" fmla="*/ 29 w 46"/>
                <a:gd name="T21" fmla="*/ 48 h 69"/>
                <a:gd name="T22" fmla="*/ 21 w 46"/>
                <a:gd name="T23" fmla="*/ 41 h 69"/>
                <a:gd name="T24" fmla="*/ 18 w 46"/>
                <a:gd name="T25" fmla="*/ 40 h 69"/>
                <a:gd name="T26" fmla="*/ 0 w 46"/>
                <a:gd name="T27" fmla="*/ 21 h 69"/>
                <a:gd name="T28" fmla="*/ 25 w 46"/>
                <a:gd name="T29" fmla="*/ 0 h 69"/>
                <a:gd name="T30" fmla="*/ 42 w 46"/>
                <a:gd name="T31" fmla="*/ 2 h 69"/>
                <a:gd name="T32" fmla="*/ 42 w 46"/>
                <a:gd name="T33" fmla="*/ 16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46" h="69">
                  <a:moveTo>
                    <a:pt x="42" y="16"/>
                  </a:moveTo>
                  <a:cubicBezTo>
                    <a:pt x="41" y="16"/>
                    <a:pt x="34" y="14"/>
                    <a:pt x="29" y="14"/>
                  </a:cubicBezTo>
                  <a:cubicBezTo>
                    <a:pt x="22" y="14"/>
                    <a:pt x="18" y="16"/>
                    <a:pt x="18" y="20"/>
                  </a:cubicBezTo>
                  <a:cubicBezTo>
                    <a:pt x="18" y="24"/>
                    <a:pt x="23" y="25"/>
                    <a:pt x="26" y="26"/>
                  </a:cubicBezTo>
                  <a:cubicBezTo>
                    <a:pt x="30" y="27"/>
                    <a:pt x="30" y="27"/>
                    <a:pt x="30" y="27"/>
                  </a:cubicBezTo>
                  <a:cubicBezTo>
                    <a:pt x="41" y="31"/>
                    <a:pt x="46" y="38"/>
                    <a:pt x="46" y="47"/>
                  </a:cubicBezTo>
                  <a:cubicBezTo>
                    <a:pt x="46" y="63"/>
                    <a:pt x="32" y="69"/>
                    <a:pt x="19" y="69"/>
                  </a:cubicBezTo>
                  <a:cubicBezTo>
                    <a:pt x="10" y="69"/>
                    <a:pt x="1" y="67"/>
                    <a:pt x="1" y="67"/>
                  </a:cubicBezTo>
                  <a:cubicBezTo>
                    <a:pt x="1" y="52"/>
                    <a:pt x="1" y="52"/>
                    <a:pt x="1" y="52"/>
                  </a:cubicBezTo>
                  <a:cubicBezTo>
                    <a:pt x="2" y="52"/>
                    <a:pt x="9" y="54"/>
                    <a:pt x="16" y="54"/>
                  </a:cubicBezTo>
                  <a:cubicBezTo>
                    <a:pt x="25" y="54"/>
                    <a:pt x="29" y="52"/>
                    <a:pt x="29" y="48"/>
                  </a:cubicBezTo>
                  <a:cubicBezTo>
                    <a:pt x="29" y="45"/>
                    <a:pt x="25" y="43"/>
                    <a:pt x="21" y="41"/>
                  </a:cubicBezTo>
                  <a:cubicBezTo>
                    <a:pt x="20" y="41"/>
                    <a:pt x="19" y="41"/>
                    <a:pt x="18" y="40"/>
                  </a:cubicBezTo>
                  <a:cubicBezTo>
                    <a:pt x="8" y="37"/>
                    <a:pt x="0" y="32"/>
                    <a:pt x="0" y="21"/>
                  </a:cubicBezTo>
                  <a:cubicBezTo>
                    <a:pt x="0" y="8"/>
                    <a:pt x="10" y="0"/>
                    <a:pt x="25" y="0"/>
                  </a:cubicBezTo>
                  <a:cubicBezTo>
                    <a:pt x="34" y="0"/>
                    <a:pt x="41" y="2"/>
                    <a:pt x="42" y="2"/>
                  </a:cubicBezTo>
                  <a:lnTo>
                    <a:pt x="42" y="16"/>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5" name="Freeform 10"/>
            <p:cNvSpPr>
              <a:spLocks/>
            </p:cNvSpPr>
            <p:nvPr userDrawn="1"/>
          </p:nvSpPr>
          <p:spPr bwMode="auto">
            <a:xfrm>
              <a:off x="31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1" name="Freeform 11"/>
            <p:cNvSpPr>
              <a:spLocks/>
            </p:cNvSpPr>
            <p:nvPr userDrawn="1"/>
          </p:nvSpPr>
          <p:spPr bwMode="auto">
            <a:xfrm>
              <a:off x="37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2" name="Freeform 12"/>
            <p:cNvSpPr>
              <a:spLocks/>
            </p:cNvSpPr>
            <p:nvPr userDrawn="1"/>
          </p:nvSpPr>
          <p:spPr bwMode="auto">
            <a:xfrm>
              <a:off x="430" y="249"/>
              <a:ext cx="22" cy="139"/>
            </a:xfrm>
            <a:custGeom>
              <a:avLst/>
              <a:gdLst>
                <a:gd name="T0" fmla="*/ 17 w 17"/>
                <a:gd name="T1" fmla="*/ 8 h 106"/>
                <a:gd name="T2" fmla="*/ 8 w 17"/>
                <a:gd name="T3" fmla="*/ 0 h 106"/>
                <a:gd name="T4" fmla="*/ 0 w 17"/>
                <a:gd name="T5" fmla="*/ 8 h 106"/>
                <a:gd name="T6" fmla="*/ 0 w 17"/>
                <a:gd name="T7" fmla="*/ 97 h 106"/>
                <a:gd name="T8" fmla="*/ 8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8" y="0"/>
                  </a:cubicBezTo>
                  <a:cubicBezTo>
                    <a:pt x="4" y="0"/>
                    <a:pt x="0" y="4"/>
                    <a:pt x="0" y="8"/>
                  </a:cubicBezTo>
                  <a:cubicBezTo>
                    <a:pt x="0" y="97"/>
                    <a:pt x="0" y="97"/>
                    <a:pt x="0" y="97"/>
                  </a:cubicBezTo>
                  <a:cubicBezTo>
                    <a:pt x="0" y="102"/>
                    <a:pt x="4" y="106"/>
                    <a:pt x="8"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3" name="Freeform 13"/>
            <p:cNvSpPr>
              <a:spLocks/>
            </p:cNvSpPr>
            <p:nvPr userDrawn="1"/>
          </p:nvSpPr>
          <p:spPr bwMode="auto">
            <a:xfrm>
              <a:off x="49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4" name="Freeform 14"/>
            <p:cNvSpPr>
              <a:spLocks/>
            </p:cNvSpPr>
            <p:nvPr userDrawn="1"/>
          </p:nvSpPr>
          <p:spPr bwMode="auto">
            <a:xfrm>
              <a:off x="55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5" name="Freeform 15"/>
            <p:cNvSpPr>
              <a:spLocks/>
            </p:cNvSpPr>
            <p:nvPr userDrawn="1"/>
          </p:nvSpPr>
          <p:spPr bwMode="auto">
            <a:xfrm>
              <a:off x="61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6" name="Freeform 16"/>
            <p:cNvSpPr>
              <a:spLocks/>
            </p:cNvSpPr>
            <p:nvPr userDrawn="1"/>
          </p:nvSpPr>
          <p:spPr bwMode="auto">
            <a:xfrm>
              <a:off x="670" y="249"/>
              <a:ext cx="22" cy="139"/>
            </a:xfrm>
            <a:custGeom>
              <a:avLst/>
              <a:gdLst>
                <a:gd name="T0" fmla="*/ 17 w 17"/>
                <a:gd name="T1" fmla="*/ 8 h 106"/>
                <a:gd name="T2" fmla="*/ 9 w 17"/>
                <a:gd name="T3" fmla="*/ 0 h 106"/>
                <a:gd name="T4" fmla="*/ 0 w 17"/>
                <a:gd name="T5" fmla="*/ 8 h 106"/>
                <a:gd name="T6" fmla="*/ 0 w 17"/>
                <a:gd name="T7" fmla="*/ 97 h 106"/>
                <a:gd name="T8" fmla="*/ 9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9" y="0"/>
                  </a:cubicBezTo>
                  <a:cubicBezTo>
                    <a:pt x="4" y="0"/>
                    <a:pt x="0" y="4"/>
                    <a:pt x="0" y="8"/>
                  </a:cubicBezTo>
                  <a:cubicBezTo>
                    <a:pt x="0" y="97"/>
                    <a:pt x="0" y="97"/>
                    <a:pt x="0" y="97"/>
                  </a:cubicBezTo>
                  <a:cubicBezTo>
                    <a:pt x="0" y="102"/>
                    <a:pt x="4" y="106"/>
                    <a:pt x="9"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7" name="Freeform 17"/>
            <p:cNvSpPr>
              <a:spLocks/>
            </p:cNvSpPr>
            <p:nvPr userDrawn="1"/>
          </p:nvSpPr>
          <p:spPr bwMode="auto">
            <a:xfrm>
              <a:off x="73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8" name="Freeform 18"/>
            <p:cNvSpPr>
              <a:spLocks/>
            </p:cNvSpPr>
            <p:nvPr userDrawn="1"/>
          </p:nvSpPr>
          <p:spPr bwMode="auto">
            <a:xfrm>
              <a:off x="790" y="321"/>
              <a:ext cx="22" cy="45"/>
            </a:xfrm>
            <a:custGeom>
              <a:avLst/>
              <a:gdLst>
                <a:gd name="T0" fmla="*/ 17 w 17"/>
                <a:gd name="T1" fmla="*/ 8 h 34"/>
                <a:gd name="T2" fmla="*/ 9 w 17"/>
                <a:gd name="T3" fmla="*/ 0 h 34"/>
                <a:gd name="T4" fmla="*/ 0 w 17"/>
                <a:gd name="T5" fmla="*/ 8 h 34"/>
                <a:gd name="T6" fmla="*/ 0 w 17"/>
                <a:gd name="T7" fmla="*/ 26 h 34"/>
                <a:gd name="T8" fmla="*/ 9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9" y="0"/>
                  </a:cubicBezTo>
                  <a:cubicBezTo>
                    <a:pt x="4" y="0"/>
                    <a:pt x="0" y="3"/>
                    <a:pt x="0" y="8"/>
                  </a:cubicBezTo>
                  <a:cubicBezTo>
                    <a:pt x="0" y="26"/>
                    <a:pt x="0" y="26"/>
                    <a:pt x="0" y="26"/>
                  </a:cubicBezTo>
                  <a:cubicBezTo>
                    <a:pt x="0" y="30"/>
                    <a:pt x="4" y="34"/>
                    <a:pt x="9"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grpSp>
      <p:sp>
        <p:nvSpPr>
          <p:cNvPr id="29" name="Text Placeholder 2"/>
          <p:cNvSpPr>
            <a:spLocks noGrp="1"/>
          </p:cNvSpPr>
          <p:nvPr>
            <p:ph type="body" sz="quarter" idx="13"/>
          </p:nvPr>
        </p:nvSpPr>
        <p:spPr>
          <a:xfrm>
            <a:off x="463292" y="2872236"/>
            <a:ext cx="5925246" cy="299001"/>
          </a:xfrm>
          <a:prstGeom prst="rect">
            <a:avLst/>
          </a:prstGeom>
        </p:spPr>
        <p:txBody>
          <a:bodyPr lIns="91420" tIns="45710" rIns="91420" bIns="45710"/>
          <a:lstStyle>
            <a:lvl1pPr marL="0" indent="0">
              <a:buFont typeface="Arial" panose="020B0604020202020204" pitchFamily="34" charset="0"/>
              <a:buNone/>
              <a:defRPr sz="2000" baseline="0">
                <a:solidFill>
                  <a:schemeClr val="accent1"/>
                </a:solidFill>
                <a:latin typeface="+mj-lt"/>
              </a:defRPr>
            </a:lvl1pPr>
            <a:lvl2pPr marL="304781" indent="0">
              <a:buNone/>
              <a:defRPr/>
            </a:lvl2pPr>
            <a:lvl3pPr marL="427401" indent="0">
              <a:buNone/>
              <a:defRPr/>
            </a:lvl3pPr>
            <a:lvl4pPr marL="516694" indent="0">
              <a:buNone/>
              <a:defRPr/>
            </a:lvl4pPr>
            <a:lvl5pPr marL="601221" indent="0">
              <a:buNone/>
              <a:defRPr/>
            </a:lvl5pPr>
          </a:lstStyle>
          <a:p>
            <a:pPr lvl="0"/>
            <a:r>
              <a:rPr lang="en-US" dirty="0"/>
              <a:t>Click to edit Master text styles</a:t>
            </a:r>
          </a:p>
        </p:txBody>
      </p:sp>
      <p:sp>
        <p:nvSpPr>
          <p:cNvPr id="30" name="Title 1"/>
          <p:cNvSpPr>
            <a:spLocks noGrp="1"/>
          </p:cNvSpPr>
          <p:nvPr>
            <p:ph type="ctrTitle"/>
          </p:nvPr>
        </p:nvSpPr>
        <p:spPr>
          <a:xfrm>
            <a:off x="425765" y="2300750"/>
            <a:ext cx="5955513" cy="644730"/>
          </a:xfrm>
          <a:prstGeom prst="rect">
            <a:avLst/>
          </a:prstGeom>
        </p:spPr>
        <p:txBody>
          <a:bodyPr anchor="b"/>
          <a:lstStyle>
            <a:lvl1pPr marL="0" indent="0" algn="l">
              <a:lnSpc>
                <a:spcPct val="90000"/>
              </a:lnSpc>
              <a:buFont typeface="Arial" panose="020B0604020202020204" pitchFamily="34" charset="0"/>
              <a:buNone/>
              <a:defRPr sz="3600" b="0" i="0" spc="0" baseline="0">
                <a:solidFill>
                  <a:schemeClr val="accent1"/>
                </a:solidFill>
                <a:latin typeface="+mj-lt"/>
                <a:cs typeface="CiscoSans Thin"/>
              </a:defRPr>
            </a:lvl1pPr>
          </a:lstStyle>
          <a:p>
            <a:r>
              <a:rPr lang="en-US" dirty="0"/>
              <a:t>Click to edit Master title style</a:t>
            </a:r>
          </a:p>
        </p:txBody>
      </p:sp>
    </p:spTree>
    <p:extLst>
      <p:ext uri="{BB962C8B-B14F-4D97-AF65-F5344CB8AC3E}">
        <p14:creationId xmlns:p14="http://schemas.microsoft.com/office/powerpoint/2010/main" val="324507505"/>
      </p:ext>
    </p:extLst>
  </p:cSld>
  <p:clrMapOvr>
    <a:masterClrMapping/>
  </p:clrMapOvr>
  <p:transition spd="slow">
    <p:wipe/>
  </p:transition>
  <p:extLst>
    <p:ext uri="{DCECCB84-F9BA-43D5-87BE-67443E8EF086}">
      <p15:sldGuideLst xmlns:p15="http://schemas.microsoft.com/office/powerpoint/2012/main">
        <p15:guide id="1" orient="horz" pos="228">
          <p15:clr>
            <a:srgbClr val="FBAE40"/>
          </p15:clr>
        </p15:guide>
        <p15:guide id="2" pos="360">
          <p15:clr>
            <a:srgbClr val="FBAE40"/>
          </p15:clr>
        </p15:guide>
        <p15:guide id="3" orient="horz" pos="518">
          <p15:clr>
            <a:srgbClr val="FBAE40"/>
          </p15:clr>
        </p15:guide>
        <p15:guide id="4" pos="812">
          <p15:clr>
            <a:srgbClr val="FBAE40"/>
          </p15:clr>
        </p15:guide>
        <p15:guide id="5" pos="311">
          <p15:clr>
            <a:srgbClr val="FBAE40"/>
          </p15:clr>
        </p15:guide>
      </p15:sldGuideLst>
    </p:ext>
  </p:extLst>
</p:sldLayout>
</file>

<file path=ppt/slideLayouts/slideLayout10.xml><?xml version="1.0" encoding="utf-8"?>
<p:sldLayout xmlns:a="http://schemas.openxmlformats.org/drawingml/2006/main" xmlns:r="http://schemas.openxmlformats.org/officeDocument/2006/relationships" xmlns:p="http://schemas.openxmlformats.org/presentationml/2006/main" showMasterSp="0" preserve="1" userDrawn="1">
  <p:cSld name="6_Title Slide-animated gradient">
    <p:bg>
      <p:bgPr>
        <a:solidFill>
          <a:schemeClr val="accent5"/>
        </a:solidFill>
        <a:effectLst/>
      </p:bgPr>
    </p:bg>
    <p:spTree>
      <p:nvGrpSpPr>
        <p:cNvPr id="1" name=""/>
        <p:cNvGrpSpPr/>
        <p:nvPr/>
      </p:nvGrpSpPr>
      <p:grpSpPr>
        <a:xfrm>
          <a:off x="0" y="0"/>
          <a:ext cx="0" cy="0"/>
          <a:chOff x="0" y="0"/>
          <a:chExt cx="0" cy="0"/>
        </a:xfrm>
      </p:grpSpPr>
      <p:sp>
        <p:nvSpPr>
          <p:cNvPr id="2" name="Rectangle 1"/>
          <p:cNvSpPr/>
          <p:nvPr userDrawn="1"/>
        </p:nvSpPr>
        <p:spPr>
          <a:xfrm>
            <a:off x="0" y="0"/>
            <a:ext cx="9144000" cy="5143500"/>
          </a:xfrm>
          <a:prstGeom prst="rect">
            <a:avLst/>
          </a:prstGeom>
          <a:solidFill>
            <a:schemeClr val="accent1"/>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6" name="Subtitle 2"/>
          <p:cNvSpPr>
            <a:spLocks noGrp="1"/>
          </p:cNvSpPr>
          <p:nvPr>
            <p:ph type="subTitle" idx="1"/>
          </p:nvPr>
        </p:nvSpPr>
        <p:spPr>
          <a:xfrm>
            <a:off x="469496" y="3809526"/>
            <a:ext cx="4319105" cy="288131"/>
          </a:xfrm>
          <a:prstGeom prst="rect">
            <a:avLst/>
          </a:prstGeom>
        </p:spPr>
        <p:txBody>
          <a:bodyPr lIns="91420" tIns="45710" rIns="91420" bIns="45710" anchor="b" anchorCtr="0">
            <a:noAutofit/>
          </a:bodyPr>
          <a:lstStyle>
            <a:lvl1pPr marL="0" indent="0" algn="l">
              <a:buNone/>
              <a:defRPr sz="1200" b="0" i="0">
                <a:solidFill>
                  <a:schemeClr val="accent5"/>
                </a:solidFill>
                <a:latin typeface="+mn-lt"/>
                <a:cs typeface="CiscoSans"/>
              </a:defRPr>
            </a:lvl1pPr>
            <a:lvl2pPr marL="342856" indent="0" algn="ctr">
              <a:buNone/>
              <a:defRPr>
                <a:solidFill>
                  <a:schemeClr val="tx1">
                    <a:tint val="75000"/>
                  </a:schemeClr>
                </a:solidFill>
              </a:defRPr>
            </a:lvl2pPr>
            <a:lvl3pPr marL="685720" indent="0" algn="ctr">
              <a:buNone/>
              <a:defRPr>
                <a:solidFill>
                  <a:schemeClr val="tx1">
                    <a:tint val="75000"/>
                  </a:schemeClr>
                </a:solidFill>
              </a:defRPr>
            </a:lvl3pPr>
            <a:lvl4pPr marL="1028579" indent="0" algn="ctr">
              <a:buNone/>
              <a:defRPr>
                <a:solidFill>
                  <a:schemeClr val="tx1">
                    <a:tint val="75000"/>
                  </a:schemeClr>
                </a:solidFill>
              </a:defRPr>
            </a:lvl4pPr>
            <a:lvl5pPr marL="1371441" indent="0" algn="ctr">
              <a:buNone/>
              <a:defRPr>
                <a:solidFill>
                  <a:schemeClr val="tx1">
                    <a:tint val="75000"/>
                  </a:schemeClr>
                </a:solidFill>
              </a:defRPr>
            </a:lvl5pPr>
            <a:lvl6pPr marL="1714297" indent="0" algn="ctr">
              <a:buNone/>
              <a:defRPr>
                <a:solidFill>
                  <a:schemeClr val="tx1">
                    <a:tint val="75000"/>
                  </a:schemeClr>
                </a:solidFill>
              </a:defRPr>
            </a:lvl6pPr>
            <a:lvl7pPr marL="2057161" indent="0" algn="ctr">
              <a:buNone/>
              <a:defRPr>
                <a:solidFill>
                  <a:schemeClr val="tx1">
                    <a:tint val="75000"/>
                  </a:schemeClr>
                </a:solidFill>
              </a:defRPr>
            </a:lvl7pPr>
            <a:lvl8pPr marL="2400020" indent="0" algn="ctr">
              <a:buNone/>
              <a:defRPr>
                <a:solidFill>
                  <a:schemeClr val="tx1">
                    <a:tint val="75000"/>
                  </a:schemeClr>
                </a:solidFill>
              </a:defRPr>
            </a:lvl8pPr>
            <a:lvl9pPr marL="2742882" indent="0" algn="ctr">
              <a:buNone/>
              <a:defRPr>
                <a:solidFill>
                  <a:schemeClr val="tx1">
                    <a:tint val="75000"/>
                  </a:schemeClr>
                </a:solidFill>
              </a:defRPr>
            </a:lvl9pPr>
          </a:lstStyle>
          <a:p>
            <a:r>
              <a:rPr lang="en-US" dirty="0"/>
              <a:t>Click to edit Master subtitle style</a:t>
            </a:r>
          </a:p>
        </p:txBody>
      </p:sp>
      <p:sp>
        <p:nvSpPr>
          <p:cNvPr id="17" name="Text Placeholder 38"/>
          <p:cNvSpPr>
            <a:spLocks noGrp="1"/>
          </p:cNvSpPr>
          <p:nvPr>
            <p:ph type="body" sz="quarter" idx="11"/>
          </p:nvPr>
        </p:nvSpPr>
        <p:spPr>
          <a:xfrm>
            <a:off x="469496" y="4049523"/>
            <a:ext cx="4319105" cy="288131"/>
          </a:xfrm>
          <a:prstGeom prst="rect">
            <a:avLst/>
          </a:prstGeom>
        </p:spPr>
        <p:txBody>
          <a:bodyPr lIns="91420" tIns="45710" rIns="91420" bIns="45710"/>
          <a:lstStyle>
            <a:lvl1pPr marL="0" indent="0" algn="l">
              <a:buFontTx/>
              <a:buNone/>
              <a:defRPr lang="en-US" sz="1200" b="0" i="0" kern="1200" dirty="0" smtClean="0">
                <a:solidFill>
                  <a:schemeClr val="accent5"/>
                </a:solidFill>
                <a:latin typeface="+mn-lt"/>
                <a:ea typeface="+mn-ea"/>
                <a:cs typeface="CiscoSans ExtraLight" pitchFamily="34" charset="0"/>
              </a:defRPr>
            </a:lvl1pPr>
            <a:lvl2pPr>
              <a:buFontTx/>
              <a:buNone/>
              <a:defRPr lang="en-US" sz="1500" kern="1200" dirty="0" smtClean="0">
                <a:solidFill>
                  <a:schemeClr val="bg1"/>
                </a:solidFill>
                <a:latin typeface="+mj-lt"/>
                <a:ea typeface="+mn-ea"/>
                <a:cs typeface="+mn-cs"/>
              </a:defRPr>
            </a:lvl2pPr>
            <a:lvl3pPr>
              <a:buFontTx/>
              <a:buNone/>
              <a:defRPr lang="en-US" sz="1500" kern="1200" dirty="0" smtClean="0">
                <a:solidFill>
                  <a:schemeClr val="bg1"/>
                </a:solidFill>
                <a:latin typeface="+mj-lt"/>
                <a:ea typeface="+mn-ea"/>
                <a:cs typeface="+mn-cs"/>
              </a:defRPr>
            </a:lvl3pPr>
            <a:lvl4pPr>
              <a:buFontTx/>
              <a:buNone/>
              <a:defRPr lang="en-US" sz="1500" kern="1200" dirty="0" smtClean="0">
                <a:solidFill>
                  <a:schemeClr val="bg1"/>
                </a:solidFill>
                <a:latin typeface="+mj-lt"/>
                <a:ea typeface="+mn-ea"/>
                <a:cs typeface="+mn-cs"/>
              </a:defRPr>
            </a:lvl4pPr>
            <a:lvl5pPr>
              <a:buFontTx/>
              <a:buNone/>
              <a:defRPr lang="en-US" sz="1500" kern="1200" dirty="0" smtClean="0">
                <a:solidFill>
                  <a:schemeClr val="bg1"/>
                </a:solidFill>
                <a:latin typeface="+mj-lt"/>
                <a:ea typeface="+mn-ea"/>
                <a:cs typeface="+mn-cs"/>
              </a:defRPr>
            </a:lvl5pPr>
          </a:lstStyle>
          <a:p>
            <a:pPr lvl="0"/>
            <a:r>
              <a:rPr lang="en-US"/>
              <a:t>Click to edit Master text styles</a:t>
            </a:r>
          </a:p>
        </p:txBody>
      </p:sp>
      <p:sp>
        <p:nvSpPr>
          <p:cNvPr id="18" name="Text Placeholder 40"/>
          <p:cNvSpPr>
            <a:spLocks noGrp="1"/>
          </p:cNvSpPr>
          <p:nvPr>
            <p:ph type="body" sz="quarter" idx="12"/>
          </p:nvPr>
        </p:nvSpPr>
        <p:spPr>
          <a:xfrm>
            <a:off x="469496" y="4289520"/>
            <a:ext cx="4319105" cy="288131"/>
          </a:xfrm>
          <a:prstGeom prst="rect">
            <a:avLst/>
          </a:prstGeom>
        </p:spPr>
        <p:txBody>
          <a:bodyPr lIns="91420" tIns="45710" rIns="91420" bIns="45710"/>
          <a:lstStyle>
            <a:lvl1pPr marL="0" indent="0" algn="l">
              <a:buFontTx/>
              <a:buNone/>
              <a:defRPr lang="en-US" sz="1200" b="0" i="0" kern="1200" dirty="0" smtClean="0">
                <a:solidFill>
                  <a:schemeClr val="accent5"/>
                </a:solidFill>
                <a:latin typeface="+mn-lt"/>
                <a:ea typeface="+mn-ea"/>
                <a:cs typeface="CiscoSans ExtraLight" pitchFamily="34" charset="0"/>
              </a:defRPr>
            </a:lvl1pPr>
            <a:lvl2pPr>
              <a:buFontTx/>
              <a:buNone/>
              <a:defRPr lang="en-US" sz="1500" kern="1200" dirty="0" smtClean="0">
                <a:solidFill>
                  <a:schemeClr val="bg1"/>
                </a:solidFill>
                <a:latin typeface="+mj-lt"/>
                <a:ea typeface="+mn-ea"/>
                <a:cs typeface="+mn-cs"/>
              </a:defRPr>
            </a:lvl2pPr>
            <a:lvl3pPr>
              <a:buFontTx/>
              <a:buNone/>
              <a:defRPr lang="en-US" sz="1500" kern="1200" dirty="0" smtClean="0">
                <a:solidFill>
                  <a:schemeClr val="bg1"/>
                </a:solidFill>
                <a:latin typeface="+mj-lt"/>
                <a:ea typeface="+mn-ea"/>
                <a:cs typeface="+mn-cs"/>
              </a:defRPr>
            </a:lvl3pPr>
            <a:lvl4pPr>
              <a:buFontTx/>
              <a:buNone/>
              <a:defRPr lang="en-US" sz="1500" kern="1200" dirty="0" smtClean="0">
                <a:solidFill>
                  <a:schemeClr val="bg1"/>
                </a:solidFill>
                <a:latin typeface="+mj-lt"/>
                <a:ea typeface="+mn-ea"/>
                <a:cs typeface="+mn-cs"/>
              </a:defRPr>
            </a:lvl4pPr>
            <a:lvl5pPr>
              <a:buFontTx/>
              <a:buNone/>
              <a:defRPr lang="en-US" sz="1500" kern="1200" dirty="0" smtClean="0">
                <a:solidFill>
                  <a:schemeClr val="bg1"/>
                </a:solidFill>
                <a:latin typeface="+mj-lt"/>
                <a:ea typeface="+mn-ea"/>
                <a:cs typeface="+mn-cs"/>
              </a:defRPr>
            </a:lvl5pPr>
          </a:lstStyle>
          <a:p>
            <a:pPr lvl="0"/>
            <a:r>
              <a:rPr lang="en-US"/>
              <a:t>Click to edit Master text styles</a:t>
            </a:r>
          </a:p>
        </p:txBody>
      </p:sp>
      <p:grpSp>
        <p:nvGrpSpPr>
          <p:cNvPr id="6" name="Group 4"/>
          <p:cNvGrpSpPr>
            <a:grpSpLocks noChangeAspect="1"/>
          </p:cNvGrpSpPr>
          <p:nvPr userDrawn="1"/>
        </p:nvGrpSpPr>
        <p:grpSpPr bwMode="auto">
          <a:xfrm>
            <a:off x="492125" y="395288"/>
            <a:ext cx="796924" cy="423863"/>
            <a:chOff x="310" y="249"/>
            <a:chExt cx="502" cy="267"/>
          </a:xfrm>
          <a:solidFill>
            <a:schemeClr val="accent5"/>
          </a:solidFill>
        </p:grpSpPr>
        <p:sp>
          <p:nvSpPr>
            <p:cNvPr id="9" name="Rectangle 5"/>
            <p:cNvSpPr>
              <a:spLocks noChangeArrowheads="1"/>
            </p:cNvSpPr>
            <p:nvPr userDrawn="1"/>
          </p:nvSpPr>
          <p:spPr bwMode="auto">
            <a:xfrm>
              <a:off x="452" y="426"/>
              <a:ext cx="22" cy="88"/>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0" name="Freeform 6"/>
            <p:cNvSpPr>
              <a:spLocks/>
            </p:cNvSpPr>
            <p:nvPr userDrawn="1"/>
          </p:nvSpPr>
          <p:spPr bwMode="auto">
            <a:xfrm>
              <a:off x="585" y="425"/>
              <a:ext cx="66" cy="91"/>
            </a:xfrm>
            <a:custGeom>
              <a:avLst/>
              <a:gdLst>
                <a:gd name="T0" fmla="*/ 51 w 51"/>
                <a:gd name="T1" fmla="*/ 20 h 69"/>
                <a:gd name="T2" fmla="*/ 37 w 51"/>
                <a:gd name="T3" fmla="*/ 16 h 69"/>
                <a:gd name="T4" fmla="*/ 18 w 51"/>
                <a:gd name="T5" fmla="*/ 34 h 69"/>
                <a:gd name="T6" fmla="*/ 37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7" y="16"/>
                  </a:cubicBezTo>
                  <a:cubicBezTo>
                    <a:pt x="26" y="16"/>
                    <a:pt x="18" y="24"/>
                    <a:pt x="18" y="34"/>
                  </a:cubicBezTo>
                  <a:cubicBezTo>
                    <a:pt x="18" y="44"/>
                    <a:pt x="25" y="52"/>
                    <a:pt x="37" y="52"/>
                  </a:cubicBezTo>
                  <a:cubicBezTo>
                    <a:pt x="45"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2" name="Freeform 7"/>
            <p:cNvSpPr>
              <a:spLocks/>
            </p:cNvSpPr>
            <p:nvPr userDrawn="1"/>
          </p:nvSpPr>
          <p:spPr bwMode="auto">
            <a:xfrm>
              <a:off x="355" y="425"/>
              <a:ext cx="67" cy="91"/>
            </a:xfrm>
            <a:custGeom>
              <a:avLst/>
              <a:gdLst>
                <a:gd name="T0" fmla="*/ 51 w 51"/>
                <a:gd name="T1" fmla="*/ 20 h 69"/>
                <a:gd name="T2" fmla="*/ 36 w 51"/>
                <a:gd name="T3" fmla="*/ 16 h 69"/>
                <a:gd name="T4" fmla="*/ 18 w 51"/>
                <a:gd name="T5" fmla="*/ 34 h 69"/>
                <a:gd name="T6" fmla="*/ 36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6" y="16"/>
                  </a:cubicBezTo>
                  <a:cubicBezTo>
                    <a:pt x="25" y="16"/>
                    <a:pt x="18" y="24"/>
                    <a:pt x="18" y="34"/>
                  </a:cubicBezTo>
                  <a:cubicBezTo>
                    <a:pt x="18" y="44"/>
                    <a:pt x="25" y="52"/>
                    <a:pt x="36" y="52"/>
                  </a:cubicBezTo>
                  <a:cubicBezTo>
                    <a:pt x="44"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3" name="Freeform 8"/>
            <p:cNvSpPr>
              <a:spLocks noEditPoints="1"/>
            </p:cNvSpPr>
            <p:nvPr userDrawn="1"/>
          </p:nvSpPr>
          <p:spPr bwMode="auto">
            <a:xfrm>
              <a:off x="675" y="425"/>
              <a:ext cx="91" cy="91"/>
            </a:xfrm>
            <a:custGeom>
              <a:avLst/>
              <a:gdLst>
                <a:gd name="T0" fmla="*/ 70 w 70"/>
                <a:gd name="T1" fmla="*/ 34 h 69"/>
                <a:gd name="T2" fmla="*/ 35 w 70"/>
                <a:gd name="T3" fmla="*/ 69 h 69"/>
                <a:gd name="T4" fmla="*/ 0 w 70"/>
                <a:gd name="T5" fmla="*/ 34 h 69"/>
                <a:gd name="T6" fmla="*/ 35 w 70"/>
                <a:gd name="T7" fmla="*/ 0 h 69"/>
                <a:gd name="T8" fmla="*/ 70 w 70"/>
                <a:gd name="T9" fmla="*/ 34 h 69"/>
                <a:gd name="T10" fmla="*/ 35 w 70"/>
                <a:gd name="T11" fmla="*/ 17 h 69"/>
                <a:gd name="T12" fmla="*/ 18 w 70"/>
                <a:gd name="T13" fmla="*/ 34 h 69"/>
                <a:gd name="T14" fmla="*/ 35 w 70"/>
                <a:gd name="T15" fmla="*/ 52 h 69"/>
                <a:gd name="T16" fmla="*/ 52 w 70"/>
                <a:gd name="T17" fmla="*/ 34 h 69"/>
                <a:gd name="T18" fmla="*/ 35 w 70"/>
                <a:gd name="T19" fmla="*/ 17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70" h="69">
                  <a:moveTo>
                    <a:pt x="70" y="34"/>
                  </a:moveTo>
                  <a:cubicBezTo>
                    <a:pt x="70" y="53"/>
                    <a:pt x="56" y="69"/>
                    <a:pt x="35" y="69"/>
                  </a:cubicBezTo>
                  <a:cubicBezTo>
                    <a:pt x="14" y="69"/>
                    <a:pt x="0" y="53"/>
                    <a:pt x="0" y="34"/>
                  </a:cubicBezTo>
                  <a:cubicBezTo>
                    <a:pt x="0" y="15"/>
                    <a:pt x="14" y="0"/>
                    <a:pt x="35" y="0"/>
                  </a:cubicBezTo>
                  <a:cubicBezTo>
                    <a:pt x="56" y="0"/>
                    <a:pt x="70" y="15"/>
                    <a:pt x="70" y="34"/>
                  </a:cubicBezTo>
                  <a:close/>
                  <a:moveTo>
                    <a:pt x="35" y="17"/>
                  </a:moveTo>
                  <a:cubicBezTo>
                    <a:pt x="25" y="17"/>
                    <a:pt x="18" y="25"/>
                    <a:pt x="18" y="34"/>
                  </a:cubicBezTo>
                  <a:cubicBezTo>
                    <a:pt x="18" y="44"/>
                    <a:pt x="25" y="52"/>
                    <a:pt x="35" y="52"/>
                  </a:cubicBezTo>
                  <a:cubicBezTo>
                    <a:pt x="45" y="52"/>
                    <a:pt x="52" y="44"/>
                    <a:pt x="52" y="34"/>
                  </a:cubicBezTo>
                  <a:cubicBezTo>
                    <a:pt x="52" y="25"/>
                    <a:pt x="45" y="17"/>
                    <a:pt x="35" y="1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4" name="Freeform 9"/>
            <p:cNvSpPr>
              <a:spLocks/>
            </p:cNvSpPr>
            <p:nvPr userDrawn="1"/>
          </p:nvSpPr>
          <p:spPr bwMode="auto">
            <a:xfrm>
              <a:off x="503" y="425"/>
              <a:ext cx="60" cy="91"/>
            </a:xfrm>
            <a:custGeom>
              <a:avLst/>
              <a:gdLst>
                <a:gd name="T0" fmla="*/ 42 w 46"/>
                <a:gd name="T1" fmla="*/ 16 h 69"/>
                <a:gd name="T2" fmla="*/ 29 w 46"/>
                <a:gd name="T3" fmla="*/ 14 h 69"/>
                <a:gd name="T4" fmla="*/ 18 w 46"/>
                <a:gd name="T5" fmla="*/ 20 h 69"/>
                <a:gd name="T6" fmla="*/ 26 w 46"/>
                <a:gd name="T7" fmla="*/ 26 h 69"/>
                <a:gd name="T8" fmla="*/ 30 w 46"/>
                <a:gd name="T9" fmla="*/ 27 h 69"/>
                <a:gd name="T10" fmla="*/ 46 w 46"/>
                <a:gd name="T11" fmla="*/ 47 h 69"/>
                <a:gd name="T12" fmla="*/ 19 w 46"/>
                <a:gd name="T13" fmla="*/ 69 h 69"/>
                <a:gd name="T14" fmla="*/ 1 w 46"/>
                <a:gd name="T15" fmla="*/ 67 h 69"/>
                <a:gd name="T16" fmla="*/ 1 w 46"/>
                <a:gd name="T17" fmla="*/ 52 h 69"/>
                <a:gd name="T18" fmla="*/ 16 w 46"/>
                <a:gd name="T19" fmla="*/ 54 h 69"/>
                <a:gd name="T20" fmla="*/ 29 w 46"/>
                <a:gd name="T21" fmla="*/ 48 h 69"/>
                <a:gd name="T22" fmla="*/ 21 w 46"/>
                <a:gd name="T23" fmla="*/ 41 h 69"/>
                <a:gd name="T24" fmla="*/ 18 w 46"/>
                <a:gd name="T25" fmla="*/ 40 h 69"/>
                <a:gd name="T26" fmla="*/ 0 w 46"/>
                <a:gd name="T27" fmla="*/ 21 h 69"/>
                <a:gd name="T28" fmla="*/ 25 w 46"/>
                <a:gd name="T29" fmla="*/ 0 h 69"/>
                <a:gd name="T30" fmla="*/ 42 w 46"/>
                <a:gd name="T31" fmla="*/ 2 h 69"/>
                <a:gd name="T32" fmla="*/ 42 w 46"/>
                <a:gd name="T33" fmla="*/ 16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46" h="69">
                  <a:moveTo>
                    <a:pt x="42" y="16"/>
                  </a:moveTo>
                  <a:cubicBezTo>
                    <a:pt x="41" y="16"/>
                    <a:pt x="34" y="14"/>
                    <a:pt x="29" y="14"/>
                  </a:cubicBezTo>
                  <a:cubicBezTo>
                    <a:pt x="22" y="14"/>
                    <a:pt x="18" y="16"/>
                    <a:pt x="18" y="20"/>
                  </a:cubicBezTo>
                  <a:cubicBezTo>
                    <a:pt x="18" y="24"/>
                    <a:pt x="23" y="25"/>
                    <a:pt x="26" y="26"/>
                  </a:cubicBezTo>
                  <a:cubicBezTo>
                    <a:pt x="30" y="27"/>
                    <a:pt x="30" y="27"/>
                    <a:pt x="30" y="27"/>
                  </a:cubicBezTo>
                  <a:cubicBezTo>
                    <a:pt x="41" y="31"/>
                    <a:pt x="46" y="38"/>
                    <a:pt x="46" y="47"/>
                  </a:cubicBezTo>
                  <a:cubicBezTo>
                    <a:pt x="46" y="63"/>
                    <a:pt x="32" y="69"/>
                    <a:pt x="19" y="69"/>
                  </a:cubicBezTo>
                  <a:cubicBezTo>
                    <a:pt x="10" y="69"/>
                    <a:pt x="1" y="67"/>
                    <a:pt x="1" y="67"/>
                  </a:cubicBezTo>
                  <a:cubicBezTo>
                    <a:pt x="1" y="52"/>
                    <a:pt x="1" y="52"/>
                    <a:pt x="1" y="52"/>
                  </a:cubicBezTo>
                  <a:cubicBezTo>
                    <a:pt x="2" y="52"/>
                    <a:pt x="9" y="54"/>
                    <a:pt x="16" y="54"/>
                  </a:cubicBezTo>
                  <a:cubicBezTo>
                    <a:pt x="25" y="54"/>
                    <a:pt x="29" y="52"/>
                    <a:pt x="29" y="48"/>
                  </a:cubicBezTo>
                  <a:cubicBezTo>
                    <a:pt x="29" y="45"/>
                    <a:pt x="25" y="43"/>
                    <a:pt x="21" y="41"/>
                  </a:cubicBezTo>
                  <a:cubicBezTo>
                    <a:pt x="20" y="41"/>
                    <a:pt x="19" y="41"/>
                    <a:pt x="18" y="40"/>
                  </a:cubicBezTo>
                  <a:cubicBezTo>
                    <a:pt x="8" y="37"/>
                    <a:pt x="0" y="32"/>
                    <a:pt x="0" y="21"/>
                  </a:cubicBezTo>
                  <a:cubicBezTo>
                    <a:pt x="0" y="8"/>
                    <a:pt x="10" y="0"/>
                    <a:pt x="25" y="0"/>
                  </a:cubicBezTo>
                  <a:cubicBezTo>
                    <a:pt x="34" y="0"/>
                    <a:pt x="41" y="2"/>
                    <a:pt x="42" y="2"/>
                  </a:cubicBezTo>
                  <a:lnTo>
                    <a:pt x="42" y="16"/>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5" name="Freeform 10"/>
            <p:cNvSpPr>
              <a:spLocks/>
            </p:cNvSpPr>
            <p:nvPr userDrawn="1"/>
          </p:nvSpPr>
          <p:spPr bwMode="auto">
            <a:xfrm>
              <a:off x="31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1" name="Freeform 11"/>
            <p:cNvSpPr>
              <a:spLocks/>
            </p:cNvSpPr>
            <p:nvPr userDrawn="1"/>
          </p:nvSpPr>
          <p:spPr bwMode="auto">
            <a:xfrm>
              <a:off x="37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2" name="Freeform 12"/>
            <p:cNvSpPr>
              <a:spLocks/>
            </p:cNvSpPr>
            <p:nvPr userDrawn="1"/>
          </p:nvSpPr>
          <p:spPr bwMode="auto">
            <a:xfrm>
              <a:off x="430" y="249"/>
              <a:ext cx="22" cy="139"/>
            </a:xfrm>
            <a:custGeom>
              <a:avLst/>
              <a:gdLst>
                <a:gd name="T0" fmla="*/ 17 w 17"/>
                <a:gd name="T1" fmla="*/ 8 h 106"/>
                <a:gd name="T2" fmla="*/ 8 w 17"/>
                <a:gd name="T3" fmla="*/ 0 h 106"/>
                <a:gd name="T4" fmla="*/ 0 w 17"/>
                <a:gd name="T5" fmla="*/ 8 h 106"/>
                <a:gd name="T6" fmla="*/ 0 w 17"/>
                <a:gd name="T7" fmla="*/ 97 h 106"/>
                <a:gd name="T8" fmla="*/ 8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8" y="0"/>
                  </a:cubicBezTo>
                  <a:cubicBezTo>
                    <a:pt x="4" y="0"/>
                    <a:pt x="0" y="4"/>
                    <a:pt x="0" y="8"/>
                  </a:cubicBezTo>
                  <a:cubicBezTo>
                    <a:pt x="0" y="97"/>
                    <a:pt x="0" y="97"/>
                    <a:pt x="0" y="97"/>
                  </a:cubicBezTo>
                  <a:cubicBezTo>
                    <a:pt x="0" y="102"/>
                    <a:pt x="4" y="106"/>
                    <a:pt x="8"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3" name="Freeform 13"/>
            <p:cNvSpPr>
              <a:spLocks/>
            </p:cNvSpPr>
            <p:nvPr userDrawn="1"/>
          </p:nvSpPr>
          <p:spPr bwMode="auto">
            <a:xfrm>
              <a:off x="49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4" name="Freeform 14"/>
            <p:cNvSpPr>
              <a:spLocks/>
            </p:cNvSpPr>
            <p:nvPr userDrawn="1"/>
          </p:nvSpPr>
          <p:spPr bwMode="auto">
            <a:xfrm>
              <a:off x="55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5" name="Freeform 15"/>
            <p:cNvSpPr>
              <a:spLocks/>
            </p:cNvSpPr>
            <p:nvPr userDrawn="1"/>
          </p:nvSpPr>
          <p:spPr bwMode="auto">
            <a:xfrm>
              <a:off x="61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6" name="Freeform 16"/>
            <p:cNvSpPr>
              <a:spLocks/>
            </p:cNvSpPr>
            <p:nvPr userDrawn="1"/>
          </p:nvSpPr>
          <p:spPr bwMode="auto">
            <a:xfrm>
              <a:off x="670" y="249"/>
              <a:ext cx="22" cy="139"/>
            </a:xfrm>
            <a:custGeom>
              <a:avLst/>
              <a:gdLst>
                <a:gd name="T0" fmla="*/ 17 w 17"/>
                <a:gd name="T1" fmla="*/ 8 h 106"/>
                <a:gd name="T2" fmla="*/ 9 w 17"/>
                <a:gd name="T3" fmla="*/ 0 h 106"/>
                <a:gd name="T4" fmla="*/ 0 w 17"/>
                <a:gd name="T5" fmla="*/ 8 h 106"/>
                <a:gd name="T6" fmla="*/ 0 w 17"/>
                <a:gd name="T7" fmla="*/ 97 h 106"/>
                <a:gd name="T8" fmla="*/ 9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9" y="0"/>
                  </a:cubicBezTo>
                  <a:cubicBezTo>
                    <a:pt x="4" y="0"/>
                    <a:pt x="0" y="4"/>
                    <a:pt x="0" y="8"/>
                  </a:cubicBezTo>
                  <a:cubicBezTo>
                    <a:pt x="0" y="97"/>
                    <a:pt x="0" y="97"/>
                    <a:pt x="0" y="97"/>
                  </a:cubicBezTo>
                  <a:cubicBezTo>
                    <a:pt x="0" y="102"/>
                    <a:pt x="4" y="106"/>
                    <a:pt x="9"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7" name="Freeform 17"/>
            <p:cNvSpPr>
              <a:spLocks/>
            </p:cNvSpPr>
            <p:nvPr userDrawn="1"/>
          </p:nvSpPr>
          <p:spPr bwMode="auto">
            <a:xfrm>
              <a:off x="73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8" name="Freeform 18"/>
            <p:cNvSpPr>
              <a:spLocks/>
            </p:cNvSpPr>
            <p:nvPr userDrawn="1"/>
          </p:nvSpPr>
          <p:spPr bwMode="auto">
            <a:xfrm>
              <a:off x="790" y="321"/>
              <a:ext cx="22" cy="45"/>
            </a:xfrm>
            <a:custGeom>
              <a:avLst/>
              <a:gdLst>
                <a:gd name="T0" fmla="*/ 17 w 17"/>
                <a:gd name="T1" fmla="*/ 8 h 34"/>
                <a:gd name="T2" fmla="*/ 9 w 17"/>
                <a:gd name="T3" fmla="*/ 0 h 34"/>
                <a:gd name="T4" fmla="*/ 0 w 17"/>
                <a:gd name="T5" fmla="*/ 8 h 34"/>
                <a:gd name="T6" fmla="*/ 0 w 17"/>
                <a:gd name="T7" fmla="*/ 26 h 34"/>
                <a:gd name="T8" fmla="*/ 9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9" y="0"/>
                  </a:cubicBezTo>
                  <a:cubicBezTo>
                    <a:pt x="4" y="0"/>
                    <a:pt x="0" y="3"/>
                    <a:pt x="0" y="8"/>
                  </a:cubicBezTo>
                  <a:cubicBezTo>
                    <a:pt x="0" y="26"/>
                    <a:pt x="0" y="26"/>
                    <a:pt x="0" y="26"/>
                  </a:cubicBezTo>
                  <a:cubicBezTo>
                    <a:pt x="0" y="30"/>
                    <a:pt x="4" y="34"/>
                    <a:pt x="9"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grpSp>
      <p:sp>
        <p:nvSpPr>
          <p:cNvPr id="29" name="Text Placeholder 2"/>
          <p:cNvSpPr>
            <a:spLocks noGrp="1"/>
          </p:cNvSpPr>
          <p:nvPr>
            <p:ph type="body" sz="quarter" idx="13"/>
          </p:nvPr>
        </p:nvSpPr>
        <p:spPr>
          <a:xfrm>
            <a:off x="463292" y="2872236"/>
            <a:ext cx="5925246" cy="299001"/>
          </a:xfrm>
          <a:prstGeom prst="rect">
            <a:avLst/>
          </a:prstGeom>
        </p:spPr>
        <p:txBody>
          <a:bodyPr lIns="91420" tIns="45710" rIns="91420" bIns="45710"/>
          <a:lstStyle>
            <a:lvl1pPr marL="0" indent="0">
              <a:buFont typeface="Arial" panose="020B0604020202020204" pitchFamily="34" charset="0"/>
              <a:buNone/>
              <a:defRPr sz="2000" baseline="0">
                <a:solidFill>
                  <a:schemeClr val="bg2"/>
                </a:solidFill>
                <a:latin typeface="+mj-lt"/>
              </a:defRPr>
            </a:lvl1pPr>
            <a:lvl2pPr marL="304781" indent="0">
              <a:buNone/>
              <a:defRPr/>
            </a:lvl2pPr>
            <a:lvl3pPr marL="427401" indent="0">
              <a:buNone/>
              <a:defRPr/>
            </a:lvl3pPr>
            <a:lvl4pPr marL="516694" indent="0">
              <a:buNone/>
              <a:defRPr/>
            </a:lvl4pPr>
            <a:lvl5pPr marL="601221" indent="0">
              <a:buNone/>
              <a:defRPr/>
            </a:lvl5pPr>
          </a:lstStyle>
          <a:p>
            <a:pPr lvl="0"/>
            <a:r>
              <a:rPr lang="en-US" dirty="0"/>
              <a:t>Click to edit Master text styles</a:t>
            </a:r>
          </a:p>
        </p:txBody>
      </p:sp>
      <p:sp>
        <p:nvSpPr>
          <p:cNvPr id="30" name="Title 1"/>
          <p:cNvSpPr>
            <a:spLocks noGrp="1"/>
          </p:cNvSpPr>
          <p:nvPr>
            <p:ph type="ctrTitle"/>
          </p:nvPr>
        </p:nvSpPr>
        <p:spPr>
          <a:xfrm>
            <a:off x="425765" y="2300750"/>
            <a:ext cx="5955513" cy="644730"/>
          </a:xfrm>
          <a:prstGeom prst="rect">
            <a:avLst/>
          </a:prstGeom>
        </p:spPr>
        <p:txBody>
          <a:bodyPr anchor="b"/>
          <a:lstStyle>
            <a:lvl1pPr marL="0" indent="0" algn="l">
              <a:lnSpc>
                <a:spcPct val="90000"/>
              </a:lnSpc>
              <a:buFont typeface="Arial" panose="020B0604020202020204" pitchFamily="34" charset="0"/>
              <a:buNone/>
              <a:defRPr sz="3600" b="0" i="0" spc="0" baseline="0">
                <a:solidFill>
                  <a:srgbClr val="38C6F4"/>
                </a:solidFill>
                <a:latin typeface="+mj-lt"/>
                <a:cs typeface="CiscoSans Thin"/>
              </a:defRPr>
            </a:lvl1pPr>
          </a:lstStyle>
          <a:p>
            <a:r>
              <a:rPr lang="en-US" dirty="0"/>
              <a:t>Click to edit Master title style</a:t>
            </a:r>
          </a:p>
        </p:txBody>
      </p:sp>
    </p:spTree>
    <p:extLst>
      <p:ext uri="{BB962C8B-B14F-4D97-AF65-F5344CB8AC3E}">
        <p14:creationId xmlns:p14="http://schemas.microsoft.com/office/powerpoint/2010/main" val="437905670"/>
      </p:ext>
    </p:extLst>
  </p:cSld>
  <p:clrMapOvr>
    <a:masterClrMapping/>
  </p:clrMapOvr>
  <p:transition spd="slow">
    <p:wipe/>
  </p:transition>
  <p:extLst>
    <p:ext uri="{DCECCB84-F9BA-43D5-87BE-67443E8EF086}">
      <p15:sldGuideLst xmlns:p15="http://schemas.microsoft.com/office/powerpoint/2012/main">
        <p15:guide id="1" orient="horz" pos="228">
          <p15:clr>
            <a:srgbClr val="FBAE40"/>
          </p15:clr>
        </p15:guide>
        <p15:guide id="2" pos="360">
          <p15:clr>
            <a:srgbClr val="FBAE40"/>
          </p15:clr>
        </p15:guide>
        <p15:guide id="3" orient="horz" pos="518">
          <p15:clr>
            <a:srgbClr val="FBAE40"/>
          </p15:clr>
        </p15:guide>
        <p15:guide id="4" pos="812">
          <p15:clr>
            <a:srgbClr val="FBAE40"/>
          </p15:clr>
        </p15:guide>
        <p15:guide id="5" pos="311">
          <p15:clr>
            <a:srgbClr val="FBAE40"/>
          </p15:clr>
        </p15:guide>
      </p15:sldGuideLst>
    </p:ext>
  </p:extLst>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preserve="1">
  <p:cSld name="3_Segue">
    <p:bg>
      <p:bgPr>
        <a:solidFill>
          <a:schemeClr val="bg1"/>
        </a:solidFill>
        <a:effectLst/>
      </p:bgPr>
    </p:bg>
    <p:spTree>
      <p:nvGrpSpPr>
        <p:cNvPr id="1" name=""/>
        <p:cNvGrpSpPr/>
        <p:nvPr/>
      </p:nvGrpSpPr>
      <p:grpSpPr>
        <a:xfrm>
          <a:off x="0" y="0"/>
          <a:ext cx="0" cy="0"/>
          <a:chOff x="0" y="0"/>
          <a:chExt cx="0" cy="0"/>
        </a:xfrm>
      </p:grpSpPr>
      <p:sp>
        <p:nvSpPr>
          <p:cNvPr id="7" name="Rectangle 6"/>
          <p:cNvSpPr/>
          <p:nvPr userDrawn="1"/>
        </p:nvSpPr>
        <p:spPr>
          <a:xfrm>
            <a:off x="0" y="0"/>
            <a:ext cx="9144000" cy="5143499"/>
          </a:xfrm>
          <a:prstGeom prst="rect">
            <a:avLst/>
          </a:prstGeom>
          <a:solidFill>
            <a:srgbClr val="00394F"/>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6" name="Title 1"/>
          <p:cNvSpPr>
            <a:spLocks noGrp="1"/>
          </p:cNvSpPr>
          <p:nvPr>
            <p:ph type="ctrTitle"/>
          </p:nvPr>
        </p:nvSpPr>
        <p:spPr>
          <a:xfrm>
            <a:off x="416425" y="915409"/>
            <a:ext cx="7598042" cy="2569946"/>
          </a:xfrm>
          <a:prstGeom prst="rect">
            <a:avLst/>
          </a:prstGeom>
        </p:spPr>
        <p:txBody>
          <a:bodyPr anchor="b">
            <a:noAutofit/>
          </a:bodyPr>
          <a:lstStyle>
            <a:lvl1pPr marL="0" indent="0" algn="l">
              <a:lnSpc>
                <a:spcPct val="90000"/>
              </a:lnSpc>
              <a:buFont typeface="Arial" panose="020B0604020202020204" pitchFamily="34" charset="0"/>
              <a:buNone/>
              <a:defRPr sz="4600" b="0" i="0" spc="0" baseline="0">
                <a:solidFill>
                  <a:schemeClr val="accent5"/>
                </a:solidFill>
                <a:latin typeface="+mj-lt"/>
                <a:cs typeface="CiscoSans Thin"/>
              </a:defRPr>
            </a:lvl1pPr>
          </a:lstStyle>
          <a:p>
            <a:r>
              <a:rPr lang="en-US" dirty="0"/>
              <a:t>Click to edit Master title style</a:t>
            </a:r>
          </a:p>
        </p:txBody>
      </p:sp>
      <p:sp>
        <p:nvSpPr>
          <p:cNvPr id="8" name="Rectangle 7"/>
          <p:cNvSpPr>
            <a:spLocks noChangeArrowheads="1"/>
          </p:cNvSpPr>
          <p:nvPr userDrawn="1"/>
        </p:nvSpPr>
        <p:spPr bwMode="ltGray">
          <a:xfrm>
            <a:off x="8515707" y="4742907"/>
            <a:ext cx="218414" cy="154518"/>
          </a:xfrm>
          <a:prstGeom prst="rect">
            <a:avLst/>
          </a:prstGeom>
          <a:noFill/>
          <a:ln w="9525" algn="ctr">
            <a:noFill/>
            <a:miter lim="800000"/>
            <a:headEnd/>
            <a:tailEnd/>
          </a:ln>
          <a:effectLst/>
        </p:spPr>
        <p:txBody>
          <a:bodyPr wrap="none" lIns="61586" tIns="30792" rIns="61586" bIns="30792" anchor="b">
            <a:spAutoFit/>
          </a:bodyPr>
          <a:lstStyle/>
          <a:p>
            <a:pPr algn="r" defTabSz="610744" fontAlgn="auto">
              <a:spcBef>
                <a:spcPts val="0"/>
              </a:spcBef>
              <a:spcAft>
                <a:spcPts val="0"/>
              </a:spcAft>
              <a:defRPr/>
            </a:pPr>
            <a:fld id="{6A1E46DC-7EF6-4EA2-B285-14272867D133}" type="slidenum">
              <a:rPr lang="en-US" sz="600">
                <a:solidFill>
                  <a:schemeClr val="accent5">
                    <a:lumMod val="50000"/>
                  </a:schemeClr>
                </a:solidFill>
                <a:latin typeface="+mn-lt"/>
                <a:ea typeface="+mn-ea"/>
                <a:cs typeface="CiscoSans Thin"/>
              </a:rPr>
              <a:pPr algn="r" defTabSz="610744" fontAlgn="auto">
                <a:spcBef>
                  <a:spcPts val="0"/>
                </a:spcBef>
                <a:spcAft>
                  <a:spcPts val="0"/>
                </a:spcAft>
                <a:defRPr/>
              </a:pPr>
              <a:t>‹#›</a:t>
            </a:fld>
            <a:endParaRPr lang="en-US" sz="600" dirty="0">
              <a:solidFill>
                <a:schemeClr val="accent5">
                  <a:lumMod val="50000"/>
                </a:schemeClr>
              </a:solidFill>
              <a:latin typeface="+mn-lt"/>
              <a:ea typeface="+mn-ea"/>
              <a:cs typeface="CiscoSans Thin"/>
            </a:endParaRPr>
          </a:p>
        </p:txBody>
      </p:sp>
      <p:sp>
        <p:nvSpPr>
          <p:cNvPr id="9" name="Rectangle 4"/>
          <p:cNvSpPr>
            <a:spLocks noChangeArrowheads="1"/>
          </p:cNvSpPr>
          <p:nvPr userDrawn="1"/>
        </p:nvSpPr>
        <p:spPr bwMode="ltGray">
          <a:xfrm>
            <a:off x="5867508" y="4741653"/>
            <a:ext cx="2658018" cy="154518"/>
          </a:xfrm>
          <a:prstGeom prst="rect">
            <a:avLst/>
          </a:prstGeom>
          <a:noFill/>
          <a:ln w="9525">
            <a:noFill/>
            <a:miter lim="800000"/>
            <a:headEnd/>
            <a:tailEnd/>
          </a:ln>
          <a:effectLst/>
        </p:spPr>
        <p:txBody>
          <a:bodyPr lIns="61586" tIns="30792" rIns="61586" bIns="30792" anchor="b">
            <a:spAutoFit/>
          </a:bodyPr>
          <a:lstStyle/>
          <a:p>
            <a:pPr defTabSz="610744" fontAlgn="auto">
              <a:spcBef>
                <a:spcPts val="0"/>
              </a:spcBef>
              <a:spcAft>
                <a:spcPts val="0"/>
              </a:spcAft>
              <a:defRPr/>
            </a:pPr>
            <a:r>
              <a:rPr lang="en-US" sz="600" dirty="0">
                <a:solidFill>
                  <a:schemeClr val="accent5">
                    <a:lumMod val="50000"/>
                  </a:schemeClr>
                </a:solidFill>
                <a:latin typeface="+mn-lt"/>
                <a:ea typeface="+mn-ea"/>
                <a:cs typeface="CiscoSans Thin"/>
              </a:rPr>
              <a:t>© 2021  Cisco and/or its affiliates. All rights reserved.   Cisco Confidential</a:t>
            </a:r>
          </a:p>
        </p:txBody>
      </p:sp>
      <p:grpSp>
        <p:nvGrpSpPr>
          <p:cNvPr id="11" name="Group 4"/>
          <p:cNvGrpSpPr>
            <a:grpSpLocks noChangeAspect="1"/>
          </p:cNvGrpSpPr>
          <p:nvPr userDrawn="1"/>
        </p:nvGrpSpPr>
        <p:grpSpPr bwMode="auto">
          <a:xfrm>
            <a:off x="508039" y="4715197"/>
            <a:ext cx="340257" cy="180974"/>
            <a:chOff x="310" y="249"/>
            <a:chExt cx="502" cy="267"/>
          </a:xfrm>
          <a:solidFill>
            <a:srgbClr val="086D8E"/>
          </a:solidFill>
        </p:grpSpPr>
        <p:sp>
          <p:nvSpPr>
            <p:cNvPr id="12" name="Rectangle 5"/>
            <p:cNvSpPr>
              <a:spLocks noChangeArrowheads="1"/>
            </p:cNvSpPr>
            <p:nvPr userDrawn="1"/>
          </p:nvSpPr>
          <p:spPr bwMode="auto">
            <a:xfrm>
              <a:off x="452" y="426"/>
              <a:ext cx="22" cy="88"/>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3" name="Freeform 6"/>
            <p:cNvSpPr>
              <a:spLocks/>
            </p:cNvSpPr>
            <p:nvPr userDrawn="1"/>
          </p:nvSpPr>
          <p:spPr bwMode="auto">
            <a:xfrm>
              <a:off x="585" y="425"/>
              <a:ext cx="66" cy="91"/>
            </a:xfrm>
            <a:custGeom>
              <a:avLst/>
              <a:gdLst>
                <a:gd name="T0" fmla="*/ 51 w 51"/>
                <a:gd name="T1" fmla="*/ 20 h 69"/>
                <a:gd name="T2" fmla="*/ 37 w 51"/>
                <a:gd name="T3" fmla="*/ 16 h 69"/>
                <a:gd name="T4" fmla="*/ 18 w 51"/>
                <a:gd name="T5" fmla="*/ 34 h 69"/>
                <a:gd name="T6" fmla="*/ 37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7" y="16"/>
                  </a:cubicBezTo>
                  <a:cubicBezTo>
                    <a:pt x="26" y="16"/>
                    <a:pt x="18" y="24"/>
                    <a:pt x="18" y="34"/>
                  </a:cubicBezTo>
                  <a:cubicBezTo>
                    <a:pt x="18" y="44"/>
                    <a:pt x="25" y="52"/>
                    <a:pt x="37" y="52"/>
                  </a:cubicBezTo>
                  <a:cubicBezTo>
                    <a:pt x="45"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4" name="Freeform 7"/>
            <p:cNvSpPr>
              <a:spLocks/>
            </p:cNvSpPr>
            <p:nvPr userDrawn="1"/>
          </p:nvSpPr>
          <p:spPr bwMode="auto">
            <a:xfrm>
              <a:off x="355" y="425"/>
              <a:ext cx="67" cy="91"/>
            </a:xfrm>
            <a:custGeom>
              <a:avLst/>
              <a:gdLst>
                <a:gd name="T0" fmla="*/ 51 w 51"/>
                <a:gd name="T1" fmla="*/ 20 h 69"/>
                <a:gd name="T2" fmla="*/ 36 w 51"/>
                <a:gd name="T3" fmla="*/ 16 h 69"/>
                <a:gd name="T4" fmla="*/ 18 w 51"/>
                <a:gd name="T5" fmla="*/ 34 h 69"/>
                <a:gd name="T6" fmla="*/ 36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6" y="16"/>
                  </a:cubicBezTo>
                  <a:cubicBezTo>
                    <a:pt x="25" y="16"/>
                    <a:pt x="18" y="24"/>
                    <a:pt x="18" y="34"/>
                  </a:cubicBezTo>
                  <a:cubicBezTo>
                    <a:pt x="18" y="44"/>
                    <a:pt x="25" y="52"/>
                    <a:pt x="36" y="52"/>
                  </a:cubicBezTo>
                  <a:cubicBezTo>
                    <a:pt x="44"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5" name="Freeform 8"/>
            <p:cNvSpPr>
              <a:spLocks noEditPoints="1"/>
            </p:cNvSpPr>
            <p:nvPr userDrawn="1"/>
          </p:nvSpPr>
          <p:spPr bwMode="auto">
            <a:xfrm>
              <a:off x="675" y="425"/>
              <a:ext cx="91" cy="91"/>
            </a:xfrm>
            <a:custGeom>
              <a:avLst/>
              <a:gdLst>
                <a:gd name="T0" fmla="*/ 70 w 70"/>
                <a:gd name="T1" fmla="*/ 34 h 69"/>
                <a:gd name="T2" fmla="*/ 35 w 70"/>
                <a:gd name="T3" fmla="*/ 69 h 69"/>
                <a:gd name="T4" fmla="*/ 0 w 70"/>
                <a:gd name="T5" fmla="*/ 34 h 69"/>
                <a:gd name="T6" fmla="*/ 35 w 70"/>
                <a:gd name="T7" fmla="*/ 0 h 69"/>
                <a:gd name="T8" fmla="*/ 70 w 70"/>
                <a:gd name="T9" fmla="*/ 34 h 69"/>
                <a:gd name="T10" fmla="*/ 35 w 70"/>
                <a:gd name="T11" fmla="*/ 17 h 69"/>
                <a:gd name="T12" fmla="*/ 18 w 70"/>
                <a:gd name="T13" fmla="*/ 34 h 69"/>
                <a:gd name="T14" fmla="*/ 35 w 70"/>
                <a:gd name="T15" fmla="*/ 52 h 69"/>
                <a:gd name="T16" fmla="*/ 52 w 70"/>
                <a:gd name="T17" fmla="*/ 34 h 69"/>
                <a:gd name="T18" fmla="*/ 35 w 70"/>
                <a:gd name="T19" fmla="*/ 17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70" h="69">
                  <a:moveTo>
                    <a:pt x="70" y="34"/>
                  </a:moveTo>
                  <a:cubicBezTo>
                    <a:pt x="70" y="53"/>
                    <a:pt x="56" y="69"/>
                    <a:pt x="35" y="69"/>
                  </a:cubicBezTo>
                  <a:cubicBezTo>
                    <a:pt x="14" y="69"/>
                    <a:pt x="0" y="53"/>
                    <a:pt x="0" y="34"/>
                  </a:cubicBezTo>
                  <a:cubicBezTo>
                    <a:pt x="0" y="15"/>
                    <a:pt x="14" y="0"/>
                    <a:pt x="35" y="0"/>
                  </a:cubicBezTo>
                  <a:cubicBezTo>
                    <a:pt x="56" y="0"/>
                    <a:pt x="70" y="15"/>
                    <a:pt x="70" y="34"/>
                  </a:cubicBezTo>
                  <a:close/>
                  <a:moveTo>
                    <a:pt x="35" y="17"/>
                  </a:moveTo>
                  <a:cubicBezTo>
                    <a:pt x="25" y="17"/>
                    <a:pt x="18" y="25"/>
                    <a:pt x="18" y="34"/>
                  </a:cubicBezTo>
                  <a:cubicBezTo>
                    <a:pt x="18" y="44"/>
                    <a:pt x="25" y="52"/>
                    <a:pt x="35" y="52"/>
                  </a:cubicBezTo>
                  <a:cubicBezTo>
                    <a:pt x="45" y="52"/>
                    <a:pt x="52" y="44"/>
                    <a:pt x="52" y="34"/>
                  </a:cubicBezTo>
                  <a:cubicBezTo>
                    <a:pt x="52" y="25"/>
                    <a:pt x="45" y="17"/>
                    <a:pt x="35" y="1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6" name="Freeform 9"/>
            <p:cNvSpPr>
              <a:spLocks/>
            </p:cNvSpPr>
            <p:nvPr userDrawn="1"/>
          </p:nvSpPr>
          <p:spPr bwMode="auto">
            <a:xfrm>
              <a:off x="503" y="425"/>
              <a:ext cx="60" cy="91"/>
            </a:xfrm>
            <a:custGeom>
              <a:avLst/>
              <a:gdLst>
                <a:gd name="T0" fmla="*/ 42 w 46"/>
                <a:gd name="T1" fmla="*/ 16 h 69"/>
                <a:gd name="T2" fmla="*/ 29 w 46"/>
                <a:gd name="T3" fmla="*/ 14 h 69"/>
                <a:gd name="T4" fmla="*/ 18 w 46"/>
                <a:gd name="T5" fmla="*/ 20 h 69"/>
                <a:gd name="T6" fmla="*/ 26 w 46"/>
                <a:gd name="T7" fmla="*/ 26 h 69"/>
                <a:gd name="T8" fmla="*/ 30 w 46"/>
                <a:gd name="T9" fmla="*/ 27 h 69"/>
                <a:gd name="T10" fmla="*/ 46 w 46"/>
                <a:gd name="T11" fmla="*/ 47 h 69"/>
                <a:gd name="T12" fmla="*/ 19 w 46"/>
                <a:gd name="T13" fmla="*/ 69 h 69"/>
                <a:gd name="T14" fmla="*/ 1 w 46"/>
                <a:gd name="T15" fmla="*/ 67 h 69"/>
                <a:gd name="T16" fmla="*/ 1 w 46"/>
                <a:gd name="T17" fmla="*/ 52 h 69"/>
                <a:gd name="T18" fmla="*/ 16 w 46"/>
                <a:gd name="T19" fmla="*/ 54 h 69"/>
                <a:gd name="T20" fmla="*/ 29 w 46"/>
                <a:gd name="T21" fmla="*/ 48 h 69"/>
                <a:gd name="T22" fmla="*/ 21 w 46"/>
                <a:gd name="T23" fmla="*/ 41 h 69"/>
                <a:gd name="T24" fmla="*/ 18 w 46"/>
                <a:gd name="T25" fmla="*/ 40 h 69"/>
                <a:gd name="T26" fmla="*/ 0 w 46"/>
                <a:gd name="T27" fmla="*/ 21 h 69"/>
                <a:gd name="T28" fmla="*/ 25 w 46"/>
                <a:gd name="T29" fmla="*/ 0 h 69"/>
                <a:gd name="T30" fmla="*/ 42 w 46"/>
                <a:gd name="T31" fmla="*/ 2 h 69"/>
                <a:gd name="T32" fmla="*/ 42 w 46"/>
                <a:gd name="T33" fmla="*/ 16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46" h="69">
                  <a:moveTo>
                    <a:pt x="42" y="16"/>
                  </a:moveTo>
                  <a:cubicBezTo>
                    <a:pt x="41" y="16"/>
                    <a:pt x="34" y="14"/>
                    <a:pt x="29" y="14"/>
                  </a:cubicBezTo>
                  <a:cubicBezTo>
                    <a:pt x="22" y="14"/>
                    <a:pt x="18" y="16"/>
                    <a:pt x="18" y="20"/>
                  </a:cubicBezTo>
                  <a:cubicBezTo>
                    <a:pt x="18" y="24"/>
                    <a:pt x="23" y="25"/>
                    <a:pt x="26" y="26"/>
                  </a:cubicBezTo>
                  <a:cubicBezTo>
                    <a:pt x="30" y="27"/>
                    <a:pt x="30" y="27"/>
                    <a:pt x="30" y="27"/>
                  </a:cubicBezTo>
                  <a:cubicBezTo>
                    <a:pt x="41" y="31"/>
                    <a:pt x="46" y="38"/>
                    <a:pt x="46" y="47"/>
                  </a:cubicBezTo>
                  <a:cubicBezTo>
                    <a:pt x="46" y="63"/>
                    <a:pt x="32" y="69"/>
                    <a:pt x="19" y="69"/>
                  </a:cubicBezTo>
                  <a:cubicBezTo>
                    <a:pt x="10" y="69"/>
                    <a:pt x="1" y="67"/>
                    <a:pt x="1" y="67"/>
                  </a:cubicBezTo>
                  <a:cubicBezTo>
                    <a:pt x="1" y="52"/>
                    <a:pt x="1" y="52"/>
                    <a:pt x="1" y="52"/>
                  </a:cubicBezTo>
                  <a:cubicBezTo>
                    <a:pt x="2" y="52"/>
                    <a:pt x="9" y="54"/>
                    <a:pt x="16" y="54"/>
                  </a:cubicBezTo>
                  <a:cubicBezTo>
                    <a:pt x="25" y="54"/>
                    <a:pt x="29" y="52"/>
                    <a:pt x="29" y="48"/>
                  </a:cubicBezTo>
                  <a:cubicBezTo>
                    <a:pt x="29" y="45"/>
                    <a:pt x="25" y="43"/>
                    <a:pt x="21" y="41"/>
                  </a:cubicBezTo>
                  <a:cubicBezTo>
                    <a:pt x="20" y="41"/>
                    <a:pt x="19" y="41"/>
                    <a:pt x="18" y="40"/>
                  </a:cubicBezTo>
                  <a:cubicBezTo>
                    <a:pt x="8" y="37"/>
                    <a:pt x="0" y="32"/>
                    <a:pt x="0" y="21"/>
                  </a:cubicBezTo>
                  <a:cubicBezTo>
                    <a:pt x="0" y="8"/>
                    <a:pt x="10" y="0"/>
                    <a:pt x="25" y="0"/>
                  </a:cubicBezTo>
                  <a:cubicBezTo>
                    <a:pt x="34" y="0"/>
                    <a:pt x="41" y="2"/>
                    <a:pt x="42" y="2"/>
                  </a:cubicBezTo>
                  <a:lnTo>
                    <a:pt x="42" y="16"/>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7" name="Freeform 10"/>
            <p:cNvSpPr>
              <a:spLocks/>
            </p:cNvSpPr>
            <p:nvPr userDrawn="1"/>
          </p:nvSpPr>
          <p:spPr bwMode="auto">
            <a:xfrm>
              <a:off x="31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8" name="Freeform 11"/>
            <p:cNvSpPr>
              <a:spLocks/>
            </p:cNvSpPr>
            <p:nvPr userDrawn="1"/>
          </p:nvSpPr>
          <p:spPr bwMode="auto">
            <a:xfrm>
              <a:off x="37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9" name="Freeform 12"/>
            <p:cNvSpPr>
              <a:spLocks/>
            </p:cNvSpPr>
            <p:nvPr userDrawn="1"/>
          </p:nvSpPr>
          <p:spPr bwMode="auto">
            <a:xfrm>
              <a:off x="430" y="249"/>
              <a:ext cx="22" cy="139"/>
            </a:xfrm>
            <a:custGeom>
              <a:avLst/>
              <a:gdLst>
                <a:gd name="T0" fmla="*/ 17 w 17"/>
                <a:gd name="T1" fmla="*/ 8 h 106"/>
                <a:gd name="T2" fmla="*/ 8 w 17"/>
                <a:gd name="T3" fmla="*/ 0 h 106"/>
                <a:gd name="T4" fmla="*/ 0 w 17"/>
                <a:gd name="T5" fmla="*/ 8 h 106"/>
                <a:gd name="T6" fmla="*/ 0 w 17"/>
                <a:gd name="T7" fmla="*/ 97 h 106"/>
                <a:gd name="T8" fmla="*/ 8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8" y="0"/>
                  </a:cubicBezTo>
                  <a:cubicBezTo>
                    <a:pt x="4" y="0"/>
                    <a:pt x="0" y="4"/>
                    <a:pt x="0" y="8"/>
                  </a:cubicBezTo>
                  <a:cubicBezTo>
                    <a:pt x="0" y="97"/>
                    <a:pt x="0" y="97"/>
                    <a:pt x="0" y="97"/>
                  </a:cubicBezTo>
                  <a:cubicBezTo>
                    <a:pt x="0" y="102"/>
                    <a:pt x="4" y="106"/>
                    <a:pt x="8"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0" name="Freeform 13"/>
            <p:cNvSpPr>
              <a:spLocks/>
            </p:cNvSpPr>
            <p:nvPr userDrawn="1"/>
          </p:nvSpPr>
          <p:spPr bwMode="auto">
            <a:xfrm>
              <a:off x="49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1" name="Freeform 14"/>
            <p:cNvSpPr>
              <a:spLocks/>
            </p:cNvSpPr>
            <p:nvPr userDrawn="1"/>
          </p:nvSpPr>
          <p:spPr bwMode="auto">
            <a:xfrm>
              <a:off x="55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2" name="Freeform 15"/>
            <p:cNvSpPr>
              <a:spLocks/>
            </p:cNvSpPr>
            <p:nvPr userDrawn="1"/>
          </p:nvSpPr>
          <p:spPr bwMode="auto">
            <a:xfrm>
              <a:off x="61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3" name="Freeform 16"/>
            <p:cNvSpPr>
              <a:spLocks/>
            </p:cNvSpPr>
            <p:nvPr userDrawn="1"/>
          </p:nvSpPr>
          <p:spPr bwMode="auto">
            <a:xfrm>
              <a:off x="670" y="249"/>
              <a:ext cx="22" cy="139"/>
            </a:xfrm>
            <a:custGeom>
              <a:avLst/>
              <a:gdLst>
                <a:gd name="T0" fmla="*/ 17 w 17"/>
                <a:gd name="T1" fmla="*/ 8 h 106"/>
                <a:gd name="T2" fmla="*/ 9 w 17"/>
                <a:gd name="T3" fmla="*/ 0 h 106"/>
                <a:gd name="T4" fmla="*/ 0 w 17"/>
                <a:gd name="T5" fmla="*/ 8 h 106"/>
                <a:gd name="T6" fmla="*/ 0 w 17"/>
                <a:gd name="T7" fmla="*/ 97 h 106"/>
                <a:gd name="T8" fmla="*/ 9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9" y="0"/>
                  </a:cubicBezTo>
                  <a:cubicBezTo>
                    <a:pt x="4" y="0"/>
                    <a:pt x="0" y="4"/>
                    <a:pt x="0" y="8"/>
                  </a:cubicBezTo>
                  <a:cubicBezTo>
                    <a:pt x="0" y="97"/>
                    <a:pt x="0" y="97"/>
                    <a:pt x="0" y="97"/>
                  </a:cubicBezTo>
                  <a:cubicBezTo>
                    <a:pt x="0" y="102"/>
                    <a:pt x="4" y="106"/>
                    <a:pt x="9"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4" name="Freeform 17"/>
            <p:cNvSpPr>
              <a:spLocks/>
            </p:cNvSpPr>
            <p:nvPr userDrawn="1"/>
          </p:nvSpPr>
          <p:spPr bwMode="auto">
            <a:xfrm>
              <a:off x="73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5" name="Freeform 18"/>
            <p:cNvSpPr>
              <a:spLocks/>
            </p:cNvSpPr>
            <p:nvPr userDrawn="1"/>
          </p:nvSpPr>
          <p:spPr bwMode="auto">
            <a:xfrm>
              <a:off x="790" y="321"/>
              <a:ext cx="22" cy="45"/>
            </a:xfrm>
            <a:custGeom>
              <a:avLst/>
              <a:gdLst>
                <a:gd name="T0" fmla="*/ 17 w 17"/>
                <a:gd name="T1" fmla="*/ 8 h 34"/>
                <a:gd name="T2" fmla="*/ 9 w 17"/>
                <a:gd name="T3" fmla="*/ 0 h 34"/>
                <a:gd name="T4" fmla="*/ 0 w 17"/>
                <a:gd name="T5" fmla="*/ 8 h 34"/>
                <a:gd name="T6" fmla="*/ 0 w 17"/>
                <a:gd name="T7" fmla="*/ 26 h 34"/>
                <a:gd name="T8" fmla="*/ 9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9" y="0"/>
                  </a:cubicBezTo>
                  <a:cubicBezTo>
                    <a:pt x="4" y="0"/>
                    <a:pt x="0" y="3"/>
                    <a:pt x="0" y="8"/>
                  </a:cubicBezTo>
                  <a:cubicBezTo>
                    <a:pt x="0" y="26"/>
                    <a:pt x="0" y="26"/>
                    <a:pt x="0" y="26"/>
                  </a:cubicBezTo>
                  <a:cubicBezTo>
                    <a:pt x="0" y="30"/>
                    <a:pt x="4" y="34"/>
                    <a:pt x="9"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grpSp>
    </p:spTree>
    <p:extLst>
      <p:ext uri="{BB962C8B-B14F-4D97-AF65-F5344CB8AC3E}">
        <p14:creationId xmlns:p14="http://schemas.microsoft.com/office/powerpoint/2010/main" val="2558895217"/>
      </p:ext>
    </p:extLst>
  </p:cSld>
  <p:clrMapOvr>
    <a:masterClrMapping/>
  </p:clrMapOvr>
  <p:transition spd="slow">
    <p:wipe/>
  </p:transition>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Multi_Slide">
    <p:spTree>
      <p:nvGrpSpPr>
        <p:cNvPr id="1" name=""/>
        <p:cNvGrpSpPr/>
        <p:nvPr/>
      </p:nvGrpSpPr>
      <p:grpSpPr>
        <a:xfrm>
          <a:off x="0" y="0"/>
          <a:ext cx="0" cy="0"/>
          <a:chOff x="0" y="0"/>
          <a:chExt cx="0" cy="0"/>
        </a:xfrm>
      </p:grpSpPr>
      <p:sp>
        <p:nvSpPr>
          <p:cNvPr id="5" name="Content Placeholder 2"/>
          <p:cNvSpPr>
            <a:spLocks noGrp="1"/>
          </p:cNvSpPr>
          <p:nvPr>
            <p:ph idx="1"/>
          </p:nvPr>
        </p:nvSpPr>
        <p:spPr>
          <a:xfrm>
            <a:off x="474662" y="1347788"/>
            <a:ext cx="8280057" cy="3073946"/>
          </a:xfrm>
          <a:prstGeom prst="rect">
            <a:avLst/>
          </a:prstGeom>
        </p:spPr>
        <p:txBody>
          <a:bodyPr lIns="91420" tIns="45710" rIns="91420" bIns="45710">
            <a:noAutofit/>
          </a:bodyPr>
          <a:lstStyle>
            <a:lvl1pPr marL="285690" marR="0" indent="-285690" algn="ctr" defTabSz="457105" rtl="0" eaLnBrk="1" fontAlgn="auto" latinLnBrk="0" hangingPunct="1">
              <a:lnSpc>
                <a:spcPct val="100000"/>
              </a:lnSpc>
              <a:spcBef>
                <a:spcPct val="20000"/>
              </a:spcBef>
              <a:spcAft>
                <a:spcPts val="0"/>
              </a:spcAft>
              <a:buClrTx/>
              <a:buSzTx/>
              <a:buFont typeface="Arial"/>
              <a:buNone/>
              <a:tabLst/>
              <a:defRPr sz="2000" b="0" i="0" baseline="0">
                <a:solidFill>
                  <a:schemeClr val="bg1"/>
                </a:solidFill>
                <a:latin typeface="+mn-lt"/>
                <a:cs typeface="CiscoSans ExtraLight"/>
              </a:defRPr>
            </a:lvl1pPr>
          </a:lstStyle>
          <a:p>
            <a:pPr lvl="0"/>
            <a:r>
              <a:rPr lang="en-US"/>
              <a:t>Click to edit Master text styles</a:t>
            </a:r>
          </a:p>
        </p:txBody>
      </p:sp>
      <p:sp>
        <p:nvSpPr>
          <p:cNvPr id="4" name="Title Placeholder 5"/>
          <p:cNvSpPr>
            <a:spLocks noGrp="1"/>
          </p:cNvSpPr>
          <p:nvPr>
            <p:ph type="title"/>
          </p:nvPr>
        </p:nvSpPr>
        <p:spPr bwMode="auto">
          <a:xfrm>
            <a:off x="437766" y="341313"/>
            <a:ext cx="8345488" cy="7318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rgbClr val="004C69"/>
                </a:solidFill>
              </a:defRPr>
            </a:lvl1pPr>
          </a:lstStyle>
          <a:p>
            <a:pPr lvl="0"/>
            <a:r>
              <a:rPr lang="en-US" dirty="0"/>
              <a:t>Click to edit Master title style</a:t>
            </a:r>
            <a:endParaRPr lang="en-GB" dirty="0"/>
          </a:p>
        </p:txBody>
      </p:sp>
    </p:spTree>
    <p:extLst>
      <p:ext uri="{BB962C8B-B14F-4D97-AF65-F5344CB8AC3E}">
        <p14:creationId xmlns:p14="http://schemas.microsoft.com/office/powerpoint/2010/main" val="328411208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Blank Slide">
    <p:spTree>
      <p:nvGrpSpPr>
        <p:cNvPr id="1" name=""/>
        <p:cNvGrpSpPr/>
        <p:nvPr/>
      </p:nvGrpSpPr>
      <p:grpSpPr>
        <a:xfrm>
          <a:off x="0" y="0"/>
          <a:ext cx="0" cy="0"/>
          <a:chOff x="0" y="0"/>
          <a:chExt cx="0" cy="0"/>
        </a:xfrm>
      </p:grpSpPr>
    </p:spTree>
    <p:extLst>
      <p:ext uri="{BB962C8B-B14F-4D97-AF65-F5344CB8AC3E}">
        <p14:creationId xmlns:p14="http://schemas.microsoft.com/office/powerpoint/2010/main" val="1824730799"/>
      </p:ext>
    </p:extLst>
  </p:cSld>
  <p:clrMapOvr>
    <a:overrideClrMapping bg1="lt1" tx1="dk1" bg2="lt2" tx2="dk2" accent1="accent1" accent2="accent2" accent3="accent3" accent4="accent4" accent5="accent5" accent6="accent6" hlink="hlink" folHlink="folHlink"/>
  </p:clrMapOvr>
  <p:transition spd="med">
    <p:fade/>
  </p:transition>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2_Circled_Bullets">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solidFill>
                  <a:schemeClr val="accent1"/>
                </a:solidFill>
              </a:defRPr>
            </a:lvl1pPr>
          </a:lstStyle>
          <a:p>
            <a:r>
              <a:rPr lang="en-US" dirty="0"/>
              <a:t>Click to edit Master title style</a:t>
            </a:r>
          </a:p>
        </p:txBody>
      </p:sp>
      <p:sp>
        <p:nvSpPr>
          <p:cNvPr id="12" name="Oval 11"/>
          <p:cNvSpPr/>
          <p:nvPr/>
        </p:nvSpPr>
        <p:spPr>
          <a:xfrm>
            <a:off x="575610" y="2552550"/>
            <a:ext cx="698624" cy="698624"/>
          </a:xfrm>
          <a:prstGeom prst="ellipse">
            <a:avLst/>
          </a:prstGeom>
          <a:solidFill>
            <a:schemeClr val="bg2"/>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4000" dirty="0">
              <a:solidFill>
                <a:srgbClr val="FFFFFF"/>
              </a:solidFill>
              <a:cs typeface="Arial"/>
            </a:endParaRPr>
          </a:p>
        </p:txBody>
      </p:sp>
      <p:sp>
        <p:nvSpPr>
          <p:cNvPr id="15" name="Oval 14"/>
          <p:cNvSpPr/>
          <p:nvPr/>
        </p:nvSpPr>
        <p:spPr>
          <a:xfrm>
            <a:off x="575610" y="1426607"/>
            <a:ext cx="698624" cy="698624"/>
          </a:xfrm>
          <a:prstGeom prst="ellipse">
            <a:avLst/>
          </a:prstGeom>
          <a:solidFill>
            <a:srgbClr val="00394F"/>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4000" dirty="0">
              <a:ln>
                <a:solidFill>
                  <a:schemeClr val="bg2"/>
                </a:solidFill>
              </a:ln>
              <a:solidFill>
                <a:schemeClr val="bg1"/>
              </a:solidFill>
              <a:cs typeface="Arial"/>
            </a:endParaRPr>
          </a:p>
        </p:txBody>
      </p:sp>
      <p:sp>
        <p:nvSpPr>
          <p:cNvPr id="22" name="Oval 21"/>
          <p:cNvSpPr/>
          <p:nvPr/>
        </p:nvSpPr>
        <p:spPr>
          <a:xfrm>
            <a:off x="575610" y="3653093"/>
            <a:ext cx="698624" cy="698624"/>
          </a:xfrm>
          <a:prstGeom prst="ellipse">
            <a:avLst/>
          </a:prstGeom>
          <a:solidFill>
            <a:schemeClr val="accent5"/>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4000" dirty="0">
              <a:solidFill>
                <a:srgbClr val="049FD9"/>
              </a:solidFill>
              <a:cs typeface="Arial"/>
            </a:endParaRPr>
          </a:p>
        </p:txBody>
      </p:sp>
      <p:sp>
        <p:nvSpPr>
          <p:cNvPr id="24" name="Text Placeholder 17"/>
          <p:cNvSpPr>
            <a:spLocks noGrp="1"/>
          </p:cNvSpPr>
          <p:nvPr>
            <p:ph type="body" sz="quarter" idx="13"/>
          </p:nvPr>
        </p:nvSpPr>
        <p:spPr>
          <a:xfrm>
            <a:off x="1365250" y="1432522"/>
            <a:ext cx="5473700" cy="693381"/>
          </a:xfrm>
          <a:prstGeom prst="rect">
            <a:avLst/>
          </a:prstGeom>
        </p:spPr>
        <p:txBody>
          <a:bodyPr lIns="91420" tIns="45710" rIns="91420" bIns="45710" anchor="ctr" anchorCtr="0">
            <a:noAutofit/>
          </a:bodyPr>
          <a:lstStyle>
            <a:lvl1pPr marL="0" indent="0" algn="l">
              <a:buNone/>
              <a:defRPr sz="2000" b="0" i="0" baseline="0">
                <a:solidFill>
                  <a:schemeClr val="accent1"/>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Click to edit Master text styles</a:t>
            </a:r>
          </a:p>
        </p:txBody>
      </p:sp>
      <p:sp>
        <p:nvSpPr>
          <p:cNvPr id="25" name="Text Placeholder 17"/>
          <p:cNvSpPr>
            <a:spLocks noGrp="1"/>
          </p:cNvSpPr>
          <p:nvPr>
            <p:ph type="body" sz="quarter" idx="14"/>
          </p:nvPr>
        </p:nvSpPr>
        <p:spPr>
          <a:xfrm>
            <a:off x="1365250" y="2557793"/>
            <a:ext cx="5473700" cy="693381"/>
          </a:xfrm>
          <a:prstGeom prst="rect">
            <a:avLst/>
          </a:prstGeom>
        </p:spPr>
        <p:txBody>
          <a:bodyPr lIns="91420" tIns="45710" rIns="91420" bIns="45710" anchor="ctr" anchorCtr="0">
            <a:noAutofit/>
          </a:bodyPr>
          <a:lstStyle>
            <a:lvl1pPr marL="0" indent="0" algn="l">
              <a:buNone/>
              <a:defRPr sz="2000" b="0" i="0" baseline="0">
                <a:solidFill>
                  <a:schemeClr val="accent1"/>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26" name="Text Placeholder 17"/>
          <p:cNvSpPr>
            <a:spLocks noGrp="1"/>
          </p:cNvSpPr>
          <p:nvPr>
            <p:ph type="body" sz="quarter" idx="15"/>
          </p:nvPr>
        </p:nvSpPr>
        <p:spPr>
          <a:xfrm>
            <a:off x="1365250" y="3653093"/>
            <a:ext cx="5473700" cy="693381"/>
          </a:xfrm>
          <a:prstGeom prst="rect">
            <a:avLst/>
          </a:prstGeom>
        </p:spPr>
        <p:txBody>
          <a:bodyPr lIns="91420" tIns="45710" rIns="91420" bIns="45710" anchor="ctr" anchorCtr="0">
            <a:noAutofit/>
          </a:bodyPr>
          <a:lstStyle>
            <a:lvl1pPr marL="0" indent="0" algn="l">
              <a:buNone/>
              <a:defRPr sz="2000" b="0" i="0" baseline="0">
                <a:solidFill>
                  <a:schemeClr val="accent1"/>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28" name="Text Placeholder 17"/>
          <p:cNvSpPr>
            <a:spLocks noGrp="1"/>
          </p:cNvSpPr>
          <p:nvPr>
            <p:ph type="body" sz="quarter" idx="17" hasCustomPrompt="1"/>
          </p:nvPr>
        </p:nvSpPr>
        <p:spPr>
          <a:xfrm>
            <a:off x="575610" y="2552550"/>
            <a:ext cx="698624" cy="693381"/>
          </a:xfrm>
          <a:prstGeom prst="rect">
            <a:avLst/>
          </a:prstGeom>
        </p:spPr>
        <p:txBody>
          <a:bodyPr lIns="91420" tIns="45710" rIns="91420" bIns="45710" anchor="ctr" anchorCtr="0">
            <a:noAutofit/>
          </a:bodyPr>
          <a:lstStyle>
            <a:lvl1pPr marL="0" indent="0" algn="ctr">
              <a:buNone/>
              <a:defRPr sz="40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2</a:t>
            </a:r>
          </a:p>
        </p:txBody>
      </p:sp>
      <p:sp>
        <p:nvSpPr>
          <p:cNvPr id="29" name="Text Placeholder 17"/>
          <p:cNvSpPr>
            <a:spLocks noGrp="1"/>
          </p:cNvSpPr>
          <p:nvPr>
            <p:ph type="body" sz="quarter" idx="18" hasCustomPrompt="1"/>
          </p:nvPr>
        </p:nvSpPr>
        <p:spPr>
          <a:xfrm>
            <a:off x="575611" y="3651140"/>
            <a:ext cx="698624" cy="693381"/>
          </a:xfrm>
          <a:prstGeom prst="rect">
            <a:avLst/>
          </a:prstGeom>
          <a:ln>
            <a:noFill/>
          </a:ln>
        </p:spPr>
        <p:txBody>
          <a:bodyPr lIns="91420" tIns="45710" rIns="91420" bIns="45710" anchor="ctr" anchorCtr="0">
            <a:noAutofit/>
          </a:bodyPr>
          <a:lstStyle>
            <a:lvl1pPr marL="0" indent="0" algn="ctr">
              <a:buNone/>
              <a:defRPr sz="40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3</a:t>
            </a:r>
          </a:p>
        </p:txBody>
      </p:sp>
      <p:sp>
        <p:nvSpPr>
          <p:cNvPr id="13" name="Text Placeholder 17"/>
          <p:cNvSpPr>
            <a:spLocks noGrp="1"/>
          </p:cNvSpPr>
          <p:nvPr>
            <p:ph type="body" sz="quarter" idx="19" hasCustomPrompt="1"/>
          </p:nvPr>
        </p:nvSpPr>
        <p:spPr>
          <a:xfrm>
            <a:off x="575610" y="1427248"/>
            <a:ext cx="698624" cy="693381"/>
          </a:xfrm>
          <a:prstGeom prst="rect">
            <a:avLst/>
          </a:prstGeom>
        </p:spPr>
        <p:txBody>
          <a:bodyPr lIns="91420" tIns="45710" rIns="91420" bIns="45710" anchor="ctr" anchorCtr="0">
            <a:noAutofit/>
          </a:bodyPr>
          <a:lstStyle>
            <a:lvl1pPr marL="0" indent="0" algn="ctr">
              <a:buNone/>
              <a:defRPr sz="40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1</a:t>
            </a:r>
          </a:p>
        </p:txBody>
      </p:sp>
    </p:spTree>
    <p:extLst>
      <p:ext uri="{BB962C8B-B14F-4D97-AF65-F5344CB8AC3E}">
        <p14:creationId xmlns:p14="http://schemas.microsoft.com/office/powerpoint/2010/main" val="2561742921"/>
      </p:ext>
    </p:extLst>
  </p:cSld>
  <p:clrMapOvr>
    <a:masterClrMapping/>
  </p:clrMapOvr>
  <p:transition spd="slow">
    <p:wipe/>
  </p:transition>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5_Circled_Bullets">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solidFill>
                  <a:schemeClr val="accent1"/>
                </a:solidFill>
              </a:defRPr>
            </a:lvl1pPr>
          </a:lstStyle>
          <a:p>
            <a:r>
              <a:rPr lang="en-US" dirty="0"/>
              <a:t>Click to edit Master title style</a:t>
            </a:r>
          </a:p>
        </p:txBody>
      </p:sp>
      <p:sp>
        <p:nvSpPr>
          <p:cNvPr id="12" name="Oval 11"/>
          <p:cNvSpPr/>
          <p:nvPr/>
        </p:nvSpPr>
        <p:spPr>
          <a:xfrm>
            <a:off x="575611" y="1979318"/>
            <a:ext cx="464815" cy="464815"/>
          </a:xfrm>
          <a:prstGeom prst="ellipse">
            <a:avLst/>
          </a:prstGeom>
          <a:solidFill>
            <a:srgbClr val="38C6F4"/>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4000" dirty="0">
              <a:ln>
                <a:solidFill>
                  <a:schemeClr val="bg2"/>
                </a:solidFill>
              </a:ln>
              <a:solidFill>
                <a:schemeClr val="accent5"/>
              </a:solidFill>
              <a:cs typeface="Arial"/>
            </a:endParaRPr>
          </a:p>
        </p:txBody>
      </p:sp>
      <p:sp>
        <p:nvSpPr>
          <p:cNvPr id="15" name="Oval 14"/>
          <p:cNvSpPr/>
          <p:nvPr/>
        </p:nvSpPr>
        <p:spPr>
          <a:xfrm>
            <a:off x="575610" y="1328927"/>
            <a:ext cx="464815" cy="464815"/>
          </a:xfrm>
          <a:prstGeom prst="ellipse">
            <a:avLst/>
          </a:prstGeom>
          <a:solidFill>
            <a:srgbClr val="00394F"/>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4000" dirty="0">
              <a:ln>
                <a:solidFill>
                  <a:schemeClr val="bg2"/>
                </a:solidFill>
              </a:ln>
              <a:solidFill>
                <a:schemeClr val="accent5"/>
              </a:solidFill>
              <a:cs typeface="Arial"/>
            </a:endParaRPr>
          </a:p>
        </p:txBody>
      </p:sp>
      <p:sp>
        <p:nvSpPr>
          <p:cNvPr id="22" name="Oval 21"/>
          <p:cNvSpPr/>
          <p:nvPr/>
        </p:nvSpPr>
        <p:spPr>
          <a:xfrm>
            <a:off x="575611" y="2627446"/>
            <a:ext cx="464815" cy="464815"/>
          </a:xfrm>
          <a:prstGeom prst="ellipse">
            <a:avLst/>
          </a:prstGeom>
          <a:solidFill>
            <a:schemeClr val="bg2"/>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4000" dirty="0">
              <a:ln>
                <a:solidFill>
                  <a:schemeClr val="bg2"/>
                </a:solidFill>
              </a:ln>
              <a:solidFill>
                <a:schemeClr val="accent5"/>
              </a:solidFill>
              <a:cs typeface="Arial"/>
            </a:endParaRPr>
          </a:p>
        </p:txBody>
      </p:sp>
      <p:sp>
        <p:nvSpPr>
          <p:cNvPr id="24" name="Text Placeholder 17"/>
          <p:cNvSpPr>
            <a:spLocks noGrp="1"/>
          </p:cNvSpPr>
          <p:nvPr>
            <p:ph type="body" sz="quarter" idx="13"/>
          </p:nvPr>
        </p:nvSpPr>
        <p:spPr>
          <a:xfrm>
            <a:off x="1172384" y="1334842"/>
            <a:ext cx="5678748" cy="461327"/>
          </a:xfrm>
          <a:prstGeom prst="rect">
            <a:avLst/>
          </a:prstGeom>
        </p:spPr>
        <p:txBody>
          <a:bodyPr lIns="91420" tIns="45710" rIns="91420" bIns="45710" anchor="ctr" anchorCtr="0">
            <a:noAutofit/>
          </a:bodyPr>
          <a:lstStyle>
            <a:lvl1pPr marL="0" indent="0" algn="l">
              <a:buNone/>
              <a:defRPr sz="2000" b="0" i="0" baseline="0">
                <a:solidFill>
                  <a:schemeClr val="accent1"/>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Click to edit Master text styles</a:t>
            </a:r>
          </a:p>
        </p:txBody>
      </p:sp>
      <p:sp>
        <p:nvSpPr>
          <p:cNvPr id="25" name="Text Placeholder 17"/>
          <p:cNvSpPr>
            <a:spLocks noGrp="1"/>
          </p:cNvSpPr>
          <p:nvPr>
            <p:ph type="body" sz="quarter" idx="14"/>
          </p:nvPr>
        </p:nvSpPr>
        <p:spPr>
          <a:xfrm>
            <a:off x="1172385" y="1984561"/>
            <a:ext cx="5678748" cy="461327"/>
          </a:xfrm>
          <a:prstGeom prst="rect">
            <a:avLst/>
          </a:prstGeom>
        </p:spPr>
        <p:txBody>
          <a:bodyPr lIns="91420" tIns="45710" rIns="91420" bIns="45710" anchor="ctr" anchorCtr="0">
            <a:noAutofit/>
          </a:bodyPr>
          <a:lstStyle>
            <a:lvl1pPr marL="0" indent="0" algn="l">
              <a:buNone/>
              <a:defRPr sz="2000" b="0" i="0" baseline="0">
                <a:solidFill>
                  <a:schemeClr val="accent1"/>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26" name="Text Placeholder 17"/>
          <p:cNvSpPr>
            <a:spLocks noGrp="1"/>
          </p:cNvSpPr>
          <p:nvPr>
            <p:ph type="body" sz="quarter" idx="15"/>
          </p:nvPr>
        </p:nvSpPr>
        <p:spPr>
          <a:xfrm>
            <a:off x="1172385" y="2627446"/>
            <a:ext cx="5678748" cy="461327"/>
          </a:xfrm>
          <a:prstGeom prst="rect">
            <a:avLst/>
          </a:prstGeom>
        </p:spPr>
        <p:txBody>
          <a:bodyPr lIns="91420" tIns="45710" rIns="91420" bIns="45710" anchor="ctr" anchorCtr="0">
            <a:noAutofit/>
          </a:bodyPr>
          <a:lstStyle>
            <a:lvl1pPr marL="0" indent="0" algn="l">
              <a:buNone/>
              <a:defRPr sz="2000" b="0" i="0" baseline="0">
                <a:solidFill>
                  <a:schemeClr val="accent1"/>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27" name="Text Placeholder 17"/>
          <p:cNvSpPr>
            <a:spLocks noGrp="1"/>
          </p:cNvSpPr>
          <p:nvPr>
            <p:ph type="body" sz="quarter" idx="16" hasCustomPrompt="1"/>
          </p:nvPr>
        </p:nvSpPr>
        <p:spPr>
          <a:xfrm>
            <a:off x="575611" y="1327521"/>
            <a:ext cx="464815" cy="461327"/>
          </a:xfrm>
          <a:prstGeom prst="rect">
            <a:avLst/>
          </a:prstGeom>
          <a:noFill/>
          <a:ln>
            <a:noFill/>
          </a:ln>
        </p:spPr>
        <p:txBody>
          <a:bodyPr lIns="91420" tIns="45710" rIns="91420" bIns="45710" anchor="ctr" anchorCtr="0">
            <a:noAutofit/>
          </a:bodyPr>
          <a:lstStyle>
            <a:lvl1pPr marL="0" indent="0" algn="ctr">
              <a:buNone/>
              <a:defRPr sz="20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1</a:t>
            </a:r>
          </a:p>
        </p:txBody>
      </p:sp>
      <p:sp>
        <p:nvSpPr>
          <p:cNvPr id="28" name="Text Placeholder 17"/>
          <p:cNvSpPr>
            <a:spLocks noGrp="1"/>
          </p:cNvSpPr>
          <p:nvPr>
            <p:ph type="body" sz="quarter" idx="17" hasCustomPrompt="1"/>
          </p:nvPr>
        </p:nvSpPr>
        <p:spPr>
          <a:xfrm>
            <a:off x="575611" y="1979318"/>
            <a:ext cx="464815" cy="461327"/>
          </a:xfrm>
          <a:prstGeom prst="rect">
            <a:avLst/>
          </a:prstGeom>
          <a:noFill/>
          <a:ln>
            <a:noFill/>
          </a:ln>
        </p:spPr>
        <p:txBody>
          <a:bodyPr lIns="91420" tIns="45710" rIns="91420" bIns="45710" anchor="ctr" anchorCtr="0">
            <a:noAutofit/>
          </a:bodyPr>
          <a:lstStyle>
            <a:lvl1pPr marL="0" indent="0" algn="ctr">
              <a:buNone/>
              <a:defRPr sz="20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2</a:t>
            </a:r>
          </a:p>
        </p:txBody>
      </p:sp>
      <p:sp>
        <p:nvSpPr>
          <p:cNvPr id="29" name="Text Placeholder 17"/>
          <p:cNvSpPr>
            <a:spLocks noGrp="1"/>
          </p:cNvSpPr>
          <p:nvPr>
            <p:ph type="body" sz="quarter" idx="18" hasCustomPrompt="1"/>
          </p:nvPr>
        </p:nvSpPr>
        <p:spPr>
          <a:xfrm>
            <a:off x="575612" y="2625493"/>
            <a:ext cx="464815" cy="461327"/>
          </a:xfrm>
          <a:prstGeom prst="rect">
            <a:avLst/>
          </a:prstGeom>
          <a:noFill/>
          <a:ln>
            <a:noFill/>
          </a:ln>
        </p:spPr>
        <p:txBody>
          <a:bodyPr lIns="91420" tIns="45710" rIns="91420" bIns="45710" anchor="ctr" anchorCtr="0">
            <a:noAutofit/>
          </a:bodyPr>
          <a:lstStyle>
            <a:lvl1pPr marL="0" indent="0" algn="ctr">
              <a:buNone/>
              <a:defRPr sz="20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3</a:t>
            </a:r>
          </a:p>
        </p:txBody>
      </p:sp>
      <p:sp>
        <p:nvSpPr>
          <p:cNvPr id="13" name="Oval 12"/>
          <p:cNvSpPr/>
          <p:nvPr/>
        </p:nvSpPr>
        <p:spPr>
          <a:xfrm>
            <a:off x="575612" y="3274581"/>
            <a:ext cx="464815" cy="464815"/>
          </a:xfrm>
          <a:prstGeom prst="ellipse">
            <a:avLst/>
          </a:prstGeom>
          <a:solidFill>
            <a:schemeClr val="accent6"/>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4000" dirty="0">
              <a:ln>
                <a:solidFill>
                  <a:schemeClr val="bg2"/>
                </a:solidFill>
              </a:ln>
              <a:solidFill>
                <a:schemeClr val="accent5"/>
              </a:solidFill>
              <a:cs typeface="Arial"/>
            </a:endParaRPr>
          </a:p>
        </p:txBody>
      </p:sp>
      <p:sp>
        <p:nvSpPr>
          <p:cNvPr id="14" name="Text Placeholder 17"/>
          <p:cNvSpPr>
            <a:spLocks noGrp="1"/>
          </p:cNvSpPr>
          <p:nvPr>
            <p:ph type="body" sz="quarter" idx="19"/>
          </p:nvPr>
        </p:nvSpPr>
        <p:spPr>
          <a:xfrm>
            <a:off x="1172386" y="3274581"/>
            <a:ext cx="5678748" cy="461327"/>
          </a:xfrm>
          <a:prstGeom prst="rect">
            <a:avLst/>
          </a:prstGeom>
        </p:spPr>
        <p:txBody>
          <a:bodyPr lIns="91420" tIns="45710" rIns="91420" bIns="45710" anchor="ctr" anchorCtr="0">
            <a:noAutofit/>
          </a:bodyPr>
          <a:lstStyle>
            <a:lvl1pPr marL="0" indent="0" algn="l">
              <a:buNone/>
              <a:defRPr sz="2000" b="0" i="0" baseline="0">
                <a:solidFill>
                  <a:schemeClr val="accent1"/>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16" name="Text Placeholder 17"/>
          <p:cNvSpPr>
            <a:spLocks noGrp="1"/>
          </p:cNvSpPr>
          <p:nvPr>
            <p:ph type="body" sz="quarter" idx="20" hasCustomPrompt="1"/>
          </p:nvPr>
        </p:nvSpPr>
        <p:spPr>
          <a:xfrm>
            <a:off x="575613" y="3272628"/>
            <a:ext cx="464815" cy="461327"/>
          </a:xfrm>
          <a:prstGeom prst="rect">
            <a:avLst/>
          </a:prstGeom>
          <a:noFill/>
          <a:ln>
            <a:noFill/>
          </a:ln>
        </p:spPr>
        <p:txBody>
          <a:bodyPr lIns="91420" tIns="45710" rIns="91420" bIns="45710" anchor="ctr" anchorCtr="0">
            <a:noAutofit/>
          </a:bodyPr>
          <a:lstStyle>
            <a:lvl1pPr marL="0" indent="0" algn="ctr">
              <a:buNone/>
              <a:defRPr sz="20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4</a:t>
            </a:r>
          </a:p>
        </p:txBody>
      </p:sp>
      <p:sp>
        <p:nvSpPr>
          <p:cNvPr id="17" name="Oval 16"/>
          <p:cNvSpPr/>
          <p:nvPr/>
        </p:nvSpPr>
        <p:spPr>
          <a:xfrm>
            <a:off x="575613" y="3921716"/>
            <a:ext cx="464815" cy="464815"/>
          </a:xfrm>
          <a:prstGeom prst="ellipse">
            <a:avLst/>
          </a:prstGeom>
          <a:solidFill>
            <a:srgbClr val="00394F"/>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4000" dirty="0">
              <a:ln>
                <a:solidFill>
                  <a:schemeClr val="bg2"/>
                </a:solidFill>
              </a:ln>
              <a:solidFill>
                <a:schemeClr val="accent5"/>
              </a:solidFill>
              <a:cs typeface="Arial"/>
            </a:endParaRPr>
          </a:p>
        </p:txBody>
      </p:sp>
      <p:sp>
        <p:nvSpPr>
          <p:cNvPr id="18" name="Text Placeholder 17"/>
          <p:cNvSpPr>
            <a:spLocks noGrp="1"/>
          </p:cNvSpPr>
          <p:nvPr>
            <p:ph type="body" sz="quarter" idx="21"/>
          </p:nvPr>
        </p:nvSpPr>
        <p:spPr>
          <a:xfrm>
            <a:off x="1172387" y="3921716"/>
            <a:ext cx="5678748" cy="461327"/>
          </a:xfrm>
          <a:prstGeom prst="rect">
            <a:avLst/>
          </a:prstGeom>
        </p:spPr>
        <p:txBody>
          <a:bodyPr lIns="91420" tIns="45710" rIns="91420" bIns="45710" anchor="ctr" anchorCtr="0">
            <a:noAutofit/>
          </a:bodyPr>
          <a:lstStyle>
            <a:lvl1pPr marL="0" indent="0" algn="l">
              <a:buNone/>
              <a:defRPr sz="2000" b="0" i="0" baseline="0">
                <a:solidFill>
                  <a:schemeClr val="accent1"/>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19" name="Text Placeholder 17"/>
          <p:cNvSpPr>
            <a:spLocks noGrp="1"/>
          </p:cNvSpPr>
          <p:nvPr>
            <p:ph type="body" sz="quarter" idx="22" hasCustomPrompt="1"/>
          </p:nvPr>
        </p:nvSpPr>
        <p:spPr>
          <a:xfrm>
            <a:off x="575614" y="3919763"/>
            <a:ext cx="464815" cy="461327"/>
          </a:xfrm>
          <a:prstGeom prst="rect">
            <a:avLst/>
          </a:prstGeom>
          <a:ln>
            <a:noFill/>
          </a:ln>
        </p:spPr>
        <p:txBody>
          <a:bodyPr lIns="91420" tIns="45710" rIns="91420" bIns="45710" anchor="ctr" anchorCtr="0">
            <a:noAutofit/>
          </a:bodyPr>
          <a:lstStyle>
            <a:lvl1pPr marL="0" indent="0" algn="ctr">
              <a:buNone/>
              <a:defRPr sz="20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5</a:t>
            </a:r>
          </a:p>
        </p:txBody>
      </p:sp>
    </p:spTree>
    <p:extLst>
      <p:ext uri="{BB962C8B-B14F-4D97-AF65-F5344CB8AC3E}">
        <p14:creationId xmlns:p14="http://schemas.microsoft.com/office/powerpoint/2010/main" val="2374704788"/>
      </p:ext>
    </p:extLst>
  </p:cSld>
  <p:clrMapOvr>
    <a:masterClrMapping/>
  </p:clrMapOvr>
  <p:transition spd="slow">
    <p:wipe/>
  </p:transition>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p:cSld name="6_Circled_Bullets">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solidFill>
                  <a:srgbClr val="004C69"/>
                </a:solidFill>
              </a:defRPr>
            </a:lvl1pPr>
          </a:lstStyle>
          <a:p>
            <a:r>
              <a:rPr lang="en-US" dirty="0"/>
              <a:t>Click to edit Master title style</a:t>
            </a:r>
          </a:p>
        </p:txBody>
      </p:sp>
      <p:sp>
        <p:nvSpPr>
          <p:cNvPr id="42" name="Oval 41"/>
          <p:cNvSpPr/>
          <p:nvPr/>
        </p:nvSpPr>
        <p:spPr>
          <a:xfrm>
            <a:off x="575611" y="1979318"/>
            <a:ext cx="464815" cy="464815"/>
          </a:xfrm>
          <a:prstGeom prst="ellipse">
            <a:avLst/>
          </a:prstGeom>
          <a:solidFill>
            <a:srgbClr val="38C6F4"/>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1800" dirty="0">
              <a:ln>
                <a:solidFill>
                  <a:schemeClr val="bg2"/>
                </a:solidFill>
              </a:ln>
              <a:solidFill>
                <a:schemeClr val="bg2"/>
              </a:solidFill>
              <a:cs typeface="Arial"/>
            </a:endParaRPr>
          </a:p>
        </p:txBody>
      </p:sp>
      <p:sp>
        <p:nvSpPr>
          <p:cNvPr id="43" name="Oval 42"/>
          <p:cNvSpPr/>
          <p:nvPr/>
        </p:nvSpPr>
        <p:spPr>
          <a:xfrm>
            <a:off x="575610" y="1328927"/>
            <a:ext cx="464815" cy="464815"/>
          </a:xfrm>
          <a:prstGeom prst="ellipse">
            <a:avLst/>
          </a:prstGeom>
          <a:solidFill>
            <a:srgbClr val="00394F"/>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1800" dirty="0">
              <a:ln>
                <a:solidFill>
                  <a:schemeClr val="bg2"/>
                </a:solidFill>
              </a:ln>
              <a:solidFill>
                <a:srgbClr val="FFFFFF"/>
              </a:solidFill>
              <a:cs typeface="Arial"/>
            </a:endParaRPr>
          </a:p>
        </p:txBody>
      </p:sp>
      <p:sp>
        <p:nvSpPr>
          <p:cNvPr id="44" name="Oval 43"/>
          <p:cNvSpPr/>
          <p:nvPr/>
        </p:nvSpPr>
        <p:spPr>
          <a:xfrm>
            <a:off x="575611" y="2627446"/>
            <a:ext cx="464815" cy="464815"/>
          </a:xfrm>
          <a:prstGeom prst="ellipse">
            <a:avLst/>
          </a:prstGeom>
          <a:solidFill>
            <a:schemeClr val="bg2"/>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1800" dirty="0">
              <a:ln>
                <a:solidFill>
                  <a:schemeClr val="bg2"/>
                </a:solidFill>
              </a:ln>
              <a:solidFill>
                <a:schemeClr val="bg2"/>
              </a:solidFill>
              <a:cs typeface="Arial"/>
            </a:endParaRPr>
          </a:p>
        </p:txBody>
      </p:sp>
      <p:sp>
        <p:nvSpPr>
          <p:cNvPr id="45" name="Text Placeholder 17"/>
          <p:cNvSpPr>
            <a:spLocks noGrp="1"/>
          </p:cNvSpPr>
          <p:nvPr>
            <p:ph type="body" sz="quarter" idx="13"/>
          </p:nvPr>
        </p:nvSpPr>
        <p:spPr>
          <a:xfrm>
            <a:off x="1172384" y="1334842"/>
            <a:ext cx="2175886" cy="461327"/>
          </a:xfrm>
          <a:prstGeom prst="rect">
            <a:avLst/>
          </a:prstGeom>
        </p:spPr>
        <p:txBody>
          <a:bodyPr lIns="91420" tIns="45710" rIns="91420" bIns="45710" anchor="ctr" anchorCtr="0">
            <a:noAutofit/>
          </a:bodyPr>
          <a:lstStyle>
            <a:lvl1pPr marL="0" indent="0" algn="l">
              <a:buNone/>
              <a:defRPr sz="1800" b="0" i="0" baseline="0">
                <a:solidFill>
                  <a:srgbClr val="004C69"/>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Click to edit Master text styles</a:t>
            </a:r>
          </a:p>
        </p:txBody>
      </p:sp>
      <p:sp>
        <p:nvSpPr>
          <p:cNvPr id="46" name="Text Placeholder 17"/>
          <p:cNvSpPr>
            <a:spLocks noGrp="1"/>
          </p:cNvSpPr>
          <p:nvPr>
            <p:ph type="body" sz="quarter" idx="14"/>
          </p:nvPr>
        </p:nvSpPr>
        <p:spPr>
          <a:xfrm>
            <a:off x="1172385" y="1984561"/>
            <a:ext cx="2175886" cy="461327"/>
          </a:xfrm>
          <a:prstGeom prst="rect">
            <a:avLst/>
          </a:prstGeom>
        </p:spPr>
        <p:txBody>
          <a:bodyPr lIns="91420" tIns="45710" rIns="91420" bIns="45710" anchor="ctr" anchorCtr="0">
            <a:noAutofit/>
          </a:bodyPr>
          <a:lstStyle>
            <a:lvl1pPr marL="0" indent="0" algn="l">
              <a:buNone/>
              <a:defRPr sz="1800" b="0" i="0" baseline="0">
                <a:solidFill>
                  <a:srgbClr val="004C69"/>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47" name="Text Placeholder 17"/>
          <p:cNvSpPr>
            <a:spLocks noGrp="1"/>
          </p:cNvSpPr>
          <p:nvPr>
            <p:ph type="body" sz="quarter" idx="15"/>
          </p:nvPr>
        </p:nvSpPr>
        <p:spPr>
          <a:xfrm>
            <a:off x="1172385" y="2627446"/>
            <a:ext cx="2175886" cy="461327"/>
          </a:xfrm>
          <a:prstGeom prst="rect">
            <a:avLst/>
          </a:prstGeom>
        </p:spPr>
        <p:txBody>
          <a:bodyPr lIns="91420" tIns="45710" rIns="91420" bIns="45710" anchor="ctr" anchorCtr="0">
            <a:noAutofit/>
          </a:bodyPr>
          <a:lstStyle>
            <a:lvl1pPr marL="0" indent="0" algn="l">
              <a:buNone/>
              <a:defRPr sz="1800" b="0" i="0" baseline="0">
                <a:solidFill>
                  <a:srgbClr val="004C69"/>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48" name="Text Placeholder 17"/>
          <p:cNvSpPr>
            <a:spLocks noGrp="1"/>
          </p:cNvSpPr>
          <p:nvPr>
            <p:ph type="body" sz="quarter" idx="16" hasCustomPrompt="1"/>
          </p:nvPr>
        </p:nvSpPr>
        <p:spPr>
          <a:xfrm>
            <a:off x="575611" y="1327521"/>
            <a:ext cx="464815" cy="461327"/>
          </a:xfrm>
          <a:prstGeom prst="rect">
            <a:avLst/>
          </a:prstGeom>
          <a:noFill/>
          <a:ln>
            <a:noFill/>
          </a:ln>
        </p:spPr>
        <p:txBody>
          <a:bodyPr lIns="91420" tIns="45710" rIns="91420" bIns="45710" anchor="ctr" anchorCtr="0">
            <a:noAutofit/>
          </a:bodyPr>
          <a:lstStyle>
            <a:lvl1pPr marL="0" indent="0" algn="ctr">
              <a:buNone/>
              <a:defRPr sz="18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1</a:t>
            </a:r>
          </a:p>
        </p:txBody>
      </p:sp>
      <p:sp>
        <p:nvSpPr>
          <p:cNvPr id="49" name="Text Placeholder 17"/>
          <p:cNvSpPr>
            <a:spLocks noGrp="1"/>
          </p:cNvSpPr>
          <p:nvPr>
            <p:ph type="body" sz="quarter" idx="17" hasCustomPrompt="1"/>
          </p:nvPr>
        </p:nvSpPr>
        <p:spPr>
          <a:xfrm>
            <a:off x="575611" y="1979318"/>
            <a:ext cx="464815" cy="461327"/>
          </a:xfrm>
          <a:prstGeom prst="rect">
            <a:avLst/>
          </a:prstGeom>
          <a:noFill/>
          <a:ln>
            <a:noFill/>
          </a:ln>
        </p:spPr>
        <p:txBody>
          <a:bodyPr lIns="91420" tIns="45710" rIns="91420" bIns="45710" anchor="ctr" anchorCtr="0">
            <a:noAutofit/>
          </a:bodyPr>
          <a:lstStyle>
            <a:lvl1pPr marL="0" indent="0" algn="ctr">
              <a:buNone/>
              <a:defRPr sz="18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2</a:t>
            </a:r>
          </a:p>
        </p:txBody>
      </p:sp>
      <p:sp>
        <p:nvSpPr>
          <p:cNvPr id="50" name="Text Placeholder 17"/>
          <p:cNvSpPr>
            <a:spLocks noGrp="1"/>
          </p:cNvSpPr>
          <p:nvPr>
            <p:ph type="body" sz="quarter" idx="18" hasCustomPrompt="1"/>
          </p:nvPr>
        </p:nvSpPr>
        <p:spPr>
          <a:xfrm>
            <a:off x="575612" y="2625493"/>
            <a:ext cx="464815" cy="461327"/>
          </a:xfrm>
          <a:prstGeom prst="rect">
            <a:avLst/>
          </a:prstGeom>
          <a:noFill/>
          <a:ln>
            <a:noFill/>
          </a:ln>
        </p:spPr>
        <p:txBody>
          <a:bodyPr lIns="91420" tIns="45710" rIns="91420" bIns="45710" anchor="ctr" anchorCtr="0">
            <a:noAutofit/>
          </a:bodyPr>
          <a:lstStyle>
            <a:lvl1pPr marL="0" indent="0" algn="ctr">
              <a:buNone/>
              <a:defRPr sz="18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3</a:t>
            </a:r>
          </a:p>
        </p:txBody>
      </p:sp>
      <p:sp>
        <p:nvSpPr>
          <p:cNvPr id="51" name="Oval 50"/>
          <p:cNvSpPr/>
          <p:nvPr/>
        </p:nvSpPr>
        <p:spPr>
          <a:xfrm>
            <a:off x="575612" y="3274581"/>
            <a:ext cx="464815" cy="464815"/>
          </a:xfrm>
          <a:prstGeom prst="ellipse">
            <a:avLst/>
          </a:prstGeom>
          <a:solidFill>
            <a:schemeClr val="accent6"/>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1800" dirty="0">
              <a:ln>
                <a:solidFill>
                  <a:schemeClr val="bg2"/>
                </a:solidFill>
              </a:ln>
              <a:solidFill>
                <a:schemeClr val="bg2"/>
              </a:solidFill>
              <a:cs typeface="Arial"/>
            </a:endParaRPr>
          </a:p>
        </p:txBody>
      </p:sp>
      <p:sp>
        <p:nvSpPr>
          <p:cNvPr id="52" name="Text Placeholder 17"/>
          <p:cNvSpPr>
            <a:spLocks noGrp="1"/>
          </p:cNvSpPr>
          <p:nvPr>
            <p:ph type="body" sz="quarter" idx="19"/>
          </p:nvPr>
        </p:nvSpPr>
        <p:spPr>
          <a:xfrm>
            <a:off x="1172386" y="3274581"/>
            <a:ext cx="2175886" cy="461327"/>
          </a:xfrm>
          <a:prstGeom prst="rect">
            <a:avLst/>
          </a:prstGeom>
        </p:spPr>
        <p:txBody>
          <a:bodyPr lIns="91420" tIns="45710" rIns="91420" bIns="45710" anchor="ctr" anchorCtr="0">
            <a:noAutofit/>
          </a:bodyPr>
          <a:lstStyle>
            <a:lvl1pPr marL="0" indent="0" algn="l">
              <a:buNone/>
              <a:defRPr sz="1800" b="0" i="0" baseline="0">
                <a:solidFill>
                  <a:srgbClr val="004C69"/>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53" name="Text Placeholder 17"/>
          <p:cNvSpPr>
            <a:spLocks noGrp="1"/>
          </p:cNvSpPr>
          <p:nvPr>
            <p:ph type="body" sz="quarter" idx="20" hasCustomPrompt="1"/>
          </p:nvPr>
        </p:nvSpPr>
        <p:spPr>
          <a:xfrm>
            <a:off x="575613" y="3272628"/>
            <a:ext cx="464815" cy="461327"/>
          </a:xfrm>
          <a:prstGeom prst="rect">
            <a:avLst/>
          </a:prstGeom>
          <a:noFill/>
          <a:ln>
            <a:noFill/>
          </a:ln>
        </p:spPr>
        <p:txBody>
          <a:bodyPr lIns="91420" tIns="45710" rIns="91420" bIns="45710" anchor="ctr" anchorCtr="0">
            <a:noAutofit/>
          </a:bodyPr>
          <a:lstStyle>
            <a:lvl1pPr marL="0" indent="0" algn="ctr">
              <a:buNone/>
              <a:defRPr sz="18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4</a:t>
            </a:r>
          </a:p>
        </p:txBody>
      </p:sp>
      <p:sp>
        <p:nvSpPr>
          <p:cNvPr id="54" name="Oval 53"/>
          <p:cNvSpPr/>
          <p:nvPr/>
        </p:nvSpPr>
        <p:spPr>
          <a:xfrm>
            <a:off x="575613" y="3921716"/>
            <a:ext cx="464815" cy="464815"/>
          </a:xfrm>
          <a:prstGeom prst="ellipse">
            <a:avLst/>
          </a:prstGeom>
          <a:solidFill>
            <a:schemeClr val="accent1">
              <a:lumMod val="75000"/>
            </a:schemeClr>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1800" dirty="0">
              <a:ln>
                <a:solidFill>
                  <a:schemeClr val="bg2"/>
                </a:solidFill>
              </a:ln>
              <a:solidFill>
                <a:schemeClr val="bg2"/>
              </a:solidFill>
              <a:cs typeface="Arial"/>
            </a:endParaRPr>
          </a:p>
        </p:txBody>
      </p:sp>
      <p:sp>
        <p:nvSpPr>
          <p:cNvPr id="55" name="Text Placeholder 17"/>
          <p:cNvSpPr>
            <a:spLocks noGrp="1"/>
          </p:cNvSpPr>
          <p:nvPr>
            <p:ph type="body" sz="quarter" idx="21"/>
          </p:nvPr>
        </p:nvSpPr>
        <p:spPr>
          <a:xfrm>
            <a:off x="1172387" y="3921716"/>
            <a:ext cx="2175886" cy="461327"/>
          </a:xfrm>
          <a:prstGeom prst="rect">
            <a:avLst/>
          </a:prstGeom>
        </p:spPr>
        <p:txBody>
          <a:bodyPr lIns="91420" tIns="45710" rIns="91420" bIns="45710" anchor="ctr" anchorCtr="0">
            <a:noAutofit/>
          </a:bodyPr>
          <a:lstStyle>
            <a:lvl1pPr marL="0" indent="0" algn="l">
              <a:buNone/>
              <a:defRPr sz="1800" b="0" i="0" baseline="0">
                <a:solidFill>
                  <a:srgbClr val="004C69"/>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56" name="Text Placeholder 17"/>
          <p:cNvSpPr>
            <a:spLocks noGrp="1"/>
          </p:cNvSpPr>
          <p:nvPr>
            <p:ph type="body" sz="quarter" idx="22" hasCustomPrompt="1"/>
          </p:nvPr>
        </p:nvSpPr>
        <p:spPr>
          <a:xfrm>
            <a:off x="575614" y="3919763"/>
            <a:ext cx="464815" cy="461327"/>
          </a:xfrm>
          <a:prstGeom prst="rect">
            <a:avLst/>
          </a:prstGeom>
          <a:noFill/>
          <a:ln>
            <a:noFill/>
          </a:ln>
        </p:spPr>
        <p:txBody>
          <a:bodyPr lIns="91420" tIns="45710" rIns="91420" bIns="45710" anchor="ctr" anchorCtr="0">
            <a:noAutofit/>
          </a:bodyPr>
          <a:lstStyle>
            <a:lvl1pPr marL="0" indent="0" algn="ctr">
              <a:buNone/>
              <a:defRPr sz="18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5</a:t>
            </a:r>
          </a:p>
        </p:txBody>
      </p:sp>
      <p:sp>
        <p:nvSpPr>
          <p:cNvPr id="57" name="Oval 56"/>
          <p:cNvSpPr/>
          <p:nvPr/>
        </p:nvSpPr>
        <p:spPr>
          <a:xfrm>
            <a:off x="4414576" y="1983084"/>
            <a:ext cx="464815" cy="464815"/>
          </a:xfrm>
          <a:prstGeom prst="ellipse">
            <a:avLst/>
          </a:prstGeom>
          <a:solidFill>
            <a:schemeClr val="accent6"/>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1800" dirty="0">
              <a:ln>
                <a:solidFill>
                  <a:schemeClr val="bg2"/>
                </a:solidFill>
              </a:ln>
              <a:solidFill>
                <a:schemeClr val="bg2"/>
              </a:solidFill>
              <a:cs typeface="Arial"/>
            </a:endParaRPr>
          </a:p>
        </p:txBody>
      </p:sp>
      <p:sp>
        <p:nvSpPr>
          <p:cNvPr id="58" name="Oval 57"/>
          <p:cNvSpPr/>
          <p:nvPr/>
        </p:nvSpPr>
        <p:spPr>
          <a:xfrm>
            <a:off x="4414575" y="1332693"/>
            <a:ext cx="464815" cy="464815"/>
          </a:xfrm>
          <a:prstGeom prst="ellipse">
            <a:avLst/>
          </a:prstGeom>
          <a:solidFill>
            <a:srgbClr val="00394F"/>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1800" dirty="0">
              <a:ln>
                <a:solidFill>
                  <a:schemeClr val="bg2"/>
                </a:solidFill>
              </a:ln>
              <a:solidFill>
                <a:schemeClr val="bg2"/>
              </a:solidFill>
              <a:cs typeface="Arial"/>
            </a:endParaRPr>
          </a:p>
        </p:txBody>
      </p:sp>
      <p:sp>
        <p:nvSpPr>
          <p:cNvPr id="59" name="Oval 58"/>
          <p:cNvSpPr/>
          <p:nvPr/>
        </p:nvSpPr>
        <p:spPr>
          <a:xfrm>
            <a:off x="4414576" y="2631212"/>
            <a:ext cx="464815" cy="464815"/>
          </a:xfrm>
          <a:prstGeom prst="ellipse">
            <a:avLst/>
          </a:prstGeom>
          <a:solidFill>
            <a:schemeClr val="accent5"/>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1800" dirty="0">
              <a:ln>
                <a:solidFill>
                  <a:schemeClr val="bg2"/>
                </a:solidFill>
              </a:ln>
              <a:solidFill>
                <a:schemeClr val="bg2"/>
              </a:solidFill>
              <a:cs typeface="Arial"/>
            </a:endParaRPr>
          </a:p>
        </p:txBody>
      </p:sp>
      <p:sp>
        <p:nvSpPr>
          <p:cNvPr id="60" name="Text Placeholder 17"/>
          <p:cNvSpPr>
            <a:spLocks noGrp="1"/>
          </p:cNvSpPr>
          <p:nvPr>
            <p:ph type="body" sz="quarter" idx="23"/>
          </p:nvPr>
        </p:nvSpPr>
        <p:spPr>
          <a:xfrm>
            <a:off x="5011349" y="1338608"/>
            <a:ext cx="2175886" cy="461327"/>
          </a:xfrm>
          <a:prstGeom prst="rect">
            <a:avLst/>
          </a:prstGeom>
        </p:spPr>
        <p:txBody>
          <a:bodyPr lIns="91420" tIns="45710" rIns="91420" bIns="45710" anchor="ctr" anchorCtr="0">
            <a:noAutofit/>
          </a:bodyPr>
          <a:lstStyle>
            <a:lvl1pPr marL="0" indent="0" algn="l">
              <a:buNone/>
              <a:defRPr sz="1800" b="0" i="0" baseline="0">
                <a:solidFill>
                  <a:srgbClr val="004C69"/>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61" name="Text Placeholder 17"/>
          <p:cNvSpPr>
            <a:spLocks noGrp="1"/>
          </p:cNvSpPr>
          <p:nvPr>
            <p:ph type="body" sz="quarter" idx="24"/>
          </p:nvPr>
        </p:nvSpPr>
        <p:spPr>
          <a:xfrm>
            <a:off x="5011350" y="1988327"/>
            <a:ext cx="2175886" cy="461327"/>
          </a:xfrm>
          <a:prstGeom prst="rect">
            <a:avLst/>
          </a:prstGeom>
        </p:spPr>
        <p:txBody>
          <a:bodyPr lIns="91420" tIns="45710" rIns="91420" bIns="45710" anchor="ctr" anchorCtr="0">
            <a:noAutofit/>
          </a:bodyPr>
          <a:lstStyle>
            <a:lvl1pPr marL="0" indent="0" algn="l">
              <a:buNone/>
              <a:defRPr sz="1800" b="0" i="0" baseline="0">
                <a:solidFill>
                  <a:srgbClr val="004C69"/>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62" name="Text Placeholder 17"/>
          <p:cNvSpPr>
            <a:spLocks noGrp="1"/>
          </p:cNvSpPr>
          <p:nvPr>
            <p:ph type="body" sz="quarter" idx="25"/>
          </p:nvPr>
        </p:nvSpPr>
        <p:spPr>
          <a:xfrm>
            <a:off x="5011350" y="2631212"/>
            <a:ext cx="2175886" cy="461327"/>
          </a:xfrm>
          <a:prstGeom prst="rect">
            <a:avLst/>
          </a:prstGeom>
        </p:spPr>
        <p:txBody>
          <a:bodyPr lIns="91420" tIns="45710" rIns="91420" bIns="45710" anchor="ctr" anchorCtr="0">
            <a:noAutofit/>
          </a:bodyPr>
          <a:lstStyle>
            <a:lvl1pPr marL="0" indent="0" algn="l">
              <a:buNone/>
              <a:defRPr sz="1800" b="0" i="0" baseline="0">
                <a:solidFill>
                  <a:srgbClr val="004C69"/>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63" name="Text Placeholder 17"/>
          <p:cNvSpPr>
            <a:spLocks noGrp="1"/>
          </p:cNvSpPr>
          <p:nvPr>
            <p:ph type="body" sz="quarter" idx="26" hasCustomPrompt="1"/>
          </p:nvPr>
        </p:nvSpPr>
        <p:spPr>
          <a:xfrm>
            <a:off x="4414576" y="1331287"/>
            <a:ext cx="464815" cy="461327"/>
          </a:xfrm>
          <a:prstGeom prst="rect">
            <a:avLst/>
          </a:prstGeom>
          <a:noFill/>
          <a:ln>
            <a:noFill/>
          </a:ln>
        </p:spPr>
        <p:txBody>
          <a:bodyPr lIns="91420" tIns="45710" rIns="91420" bIns="45710" anchor="ctr" anchorCtr="0">
            <a:noAutofit/>
          </a:bodyPr>
          <a:lstStyle>
            <a:lvl1pPr marL="0" indent="0" algn="ctr">
              <a:buNone/>
              <a:defRPr sz="18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6</a:t>
            </a:r>
          </a:p>
        </p:txBody>
      </p:sp>
      <p:sp>
        <p:nvSpPr>
          <p:cNvPr id="64" name="Text Placeholder 17"/>
          <p:cNvSpPr>
            <a:spLocks noGrp="1"/>
          </p:cNvSpPr>
          <p:nvPr>
            <p:ph type="body" sz="quarter" idx="27" hasCustomPrompt="1"/>
          </p:nvPr>
        </p:nvSpPr>
        <p:spPr>
          <a:xfrm>
            <a:off x="4414576" y="1983084"/>
            <a:ext cx="464815" cy="461327"/>
          </a:xfrm>
          <a:prstGeom prst="rect">
            <a:avLst/>
          </a:prstGeom>
          <a:noFill/>
          <a:ln>
            <a:noFill/>
          </a:ln>
        </p:spPr>
        <p:txBody>
          <a:bodyPr lIns="91420" tIns="45710" rIns="91420" bIns="45710" anchor="ctr" anchorCtr="0">
            <a:noAutofit/>
          </a:bodyPr>
          <a:lstStyle>
            <a:lvl1pPr marL="0" indent="0" algn="ctr">
              <a:buNone/>
              <a:defRPr sz="18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7</a:t>
            </a:r>
          </a:p>
        </p:txBody>
      </p:sp>
      <p:sp>
        <p:nvSpPr>
          <p:cNvPr id="65" name="Text Placeholder 17"/>
          <p:cNvSpPr>
            <a:spLocks noGrp="1"/>
          </p:cNvSpPr>
          <p:nvPr>
            <p:ph type="body" sz="quarter" idx="28" hasCustomPrompt="1"/>
          </p:nvPr>
        </p:nvSpPr>
        <p:spPr>
          <a:xfrm>
            <a:off x="4414577" y="2629259"/>
            <a:ext cx="464815" cy="461327"/>
          </a:xfrm>
          <a:prstGeom prst="rect">
            <a:avLst/>
          </a:prstGeom>
          <a:noFill/>
          <a:ln>
            <a:noFill/>
          </a:ln>
        </p:spPr>
        <p:txBody>
          <a:bodyPr lIns="91420" tIns="45710" rIns="91420" bIns="45710" anchor="ctr" anchorCtr="0">
            <a:noAutofit/>
          </a:bodyPr>
          <a:lstStyle>
            <a:lvl1pPr marL="0" indent="0" algn="ctr">
              <a:buNone/>
              <a:defRPr sz="18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8</a:t>
            </a:r>
          </a:p>
        </p:txBody>
      </p:sp>
      <p:sp>
        <p:nvSpPr>
          <p:cNvPr id="66" name="Oval 65"/>
          <p:cNvSpPr/>
          <p:nvPr/>
        </p:nvSpPr>
        <p:spPr>
          <a:xfrm>
            <a:off x="4414577" y="3278347"/>
            <a:ext cx="464815" cy="464815"/>
          </a:xfrm>
          <a:prstGeom prst="ellipse">
            <a:avLst/>
          </a:prstGeom>
          <a:solidFill>
            <a:schemeClr val="bg2"/>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1800" dirty="0">
              <a:ln>
                <a:solidFill>
                  <a:schemeClr val="bg2"/>
                </a:solidFill>
              </a:ln>
              <a:solidFill>
                <a:schemeClr val="bg2"/>
              </a:solidFill>
              <a:cs typeface="Arial"/>
            </a:endParaRPr>
          </a:p>
        </p:txBody>
      </p:sp>
      <p:sp>
        <p:nvSpPr>
          <p:cNvPr id="67" name="Text Placeholder 17"/>
          <p:cNvSpPr>
            <a:spLocks noGrp="1"/>
          </p:cNvSpPr>
          <p:nvPr>
            <p:ph type="body" sz="quarter" idx="29"/>
          </p:nvPr>
        </p:nvSpPr>
        <p:spPr>
          <a:xfrm>
            <a:off x="5011351" y="3278347"/>
            <a:ext cx="2175886" cy="461327"/>
          </a:xfrm>
          <a:prstGeom prst="rect">
            <a:avLst/>
          </a:prstGeom>
        </p:spPr>
        <p:txBody>
          <a:bodyPr lIns="91420" tIns="45710" rIns="91420" bIns="45710" anchor="ctr" anchorCtr="0">
            <a:noAutofit/>
          </a:bodyPr>
          <a:lstStyle>
            <a:lvl1pPr marL="0" indent="0" algn="l">
              <a:buNone/>
              <a:defRPr sz="1800" b="0" i="0" baseline="0">
                <a:solidFill>
                  <a:srgbClr val="004C69"/>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68" name="Text Placeholder 17"/>
          <p:cNvSpPr>
            <a:spLocks noGrp="1"/>
          </p:cNvSpPr>
          <p:nvPr>
            <p:ph type="body" sz="quarter" idx="30" hasCustomPrompt="1"/>
          </p:nvPr>
        </p:nvSpPr>
        <p:spPr>
          <a:xfrm>
            <a:off x="4414578" y="3276394"/>
            <a:ext cx="464815" cy="461327"/>
          </a:xfrm>
          <a:prstGeom prst="rect">
            <a:avLst/>
          </a:prstGeom>
          <a:noFill/>
          <a:ln>
            <a:noFill/>
          </a:ln>
        </p:spPr>
        <p:txBody>
          <a:bodyPr lIns="91420" tIns="45710" rIns="91420" bIns="45710" anchor="ctr" anchorCtr="0">
            <a:noAutofit/>
          </a:bodyPr>
          <a:lstStyle>
            <a:lvl1pPr marL="0" indent="0" algn="ctr">
              <a:buNone/>
              <a:defRPr sz="18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9</a:t>
            </a:r>
          </a:p>
        </p:txBody>
      </p:sp>
      <p:sp>
        <p:nvSpPr>
          <p:cNvPr id="69" name="Oval 68"/>
          <p:cNvSpPr/>
          <p:nvPr/>
        </p:nvSpPr>
        <p:spPr>
          <a:xfrm>
            <a:off x="4414578" y="3925482"/>
            <a:ext cx="464815" cy="464815"/>
          </a:xfrm>
          <a:prstGeom prst="ellipse">
            <a:avLst/>
          </a:prstGeom>
          <a:solidFill>
            <a:schemeClr val="accent1">
              <a:lumMod val="75000"/>
            </a:schemeClr>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1800" dirty="0">
              <a:ln>
                <a:solidFill>
                  <a:schemeClr val="bg2"/>
                </a:solidFill>
              </a:ln>
              <a:solidFill>
                <a:schemeClr val="bg2"/>
              </a:solidFill>
              <a:cs typeface="Arial"/>
            </a:endParaRPr>
          </a:p>
        </p:txBody>
      </p:sp>
      <p:sp>
        <p:nvSpPr>
          <p:cNvPr id="70" name="Text Placeholder 17"/>
          <p:cNvSpPr>
            <a:spLocks noGrp="1"/>
          </p:cNvSpPr>
          <p:nvPr>
            <p:ph type="body" sz="quarter" idx="31"/>
          </p:nvPr>
        </p:nvSpPr>
        <p:spPr>
          <a:xfrm>
            <a:off x="5011352" y="3925482"/>
            <a:ext cx="2175886" cy="461327"/>
          </a:xfrm>
          <a:prstGeom prst="rect">
            <a:avLst/>
          </a:prstGeom>
        </p:spPr>
        <p:txBody>
          <a:bodyPr lIns="91420" tIns="45710" rIns="91420" bIns="45710" anchor="ctr" anchorCtr="0">
            <a:noAutofit/>
          </a:bodyPr>
          <a:lstStyle>
            <a:lvl1pPr marL="0" indent="0" algn="l">
              <a:buNone/>
              <a:defRPr sz="1800" b="0" i="0" baseline="0">
                <a:solidFill>
                  <a:srgbClr val="004C69"/>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71" name="Text Placeholder 17"/>
          <p:cNvSpPr>
            <a:spLocks noGrp="1"/>
          </p:cNvSpPr>
          <p:nvPr>
            <p:ph type="body" sz="quarter" idx="32" hasCustomPrompt="1"/>
          </p:nvPr>
        </p:nvSpPr>
        <p:spPr>
          <a:xfrm>
            <a:off x="4414579" y="3923529"/>
            <a:ext cx="464815" cy="461327"/>
          </a:xfrm>
          <a:prstGeom prst="rect">
            <a:avLst/>
          </a:prstGeom>
          <a:noFill/>
          <a:ln>
            <a:noFill/>
          </a:ln>
        </p:spPr>
        <p:txBody>
          <a:bodyPr lIns="91420" tIns="45710" rIns="91420" bIns="45710" anchor="ctr" anchorCtr="0">
            <a:noAutofit/>
          </a:bodyPr>
          <a:lstStyle>
            <a:lvl1pPr marL="0" indent="0" algn="ctr">
              <a:buNone/>
              <a:defRPr sz="18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10</a:t>
            </a:r>
          </a:p>
        </p:txBody>
      </p:sp>
    </p:spTree>
    <p:extLst>
      <p:ext uri="{BB962C8B-B14F-4D97-AF65-F5344CB8AC3E}">
        <p14:creationId xmlns:p14="http://schemas.microsoft.com/office/powerpoint/2010/main" val="767928972"/>
      </p:ext>
    </p:extLst>
  </p:cSld>
  <p:clrMapOvr>
    <a:masterClrMapping/>
  </p:clrMapOvr>
  <p:transition spd="slow">
    <p:wipe/>
  </p:transition>
</p:sldLayout>
</file>

<file path=ppt/slideLayouts/slideLayout17.xml><?xml version="1.0" encoding="utf-8"?>
<p:sldLayout xmlns:a="http://schemas.openxmlformats.org/drawingml/2006/main" xmlns:r="http://schemas.openxmlformats.org/officeDocument/2006/relationships" xmlns:p="http://schemas.openxmlformats.org/presentationml/2006/main" showMasterSp="0" preserve="1">
  <p:cSld name="1_Closing Slide">
    <p:bg>
      <p:bgPr>
        <a:solidFill>
          <a:schemeClr val="accent5"/>
        </a:solidFill>
        <a:effectLst/>
      </p:bgPr>
    </p:bg>
    <p:spTree>
      <p:nvGrpSpPr>
        <p:cNvPr id="1" name=""/>
        <p:cNvGrpSpPr/>
        <p:nvPr/>
      </p:nvGrpSpPr>
      <p:grpSpPr>
        <a:xfrm>
          <a:off x="0" y="0"/>
          <a:ext cx="0" cy="0"/>
          <a:chOff x="0" y="0"/>
          <a:chExt cx="0" cy="0"/>
        </a:xfrm>
      </p:grpSpPr>
      <p:pic>
        <p:nvPicPr>
          <p:cNvPr id="2" name="Picture 1"/>
          <p:cNvPicPr>
            <a:picLocks noChangeAspect="1"/>
          </p:cNvPicPr>
          <p:nvPr userDrawn="1"/>
        </p:nvPicPr>
        <p:blipFill>
          <a:blip r:embed="rId2" cstate="print">
            <a:extLst>
              <a:ext uri="{28A0092B-C50C-407E-A947-70E740481C1C}">
                <a14:useLocalDpi xmlns:a14="http://schemas.microsoft.com/office/drawing/2010/main"/>
              </a:ext>
            </a:extLst>
          </a:blip>
          <a:stretch>
            <a:fillRect/>
          </a:stretch>
        </p:blipFill>
        <p:spPr>
          <a:xfrm>
            <a:off x="0" y="1"/>
            <a:ext cx="9143999" cy="5165874"/>
          </a:xfrm>
          <a:prstGeom prst="rect">
            <a:avLst/>
          </a:prstGeom>
        </p:spPr>
      </p:pic>
      <p:grpSp>
        <p:nvGrpSpPr>
          <p:cNvPr id="4" name="Group 4"/>
          <p:cNvGrpSpPr>
            <a:grpSpLocks noChangeAspect="1"/>
          </p:cNvGrpSpPr>
          <p:nvPr userDrawn="1"/>
        </p:nvGrpSpPr>
        <p:grpSpPr bwMode="auto">
          <a:xfrm>
            <a:off x="3746294" y="2129856"/>
            <a:ext cx="1617944" cy="860542"/>
            <a:chOff x="310" y="249"/>
            <a:chExt cx="502" cy="267"/>
          </a:xfrm>
          <a:solidFill>
            <a:schemeClr val="accent5"/>
          </a:solidFill>
        </p:grpSpPr>
        <p:sp>
          <p:nvSpPr>
            <p:cNvPr id="5" name="Rectangle 5"/>
            <p:cNvSpPr>
              <a:spLocks noChangeArrowheads="1"/>
            </p:cNvSpPr>
            <p:nvPr userDrawn="1"/>
          </p:nvSpPr>
          <p:spPr bwMode="auto">
            <a:xfrm>
              <a:off x="452" y="426"/>
              <a:ext cx="22" cy="88"/>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6" name="Freeform 6"/>
            <p:cNvSpPr>
              <a:spLocks/>
            </p:cNvSpPr>
            <p:nvPr userDrawn="1"/>
          </p:nvSpPr>
          <p:spPr bwMode="auto">
            <a:xfrm>
              <a:off x="585" y="425"/>
              <a:ext cx="66" cy="91"/>
            </a:xfrm>
            <a:custGeom>
              <a:avLst/>
              <a:gdLst>
                <a:gd name="T0" fmla="*/ 51 w 51"/>
                <a:gd name="T1" fmla="*/ 20 h 69"/>
                <a:gd name="T2" fmla="*/ 37 w 51"/>
                <a:gd name="T3" fmla="*/ 16 h 69"/>
                <a:gd name="T4" fmla="*/ 18 w 51"/>
                <a:gd name="T5" fmla="*/ 34 h 69"/>
                <a:gd name="T6" fmla="*/ 37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7" y="16"/>
                  </a:cubicBezTo>
                  <a:cubicBezTo>
                    <a:pt x="26" y="16"/>
                    <a:pt x="18" y="24"/>
                    <a:pt x="18" y="34"/>
                  </a:cubicBezTo>
                  <a:cubicBezTo>
                    <a:pt x="18" y="44"/>
                    <a:pt x="25" y="52"/>
                    <a:pt x="37" y="52"/>
                  </a:cubicBezTo>
                  <a:cubicBezTo>
                    <a:pt x="45"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7" name="Freeform 7"/>
            <p:cNvSpPr>
              <a:spLocks/>
            </p:cNvSpPr>
            <p:nvPr userDrawn="1"/>
          </p:nvSpPr>
          <p:spPr bwMode="auto">
            <a:xfrm>
              <a:off x="355" y="425"/>
              <a:ext cx="67" cy="91"/>
            </a:xfrm>
            <a:custGeom>
              <a:avLst/>
              <a:gdLst>
                <a:gd name="T0" fmla="*/ 51 w 51"/>
                <a:gd name="T1" fmla="*/ 20 h 69"/>
                <a:gd name="T2" fmla="*/ 36 w 51"/>
                <a:gd name="T3" fmla="*/ 16 h 69"/>
                <a:gd name="T4" fmla="*/ 18 w 51"/>
                <a:gd name="T5" fmla="*/ 34 h 69"/>
                <a:gd name="T6" fmla="*/ 36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6" y="16"/>
                  </a:cubicBezTo>
                  <a:cubicBezTo>
                    <a:pt x="25" y="16"/>
                    <a:pt x="18" y="24"/>
                    <a:pt x="18" y="34"/>
                  </a:cubicBezTo>
                  <a:cubicBezTo>
                    <a:pt x="18" y="44"/>
                    <a:pt x="25" y="52"/>
                    <a:pt x="36" y="52"/>
                  </a:cubicBezTo>
                  <a:cubicBezTo>
                    <a:pt x="44"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8" name="Freeform 8"/>
            <p:cNvSpPr>
              <a:spLocks noEditPoints="1"/>
            </p:cNvSpPr>
            <p:nvPr userDrawn="1"/>
          </p:nvSpPr>
          <p:spPr bwMode="auto">
            <a:xfrm>
              <a:off x="675" y="425"/>
              <a:ext cx="91" cy="91"/>
            </a:xfrm>
            <a:custGeom>
              <a:avLst/>
              <a:gdLst>
                <a:gd name="T0" fmla="*/ 70 w 70"/>
                <a:gd name="T1" fmla="*/ 34 h 69"/>
                <a:gd name="T2" fmla="*/ 35 w 70"/>
                <a:gd name="T3" fmla="*/ 69 h 69"/>
                <a:gd name="T4" fmla="*/ 0 w 70"/>
                <a:gd name="T5" fmla="*/ 34 h 69"/>
                <a:gd name="T6" fmla="*/ 35 w 70"/>
                <a:gd name="T7" fmla="*/ 0 h 69"/>
                <a:gd name="T8" fmla="*/ 70 w 70"/>
                <a:gd name="T9" fmla="*/ 34 h 69"/>
                <a:gd name="T10" fmla="*/ 35 w 70"/>
                <a:gd name="T11" fmla="*/ 17 h 69"/>
                <a:gd name="T12" fmla="*/ 18 w 70"/>
                <a:gd name="T13" fmla="*/ 34 h 69"/>
                <a:gd name="T14" fmla="*/ 35 w 70"/>
                <a:gd name="T15" fmla="*/ 52 h 69"/>
                <a:gd name="T16" fmla="*/ 52 w 70"/>
                <a:gd name="T17" fmla="*/ 34 h 69"/>
                <a:gd name="T18" fmla="*/ 35 w 70"/>
                <a:gd name="T19" fmla="*/ 17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70" h="69">
                  <a:moveTo>
                    <a:pt x="70" y="34"/>
                  </a:moveTo>
                  <a:cubicBezTo>
                    <a:pt x="70" y="53"/>
                    <a:pt x="56" y="69"/>
                    <a:pt x="35" y="69"/>
                  </a:cubicBezTo>
                  <a:cubicBezTo>
                    <a:pt x="14" y="69"/>
                    <a:pt x="0" y="53"/>
                    <a:pt x="0" y="34"/>
                  </a:cubicBezTo>
                  <a:cubicBezTo>
                    <a:pt x="0" y="15"/>
                    <a:pt x="14" y="0"/>
                    <a:pt x="35" y="0"/>
                  </a:cubicBezTo>
                  <a:cubicBezTo>
                    <a:pt x="56" y="0"/>
                    <a:pt x="70" y="15"/>
                    <a:pt x="70" y="34"/>
                  </a:cubicBezTo>
                  <a:close/>
                  <a:moveTo>
                    <a:pt x="35" y="17"/>
                  </a:moveTo>
                  <a:cubicBezTo>
                    <a:pt x="25" y="17"/>
                    <a:pt x="18" y="25"/>
                    <a:pt x="18" y="34"/>
                  </a:cubicBezTo>
                  <a:cubicBezTo>
                    <a:pt x="18" y="44"/>
                    <a:pt x="25" y="52"/>
                    <a:pt x="35" y="52"/>
                  </a:cubicBezTo>
                  <a:cubicBezTo>
                    <a:pt x="45" y="52"/>
                    <a:pt x="52" y="44"/>
                    <a:pt x="52" y="34"/>
                  </a:cubicBezTo>
                  <a:cubicBezTo>
                    <a:pt x="52" y="25"/>
                    <a:pt x="45" y="17"/>
                    <a:pt x="35" y="1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9" name="Freeform 9"/>
            <p:cNvSpPr>
              <a:spLocks/>
            </p:cNvSpPr>
            <p:nvPr userDrawn="1"/>
          </p:nvSpPr>
          <p:spPr bwMode="auto">
            <a:xfrm>
              <a:off x="503" y="425"/>
              <a:ext cx="60" cy="91"/>
            </a:xfrm>
            <a:custGeom>
              <a:avLst/>
              <a:gdLst>
                <a:gd name="T0" fmla="*/ 42 w 46"/>
                <a:gd name="T1" fmla="*/ 16 h 69"/>
                <a:gd name="T2" fmla="*/ 29 w 46"/>
                <a:gd name="T3" fmla="*/ 14 h 69"/>
                <a:gd name="T4" fmla="*/ 18 w 46"/>
                <a:gd name="T5" fmla="*/ 20 h 69"/>
                <a:gd name="T6" fmla="*/ 26 w 46"/>
                <a:gd name="T7" fmla="*/ 26 h 69"/>
                <a:gd name="T8" fmla="*/ 30 w 46"/>
                <a:gd name="T9" fmla="*/ 27 h 69"/>
                <a:gd name="T10" fmla="*/ 46 w 46"/>
                <a:gd name="T11" fmla="*/ 47 h 69"/>
                <a:gd name="T12" fmla="*/ 19 w 46"/>
                <a:gd name="T13" fmla="*/ 69 h 69"/>
                <a:gd name="T14" fmla="*/ 1 w 46"/>
                <a:gd name="T15" fmla="*/ 67 h 69"/>
                <a:gd name="T16" fmla="*/ 1 w 46"/>
                <a:gd name="T17" fmla="*/ 52 h 69"/>
                <a:gd name="T18" fmla="*/ 16 w 46"/>
                <a:gd name="T19" fmla="*/ 54 h 69"/>
                <a:gd name="T20" fmla="*/ 29 w 46"/>
                <a:gd name="T21" fmla="*/ 48 h 69"/>
                <a:gd name="T22" fmla="*/ 21 w 46"/>
                <a:gd name="T23" fmla="*/ 41 h 69"/>
                <a:gd name="T24" fmla="*/ 18 w 46"/>
                <a:gd name="T25" fmla="*/ 40 h 69"/>
                <a:gd name="T26" fmla="*/ 0 w 46"/>
                <a:gd name="T27" fmla="*/ 21 h 69"/>
                <a:gd name="T28" fmla="*/ 25 w 46"/>
                <a:gd name="T29" fmla="*/ 0 h 69"/>
                <a:gd name="T30" fmla="*/ 42 w 46"/>
                <a:gd name="T31" fmla="*/ 2 h 69"/>
                <a:gd name="T32" fmla="*/ 42 w 46"/>
                <a:gd name="T33" fmla="*/ 16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46" h="69">
                  <a:moveTo>
                    <a:pt x="42" y="16"/>
                  </a:moveTo>
                  <a:cubicBezTo>
                    <a:pt x="41" y="16"/>
                    <a:pt x="34" y="14"/>
                    <a:pt x="29" y="14"/>
                  </a:cubicBezTo>
                  <a:cubicBezTo>
                    <a:pt x="22" y="14"/>
                    <a:pt x="18" y="16"/>
                    <a:pt x="18" y="20"/>
                  </a:cubicBezTo>
                  <a:cubicBezTo>
                    <a:pt x="18" y="24"/>
                    <a:pt x="23" y="25"/>
                    <a:pt x="26" y="26"/>
                  </a:cubicBezTo>
                  <a:cubicBezTo>
                    <a:pt x="30" y="27"/>
                    <a:pt x="30" y="27"/>
                    <a:pt x="30" y="27"/>
                  </a:cubicBezTo>
                  <a:cubicBezTo>
                    <a:pt x="41" y="31"/>
                    <a:pt x="46" y="38"/>
                    <a:pt x="46" y="47"/>
                  </a:cubicBezTo>
                  <a:cubicBezTo>
                    <a:pt x="46" y="63"/>
                    <a:pt x="32" y="69"/>
                    <a:pt x="19" y="69"/>
                  </a:cubicBezTo>
                  <a:cubicBezTo>
                    <a:pt x="10" y="69"/>
                    <a:pt x="1" y="67"/>
                    <a:pt x="1" y="67"/>
                  </a:cubicBezTo>
                  <a:cubicBezTo>
                    <a:pt x="1" y="52"/>
                    <a:pt x="1" y="52"/>
                    <a:pt x="1" y="52"/>
                  </a:cubicBezTo>
                  <a:cubicBezTo>
                    <a:pt x="2" y="52"/>
                    <a:pt x="9" y="54"/>
                    <a:pt x="16" y="54"/>
                  </a:cubicBezTo>
                  <a:cubicBezTo>
                    <a:pt x="25" y="54"/>
                    <a:pt x="29" y="52"/>
                    <a:pt x="29" y="48"/>
                  </a:cubicBezTo>
                  <a:cubicBezTo>
                    <a:pt x="29" y="45"/>
                    <a:pt x="25" y="43"/>
                    <a:pt x="21" y="41"/>
                  </a:cubicBezTo>
                  <a:cubicBezTo>
                    <a:pt x="20" y="41"/>
                    <a:pt x="19" y="41"/>
                    <a:pt x="18" y="40"/>
                  </a:cubicBezTo>
                  <a:cubicBezTo>
                    <a:pt x="8" y="37"/>
                    <a:pt x="0" y="32"/>
                    <a:pt x="0" y="21"/>
                  </a:cubicBezTo>
                  <a:cubicBezTo>
                    <a:pt x="0" y="8"/>
                    <a:pt x="10" y="0"/>
                    <a:pt x="25" y="0"/>
                  </a:cubicBezTo>
                  <a:cubicBezTo>
                    <a:pt x="34" y="0"/>
                    <a:pt x="41" y="2"/>
                    <a:pt x="42" y="2"/>
                  </a:cubicBezTo>
                  <a:lnTo>
                    <a:pt x="42" y="16"/>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0" name="Freeform 10"/>
            <p:cNvSpPr>
              <a:spLocks/>
            </p:cNvSpPr>
            <p:nvPr userDrawn="1"/>
          </p:nvSpPr>
          <p:spPr bwMode="auto">
            <a:xfrm>
              <a:off x="31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1" name="Freeform 11"/>
            <p:cNvSpPr>
              <a:spLocks/>
            </p:cNvSpPr>
            <p:nvPr userDrawn="1"/>
          </p:nvSpPr>
          <p:spPr bwMode="auto">
            <a:xfrm>
              <a:off x="37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2" name="Freeform 12"/>
            <p:cNvSpPr>
              <a:spLocks/>
            </p:cNvSpPr>
            <p:nvPr userDrawn="1"/>
          </p:nvSpPr>
          <p:spPr bwMode="auto">
            <a:xfrm>
              <a:off x="430" y="249"/>
              <a:ext cx="22" cy="139"/>
            </a:xfrm>
            <a:custGeom>
              <a:avLst/>
              <a:gdLst>
                <a:gd name="T0" fmla="*/ 17 w 17"/>
                <a:gd name="T1" fmla="*/ 8 h 106"/>
                <a:gd name="T2" fmla="*/ 8 w 17"/>
                <a:gd name="T3" fmla="*/ 0 h 106"/>
                <a:gd name="T4" fmla="*/ 0 w 17"/>
                <a:gd name="T5" fmla="*/ 8 h 106"/>
                <a:gd name="T6" fmla="*/ 0 w 17"/>
                <a:gd name="T7" fmla="*/ 97 h 106"/>
                <a:gd name="T8" fmla="*/ 8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8" y="0"/>
                  </a:cubicBezTo>
                  <a:cubicBezTo>
                    <a:pt x="4" y="0"/>
                    <a:pt x="0" y="4"/>
                    <a:pt x="0" y="8"/>
                  </a:cubicBezTo>
                  <a:cubicBezTo>
                    <a:pt x="0" y="97"/>
                    <a:pt x="0" y="97"/>
                    <a:pt x="0" y="97"/>
                  </a:cubicBezTo>
                  <a:cubicBezTo>
                    <a:pt x="0" y="102"/>
                    <a:pt x="4" y="106"/>
                    <a:pt x="8"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3" name="Freeform 13"/>
            <p:cNvSpPr>
              <a:spLocks/>
            </p:cNvSpPr>
            <p:nvPr userDrawn="1"/>
          </p:nvSpPr>
          <p:spPr bwMode="auto">
            <a:xfrm>
              <a:off x="49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4" name="Freeform 14"/>
            <p:cNvSpPr>
              <a:spLocks/>
            </p:cNvSpPr>
            <p:nvPr userDrawn="1"/>
          </p:nvSpPr>
          <p:spPr bwMode="auto">
            <a:xfrm>
              <a:off x="55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5" name="Freeform 15"/>
            <p:cNvSpPr>
              <a:spLocks/>
            </p:cNvSpPr>
            <p:nvPr userDrawn="1"/>
          </p:nvSpPr>
          <p:spPr bwMode="auto">
            <a:xfrm>
              <a:off x="61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6" name="Freeform 16"/>
            <p:cNvSpPr>
              <a:spLocks/>
            </p:cNvSpPr>
            <p:nvPr userDrawn="1"/>
          </p:nvSpPr>
          <p:spPr bwMode="auto">
            <a:xfrm>
              <a:off x="670" y="249"/>
              <a:ext cx="22" cy="139"/>
            </a:xfrm>
            <a:custGeom>
              <a:avLst/>
              <a:gdLst>
                <a:gd name="T0" fmla="*/ 17 w 17"/>
                <a:gd name="T1" fmla="*/ 8 h 106"/>
                <a:gd name="T2" fmla="*/ 9 w 17"/>
                <a:gd name="T3" fmla="*/ 0 h 106"/>
                <a:gd name="T4" fmla="*/ 0 w 17"/>
                <a:gd name="T5" fmla="*/ 8 h 106"/>
                <a:gd name="T6" fmla="*/ 0 w 17"/>
                <a:gd name="T7" fmla="*/ 97 h 106"/>
                <a:gd name="T8" fmla="*/ 9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9" y="0"/>
                  </a:cubicBezTo>
                  <a:cubicBezTo>
                    <a:pt x="4" y="0"/>
                    <a:pt x="0" y="4"/>
                    <a:pt x="0" y="8"/>
                  </a:cubicBezTo>
                  <a:cubicBezTo>
                    <a:pt x="0" y="97"/>
                    <a:pt x="0" y="97"/>
                    <a:pt x="0" y="97"/>
                  </a:cubicBezTo>
                  <a:cubicBezTo>
                    <a:pt x="0" y="102"/>
                    <a:pt x="4" y="106"/>
                    <a:pt x="9"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7" name="Freeform 17"/>
            <p:cNvSpPr>
              <a:spLocks/>
            </p:cNvSpPr>
            <p:nvPr userDrawn="1"/>
          </p:nvSpPr>
          <p:spPr bwMode="auto">
            <a:xfrm>
              <a:off x="73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8" name="Freeform 18"/>
            <p:cNvSpPr>
              <a:spLocks/>
            </p:cNvSpPr>
            <p:nvPr userDrawn="1"/>
          </p:nvSpPr>
          <p:spPr bwMode="auto">
            <a:xfrm>
              <a:off x="790" y="321"/>
              <a:ext cx="22" cy="45"/>
            </a:xfrm>
            <a:custGeom>
              <a:avLst/>
              <a:gdLst>
                <a:gd name="T0" fmla="*/ 17 w 17"/>
                <a:gd name="T1" fmla="*/ 8 h 34"/>
                <a:gd name="T2" fmla="*/ 9 w 17"/>
                <a:gd name="T3" fmla="*/ 0 h 34"/>
                <a:gd name="T4" fmla="*/ 0 w 17"/>
                <a:gd name="T5" fmla="*/ 8 h 34"/>
                <a:gd name="T6" fmla="*/ 0 w 17"/>
                <a:gd name="T7" fmla="*/ 26 h 34"/>
                <a:gd name="T8" fmla="*/ 9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9" y="0"/>
                  </a:cubicBezTo>
                  <a:cubicBezTo>
                    <a:pt x="4" y="0"/>
                    <a:pt x="0" y="3"/>
                    <a:pt x="0" y="8"/>
                  </a:cubicBezTo>
                  <a:cubicBezTo>
                    <a:pt x="0" y="26"/>
                    <a:pt x="0" y="26"/>
                    <a:pt x="0" y="26"/>
                  </a:cubicBezTo>
                  <a:cubicBezTo>
                    <a:pt x="0" y="30"/>
                    <a:pt x="4" y="34"/>
                    <a:pt x="9"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grpSp>
    </p:spTree>
    <p:extLst>
      <p:ext uri="{BB962C8B-B14F-4D97-AF65-F5344CB8AC3E}">
        <p14:creationId xmlns:p14="http://schemas.microsoft.com/office/powerpoint/2010/main" val="1452152280"/>
      </p:ext>
    </p:extLst>
  </p:cSld>
  <p:clrMapOvr>
    <a:masterClrMapping/>
  </p:clrMapOvr>
  <p:transition spd="slow">
    <p:wipe/>
  </p:transition>
</p:sldLayout>
</file>

<file path=ppt/slideLayouts/slideLayout18.xml><?xml version="1.0" encoding="utf-8"?>
<p:sldLayout xmlns:a="http://schemas.openxmlformats.org/drawingml/2006/main" xmlns:r="http://schemas.openxmlformats.org/officeDocument/2006/relationships" xmlns:p="http://schemas.openxmlformats.org/presentationml/2006/main" showMasterSp="0" preserve="1">
  <p:cSld name="Closing Slide">
    <p:bg>
      <p:bgPr>
        <a:solidFill>
          <a:schemeClr val="accent5"/>
        </a:solidFill>
        <a:effectLst/>
      </p:bgPr>
    </p:bg>
    <p:spTree>
      <p:nvGrpSpPr>
        <p:cNvPr id="1" name=""/>
        <p:cNvGrpSpPr/>
        <p:nvPr/>
      </p:nvGrpSpPr>
      <p:grpSpPr>
        <a:xfrm>
          <a:off x="0" y="0"/>
          <a:ext cx="0" cy="0"/>
          <a:chOff x="0" y="0"/>
          <a:chExt cx="0" cy="0"/>
        </a:xfrm>
      </p:grpSpPr>
      <p:sp>
        <p:nvSpPr>
          <p:cNvPr id="3" name="Rectangle 2"/>
          <p:cNvSpPr/>
          <p:nvPr userDrawn="1"/>
        </p:nvSpPr>
        <p:spPr>
          <a:xfrm>
            <a:off x="0" y="0"/>
            <a:ext cx="9144000" cy="5143500"/>
          </a:xfrm>
          <a:prstGeom prst="rect">
            <a:avLst/>
          </a:prstGeom>
          <a:solidFill>
            <a:srgbClr val="00394F"/>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nvGrpSpPr>
          <p:cNvPr id="4" name="Group 4"/>
          <p:cNvGrpSpPr>
            <a:grpSpLocks noChangeAspect="1"/>
          </p:cNvGrpSpPr>
          <p:nvPr userDrawn="1"/>
        </p:nvGrpSpPr>
        <p:grpSpPr bwMode="auto">
          <a:xfrm>
            <a:off x="3746294" y="2129856"/>
            <a:ext cx="1617944" cy="860542"/>
            <a:chOff x="310" y="249"/>
            <a:chExt cx="502" cy="267"/>
          </a:xfrm>
          <a:solidFill>
            <a:schemeClr val="accent5"/>
          </a:solidFill>
        </p:grpSpPr>
        <p:sp>
          <p:nvSpPr>
            <p:cNvPr id="5" name="Rectangle 5"/>
            <p:cNvSpPr>
              <a:spLocks noChangeArrowheads="1"/>
            </p:cNvSpPr>
            <p:nvPr userDrawn="1"/>
          </p:nvSpPr>
          <p:spPr bwMode="auto">
            <a:xfrm>
              <a:off x="452" y="426"/>
              <a:ext cx="22" cy="88"/>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6" name="Freeform 6"/>
            <p:cNvSpPr>
              <a:spLocks/>
            </p:cNvSpPr>
            <p:nvPr userDrawn="1"/>
          </p:nvSpPr>
          <p:spPr bwMode="auto">
            <a:xfrm>
              <a:off x="585" y="425"/>
              <a:ext cx="66" cy="91"/>
            </a:xfrm>
            <a:custGeom>
              <a:avLst/>
              <a:gdLst>
                <a:gd name="T0" fmla="*/ 51 w 51"/>
                <a:gd name="T1" fmla="*/ 20 h 69"/>
                <a:gd name="T2" fmla="*/ 37 w 51"/>
                <a:gd name="T3" fmla="*/ 16 h 69"/>
                <a:gd name="T4" fmla="*/ 18 w 51"/>
                <a:gd name="T5" fmla="*/ 34 h 69"/>
                <a:gd name="T6" fmla="*/ 37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7" y="16"/>
                  </a:cubicBezTo>
                  <a:cubicBezTo>
                    <a:pt x="26" y="16"/>
                    <a:pt x="18" y="24"/>
                    <a:pt x="18" y="34"/>
                  </a:cubicBezTo>
                  <a:cubicBezTo>
                    <a:pt x="18" y="44"/>
                    <a:pt x="25" y="52"/>
                    <a:pt x="37" y="52"/>
                  </a:cubicBezTo>
                  <a:cubicBezTo>
                    <a:pt x="45"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7" name="Freeform 7"/>
            <p:cNvSpPr>
              <a:spLocks/>
            </p:cNvSpPr>
            <p:nvPr userDrawn="1"/>
          </p:nvSpPr>
          <p:spPr bwMode="auto">
            <a:xfrm>
              <a:off x="355" y="425"/>
              <a:ext cx="67" cy="91"/>
            </a:xfrm>
            <a:custGeom>
              <a:avLst/>
              <a:gdLst>
                <a:gd name="T0" fmla="*/ 51 w 51"/>
                <a:gd name="T1" fmla="*/ 20 h 69"/>
                <a:gd name="T2" fmla="*/ 36 w 51"/>
                <a:gd name="T3" fmla="*/ 16 h 69"/>
                <a:gd name="T4" fmla="*/ 18 w 51"/>
                <a:gd name="T5" fmla="*/ 34 h 69"/>
                <a:gd name="T6" fmla="*/ 36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6" y="16"/>
                  </a:cubicBezTo>
                  <a:cubicBezTo>
                    <a:pt x="25" y="16"/>
                    <a:pt x="18" y="24"/>
                    <a:pt x="18" y="34"/>
                  </a:cubicBezTo>
                  <a:cubicBezTo>
                    <a:pt x="18" y="44"/>
                    <a:pt x="25" y="52"/>
                    <a:pt x="36" y="52"/>
                  </a:cubicBezTo>
                  <a:cubicBezTo>
                    <a:pt x="44"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8" name="Freeform 8"/>
            <p:cNvSpPr>
              <a:spLocks noEditPoints="1"/>
            </p:cNvSpPr>
            <p:nvPr userDrawn="1"/>
          </p:nvSpPr>
          <p:spPr bwMode="auto">
            <a:xfrm>
              <a:off x="675" y="425"/>
              <a:ext cx="91" cy="91"/>
            </a:xfrm>
            <a:custGeom>
              <a:avLst/>
              <a:gdLst>
                <a:gd name="T0" fmla="*/ 70 w 70"/>
                <a:gd name="T1" fmla="*/ 34 h 69"/>
                <a:gd name="T2" fmla="*/ 35 w 70"/>
                <a:gd name="T3" fmla="*/ 69 h 69"/>
                <a:gd name="T4" fmla="*/ 0 w 70"/>
                <a:gd name="T5" fmla="*/ 34 h 69"/>
                <a:gd name="T6" fmla="*/ 35 w 70"/>
                <a:gd name="T7" fmla="*/ 0 h 69"/>
                <a:gd name="T8" fmla="*/ 70 w 70"/>
                <a:gd name="T9" fmla="*/ 34 h 69"/>
                <a:gd name="T10" fmla="*/ 35 w 70"/>
                <a:gd name="T11" fmla="*/ 17 h 69"/>
                <a:gd name="T12" fmla="*/ 18 w 70"/>
                <a:gd name="T13" fmla="*/ 34 h 69"/>
                <a:gd name="T14" fmla="*/ 35 w 70"/>
                <a:gd name="T15" fmla="*/ 52 h 69"/>
                <a:gd name="T16" fmla="*/ 52 w 70"/>
                <a:gd name="T17" fmla="*/ 34 h 69"/>
                <a:gd name="T18" fmla="*/ 35 w 70"/>
                <a:gd name="T19" fmla="*/ 17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70" h="69">
                  <a:moveTo>
                    <a:pt x="70" y="34"/>
                  </a:moveTo>
                  <a:cubicBezTo>
                    <a:pt x="70" y="53"/>
                    <a:pt x="56" y="69"/>
                    <a:pt x="35" y="69"/>
                  </a:cubicBezTo>
                  <a:cubicBezTo>
                    <a:pt x="14" y="69"/>
                    <a:pt x="0" y="53"/>
                    <a:pt x="0" y="34"/>
                  </a:cubicBezTo>
                  <a:cubicBezTo>
                    <a:pt x="0" y="15"/>
                    <a:pt x="14" y="0"/>
                    <a:pt x="35" y="0"/>
                  </a:cubicBezTo>
                  <a:cubicBezTo>
                    <a:pt x="56" y="0"/>
                    <a:pt x="70" y="15"/>
                    <a:pt x="70" y="34"/>
                  </a:cubicBezTo>
                  <a:close/>
                  <a:moveTo>
                    <a:pt x="35" y="17"/>
                  </a:moveTo>
                  <a:cubicBezTo>
                    <a:pt x="25" y="17"/>
                    <a:pt x="18" y="25"/>
                    <a:pt x="18" y="34"/>
                  </a:cubicBezTo>
                  <a:cubicBezTo>
                    <a:pt x="18" y="44"/>
                    <a:pt x="25" y="52"/>
                    <a:pt x="35" y="52"/>
                  </a:cubicBezTo>
                  <a:cubicBezTo>
                    <a:pt x="45" y="52"/>
                    <a:pt x="52" y="44"/>
                    <a:pt x="52" y="34"/>
                  </a:cubicBezTo>
                  <a:cubicBezTo>
                    <a:pt x="52" y="25"/>
                    <a:pt x="45" y="17"/>
                    <a:pt x="35" y="1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9" name="Freeform 9"/>
            <p:cNvSpPr>
              <a:spLocks/>
            </p:cNvSpPr>
            <p:nvPr userDrawn="1"/>
          </p:nvSpPr>
          <p:spPr bwMode="auto">
            <a:xfrm>
              <a:off x="503" y="425"/>
              <a:ext cx="60" cy="91"/>
            </a:xfrm>
            <a:custGeom>
              <a:avLst/>
              <a:gdLst>
                <a:gd name="T0" fmla="*/ 42 w 46"/>
                <a:gd name="T1" fmla="*/ 16 h 69"/>
                <a:gd name="T2" fmla="*/ 29 w 46"/>
                <a:gd name="T3" fmla="*/ 14 h 69"/>
                <a:gd name="T4" fmla="*/ 18 w 46"/>
                <a:gd name="T5" fmla="*/ 20 h 69"/>
                <a:gd name="T6" fmla="*/ 26 w 46"/>
                <a:gd name="T7" fmla="*/ 26 h 69"/>
                <a:gd name="T8" fmla="*/ 30 w 46"/>
                <a:gd name="T9" fmla="*/ 27 h 69"/>
                <a:gd name="T10" fmla="*/ 46 w 46"/>
                <a:gd name="T11" fmla="*/ 47 h 69"/>
                <a:gd name="T12" fmla="*/ 19 w 46"/>
                <a:gd name="T13" fmla="*/ 69 h 69"/>
                <a:gd name="T14" fmla="*/ 1 w 46"/>
                <a:gd name="T15" fmla="*/ 67 h 69"/>
                <a:gd name="T16" fmla="*/ 1 w 46"/>
                <a:gd name="T17" fmla="*/ 52 h 69"/>
                <a:gd name="T18" fmla="*/ 16 w 46"/>
                <a:gd name="T19" fmla="*/ 54 h 69"/>
                <a:gd name="T20" fmla="*/ 29 w 46"/>
                <a:gd name="T21" fmla="*/ 48 h 69"/>
                <a:gd name="T22" fmla="*/ 21 w 46"/>
                <a:gd name="T23" fmla="*/ 41 h 69"/>
                <a:gd name="T24" fmla="*/ 18 w 46"/>
                <a:gd name="T25" fmla="*/ 40 h 69"/>
                <a:gd name="T26" fmla="*/ 0 w 46"/>
                <a:gd name="T27" fmla="*/ 21 h 69"/>
                <a:gd name="T28" fmla="*/ 25 w 46"/>
                <a:gd name="T29" fmla="*/ 0 h 69"/>
                <a:gd name="T30" fmla="*/ 42 w 46"/>
                <a:gd name="T31" fmla="*/ 2 h 69"/>
                <a:gd name="T32" fmla="*/ 42 w 46"/>
                <a:gd name="T33" fmla="*/ 16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46" h="69">
                  <a:moveTo>
                    <a:pt x="42" y="16"/>
                  </a:moveTo>
                  <a:cubicBezTo>
                    <a:pt x="41" y="16"/>
                    <a:pt x="34" y="14"/>
                    <a:pt x="29" y="14"/>
                  </a:cubicBezTo>
                  <a:cubicBezTo>
                    <a:pt x="22" y="14"/>
                    <a:pt x="18" y="16"/>
                    <a:pt x="18" y="20"/>
                  </a:cubicBezTo>
                  <a:cubicBezTo>
                    <a:pt x="18" y="24"/>
                    <a:pt x="23" y="25"/>
                    <a:pt x="26" y="26"/>
                  </a:cubicBezTo>
                  <a:cubicBezTo>
                    <a:pt x="30" y="27"/>
                    <a:pt x="30" y="27"/>
                    <a:pt x="30" y="27"/>
                  </a:cubicBezTo>
                  <a:cubicBezTo>
                    <a:pt x="41" y="31"/>
                    <a:pt x="46" y="38"/>
                    <a:pt x="46" y="47"/>
                  </a:cubicBezTo>
                  <a:cubicBezTo>
                    <a:pt x="46" y="63"/>
                    <a:pt x="32" y="69"/>
                    <a:pt x="19" y="69"/>
                  </a:cubicBezTo>
                  <a:cubicBezTo>
                    <a:pt x="10" y="69"/>
                    <a:pt x="1" y="67"/>
                    <a:pt x="1" y="67"/>
                  </a:cubicBezTo>
                  <a:cubicBezTo>
                    <a:pt x="1" y="52"/>
                    <a:pt x="1" y="52"/>
                    <a:pt x="1" y="52"/>
                  </a:cubicBezTo>
                  <a:cubicBezTo>
                    <a:pt x="2" y="52"/>
                    <a:pt x="9" y="54"/>
                    <a:pt x="16" y="54"/>
                  </a:cubicBezTo>
                  <a:cubicBezTo>
                    <a:pt x="25" y="54"/>
                    <a:pt x="29" y="52"/>
                    <a:pt x="29" y="48"/>
                  </a:cubicBezTo>
                  <a:cubicBezTo>
                    <a:pt x="29" y="45"/>
                    <a:pt x="25" y="43"/>
                    <a:pt x="21" y="41"/>
                  </a:cubicBezTo>
                  <a:cubicBezTo>
                    <a:pt x="20" y="41"/>
                    <a:pt x="19" y="41"/>
                    <a:pt x="18" y="40"/>
                  </a:cubicBezTo>
                  <a:cubicBezTo>
                    <a:pt x="8" y="37"/>
                    <a:pt x="0" y="32"/>
                    <a:pt x="0" y="21"/>
                  </a:cubicBezTo>
                  <a:cubicBezTo>
                    <a:pt x="0" y="8"/>
                    <a:pt x="10" y="0"/>
                    <a:pt x="25" y="0"/>
                  </a:cubicBezTo>
                  <a:cubicBezTo>
                    <a:pt x="34" y="0"/>
                    <a:pt x="41" y="2"/>
                    <a:pt x="42" y="2"/>
                  </a:cubicBezTo>
                  <a:lnTo>
                    <a:pt x="42" y="16"/>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0" name="Freeform 10"/>
            <p:cNvSpPr>
              <a:spLocks/>
            </p:cNvSpPr>
            <p:nvPr userDrawn="1"/>
          </p:nvSpPr>
          <p:spPr bwMode="auto">
            <a:xfrm>
              <a:off x="31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1" name="Freeform 11"/>
            <p:cNvSpPr>
              <a:spLocks/>
            </p:cNvSpPr>
            <p:nvPr userDrawn="1"/>
          </p:nvSpPr>
          <p:spPr bwMode="auto">
            <a:xfrm>
              <a:off x="37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2" name="Freeform 12"/>
            <p:cNvSpPr>
              <a:spLocks/>
            </p:cNvSpPr>
            <p:nvPr userDrawn="1"/>
          </p:nvSpPr>
          <p:spPr bwMode="auto">
            <a:xfrm>
              <a:off x="430" y="249"/>
              <a:ext cx="22" cy="139"/>
            </a:xfrm>
            <a:custGeom>
              <a:avLst/>
              <a:gdLst>
                <a:gd name="T0" fmla="*/ 17 w 17"/>
                <a:gd name="T1" fmla="*/ 8 h 106"/>
                <a:gd name="T2" fmla="*/ 8 w 17"/>
                <a:gd name="T3" fmla="*/ 0 h 106"/>
                <a:gd name="T4" fmla="*/ 0 w 17"/>
                <a:gd name="T5" fmla="*/ 8 h 106"/>
                <a:gd name="T6" fmla="*/ 0 w 17"/>
                <a:gd name="T7" fmla="*/ 97 h 106"/>
                <a:gd name="T8" fmla="*/ 8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8" y="0"/>
                  </a:cubicBezTo>
                  <a:cubicBezTo>
                    <a:pt x="4" y="0"/>
                    <a:pt x="0" y="4"/>
                    <a:pt x="0" y="8"/>
                  </a:cubicBezTo>
                  <a:cubicBezTo>
                    <a:pt x="0" y="97"/>
                    <a:pt x="0" y="97"/>
                    <a:pt x="0" y="97"/>
                  </a:cubicBezTo>
                  <a:cubicBezTo>
                    <a:pt x="0" y="102"/>
                    <a:pt x="4" y="106"/>
                    <a:pt x="8"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3" name="Freeform 13"/>
            <p:cNvSpPr>
              <a:spLocks/>
            </p:cNvSpPr>
            <p:nvPr userDrawn="1"/>
          </p:nvSpPr>
          <p:spPr bwMode="auto">
            <a:xfrm>
              <a:off x="49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4" name="Freeform 14"/>
            <p:cNvSpPr>
              <a:spLocks/>
            </p:cNvSpPr>
            <p:nvPr userDrawn="1"/>
          </p:nvSpPr>
          <p:spPr bwMode="auto">
            <a:xfrm>
              <a:off x="55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5" name="Freeform 15"/>
            <p:cNvSpPr>
              <a:spLocks/>
            </p:cNvSpPr>
            <p:nvPr userDrawn="1"/>
          </p:nvSpPr>
          <p:spPr bwMode="auto">
            <a:xfrm>
              <a:off x="61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6" name="Freeform 16"/>
            <p:cNvSpPr>
              <a:spLocks/>
            </p:cNvSpPr>
            <p:nvPr userDrawn="1"/>
          </p:nvSpPr>
          <p:spPr bwMode="auto">
            <a:xfrm>
              <a:off x="670" y="249"/>
              <a:ext cx="22" cy="139"/>
            </a:xfrm>
            <a:custGeom>
              <a:avLst/>
              <a:gdLst>
                <a:gd name="T0" fmla="*/ 17 w 17"/>
                <a:gd name="T1" fmla="*/ 8 h 106"/>
                <a:gd name="T2" fmla="*/ 9 w 17"/>
                <a:gd name="T3" fmla="*/ 0 h 106"/>
                <a:gd name="T4" fmla="*/ 0 w 17"/>
                <a:gd name="T5" fmla="*/ 8 h 106"/>
                <a:gd name="T6" fmla="*/ 0 w 17"/>
                <a:gd name="T7" fmla="*/ 97 h 106"/>
                <a:gd name="T8" fmla="*/ 9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9" y="0"/>
                  </a:cubicBezTo>
                  <a:cubicBezTo>
                    <a:pt x="4" y="0"/>
                    <a:pt x="0" y="4"/>
                    <a:pt x="0" y="8"/>
                  </a:cubicBezTo>
                  <a:cubicBezTo>
                    <a:pt x="0" y="97"/>
                    <a:pt x="0" y="97"/>
                    <a:pt x="0" y="97"/>
                  </a:cubicBezTo>
                  <a:cubicBezTo>
                    <a:pt x="0" y="102"/>
                    <a:pt x="4" y="106"/>
                    <a:pt x="9"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7" name="Freeform 17"/>
            <p:cNvSpPr>
              <a:spLocks/>
            </p:cNvSpPr>
            <p:nvPr userDrawn="1"/>
          </p:nvSpPr>
          <p:spPr bwMode="auto">
            <a:xfrm>
              <a:off x="73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8" name="Freeform 18"/>
            <p:cNvSpPr>
              <a:spLocks/>
            </p:cNvSpPr>
            <p:nvPr userDrawn="1"/>
          </p:nvSpPr>
          <p:spPr bwMode="auto">
            <a:xfrm>
              <a:off x="790" y="321"/>
              <a:ext cx="22" cy="45"/>
            </a:xfrm>
            <a:custGeom>
              <a:avLst/>
              <a:gdLst>
                <a:gd name="T0" fmla="*/ 17 w 17"/>
                <a:gd name="T1" fmla="*/ 8 h 34"/>
                <a:gd name="T2" fmla="*/ 9 w 17"/>
                <a:gd name="T3" fmla="*/ 0 h 34"/>
                <a:gd name="T4" fmla="*/ 0 w 17"/>
                <a:gd name="T5" fmla="*/ 8 h 34"/>
                <a:gd name="T6" fmla="*/ 0 w 17"/>
                <a:gd name="T7" fmla="*/ 26 h 34"/>
                <a:gd name="T8" fmla="*/ 9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9" y="0"/>
                  </a:cubicBezTo>
                  <a:cubicBezTo>
                    <a:pt x="4" y="0"/>
                    <a:pt x="0" y="3"/>
                    <a:pt x="0" y="8"/>
                  </a:cubicBezTo>
                  <a:cubicBezTo>
                    <a:pt x="0" y="26"/>
                    <a:pt x="0" y="26"/>
                    <a:pt x="0" y="26"/>
                  </a:cubicBezTo>
                  <a:cubicBezTo>
                    <a:pt x="0" y="30"/>
                    <a:pt x="4" y="34"/>
                    <a:pt x="9"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grpSp>
    </p:spTree>
    <p:extLst>
      <p:ext uri="{BB962C8B-B14F-4D97-AF65-F5344CB8AC3E}">
        <p14:creationId xmlns:p14="http://schemas.microsoft.com/office/powerpoint/2010/main" val="2037752560"/>
      </p:ext>
    </p:extLst>
  </p:cSld>
  <p:clrMapOvr>
    <a:masterClrMapping/>
  </p:clrMapOvr>
  <p:transition spd="slow">
    <p:wipe/>
  </p:transition>
</p:sldLayout>
</file>

<file path=ppt/slideLayouts/slideLayout19.xml><?xml version="1.0" encoding="utf-8"?>
<p:sldLayout xmlns:a="http://schemas.openxmlformats.org/drawingml/2006/main" xmlns:r="http://schemas.openxmlformats.org/officeDocument/2006/relationships" xmlns:p="http://schemas.openxmlformats.org/presentationml/2006/main" showMasterSp="0" preserve="1">
  <p:cSld name="3_Closing Slide">
    <p:bg>
      <p:bgPr>
        <a:solidFill>
          <a:schemeClr val="accent5"/>
        </a:solidFill>
        <a:effectLst/>
      </p:bgPr>
    </p:bg>
    <p:spTree>
      <p:nvGrpSpPr>
        <p:cNvPr id="1" name=""/>
        <p:cNvGrpSpPr/>
        <p:nvPr/>
      </p:nvGrpSpPr>
      <p:grpSpPr>
        <a:xfrm>
          <a:off x="0" y="0"/>
          <a:ext cx="0" cy="0"/>
          <a:chOff x="0" y="0"/>
          <a:chExt cx="0" cy="0"/>
        </a:xfrm>
      </p:grpSpPr>
      <p:grpSp>
        <p:nvGrpSpPr>
          <p:cNvPr id="4" name="Group 4"/>
          <p:cNvGrpSpPr>
            <a:grpSpLocks noChangeAspect="1"/>
          </p:cNvGrpSpPr>
          <p:nvPr userDrawn="1"/>
        </p:nvGrpSpPr>
        <p:grpSpPr bwMode="auto">
          <a:xfrm>
            <a:off x="3746294" y="2129856"/>
            <a:ext cx="1617944" cy="860542"/>
            <a:chOff x="310" y="249"/>
            <a:chExt cx="502" cy="267"/>
          </a:xfrm>
          <a:solidFill>
            <a:schemeClr val="accent1">
              <a:lumMod val="75000"/>
            </a:schemeClr>
          </a:solidFill>
        </p:grpSpPr>
        <p:sp>
          <p:nvSpPr>
            <p:cNvPr id="5" name="Rectangle 5"/>
            <p:cNvSpPr>
              <a:spLocks noChangeArrowheads="1"/>
            </p:cNvSpPr>
            <p:nvPr userDrawn="1"/>
          </p:nvSpPr>
          <p:spPr bwMode="auto">
            <a:xfrm>
              <a:off x="452" y="426"/>
              <a:ext cx="22" cy="88"/>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6" name="Freeform 6"/>
            <p:cNvSpPr>
              <a:spLocks/>
            </p:cNvSpPr>
            <p:nvPr userDrawn="1"/>
          </p:nvSpPr>
          <p:spPr bwMode="auto">
            <a:xfrm>
              <a:off x="585" y="425"/>
              <a:ext cx="66" cy="91"/>
            </a:xfrm>
            <a:custGeom>
              <a:avLst/>
              <a:gdLst>
                <a:gd name="T0" fmla="*/ 51 w 51"/>
                <a:gd name="T1" fmla="*/ 20 h 69"/>
                <a:gd name="T2" fmla="*/ 37 w 51"/>
                <a:gd name="T3" fmla="*/ 16 h 69"/>
                <a:gd name="T4" fmla="*/ 18 w 51"/>
                <a:gd name="T5" fmla="*/ 34 h 69"/>
                <a:gd name="T6" fmla="*/ 37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7" y="16"/>
                  </a:cubicBezTo>
                  <a:cubicBezTo>
                    <a:pt x="26" y="16"/>
                    <a:pt x="18" y="24"/>
                    <a:pt x="18" y="34"/>
                  </a:cubicBezTo>
                  <a:cubicBezTo>
                    <a:pt x="18" y="44"/>
                    <a:pt x="25" y="52"/>
                    <a:pt x="37" y="52"/>
                  </a:cubicBezTo>
                  <a:cubicBezTo>
                    <a:pt x="45"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7" name="Freeform 7"/>
            <p:cNvSpPr>
              <a:spLocks/>
            </p:cNvSpPr>
            <p:nvPr userDrawn="1"/>
          </p:nvSpPr>
          <p:spPr bwMode="auto">
            <a:xfrm>
              <a:off x="355" y="425"/>
              <a:ext cx="67" cy="91"/>
            </a:xfrm>
            <a:custGeom>
              <a:avLst/>
              <a:gdLst>
                <a:gd name="T0" fmla="*/ 51 w 51"/>
                <a:gd name="T1" fmla="*/ 20 h 69"/>
                <a:gd name="T2" fmla="*/ 36 w 51"/>
                <a:gd name="T3" fmla="*/ 16 h 69"/>
                <a:gd name="T4" fmla="*/ 18 w 51"/>
                <a:gd name="T5" fmla="*/ 34 h 69"/>
                <a:gd name="T6" fmla="*/ 36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6" y="16"/>
                  </a:cubicBezTo>
                  <a:cubicBezTo>
                    <a:pt x="25" y="16"/>
                    <a:pt x="18" y="24"/>
                    <a:pt x="18" y="34"/>
                  </a:cubicBezTo>
                  <a:cubicBezTo>
                    <a:pt x="18" y="44"/>
                    <a:pt x="25" y="52"/>
                    <a:pt x="36" y="52"/>
                  </a:cubicBezTo>
                  <a:cubicBezTo>
                    <a:pt x="44"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8" name="Freeform 8"/>
            <p:cNvSpPr>
              <a:spLocks noEditPoints="1"/>
            </p:cNvSpPr>
            <p:nvPr userDrawn="1"/>
          </p:nvSpPr>
          <p:spPr bwMode="auto">
            <a:xfrm>
              <a:off x="675" y="425"/>
              <a:ext cx="91" cy="91"/>
            </a:xfrm>
            <a:custGeom>
              <a:avLst/>
              <a:gdLst>
                <a:gd name="T0" fmla="*/ 70 w 70"/>
                <a:gd name="T1" fmla="*/ 34 h 69"/>
                <a:gd name="T2" fmla="*/ 35 w 70"/>
                <a:gd name="T3" fmla="*/ 69 h 69"/>
                <a:gd name="T4" fmla="*/ 0 w 70"/>
                <a:gd name="T5" fmla="*/ 34 h 69"/>
                <a:gd name="T6" fmla="*/ 35 w 70"/>
                <a:gd name="T7" fmla="*/ 0 h 69"/>
                <a:gd name="T8" fmla="*/ 70 w 70"/>
                <a:gd name="T9" fmla="*/ 34 h 69"/>
                <a:gd name="T10" fmla="*/ 35 w 70"/>
                <a:gd name="T11" fmla="*/ 17 h 69"/>
                <a:gd name="T12" fmla="*/ 18 w 70"/>
                <a:gd name="T13" fmla="*/ 34 h 69"/>
                <a:gd name="T14" fmla="*/ 35 w 70"/>
                <a:gd name="T15" fmla="*/ 52 h 69"/>
                <a:gd name="T16" fmla="*/ 52 w 70"/>
                <a:gd name="T17" fmla="*/ 34 h 69"/>
                <a:gd name="T18" fmla="*/ 35 w 70"/>
                <a:gd name="T19" fmla="*/ 17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70" h="69">
                  <a:moveTo>
                    <a:pt x="70" y="34"/>
                  </a:moveTo>
                  <a:cubicBezTo>
                    <a:pt x="70" y="53"/>
                    <a:pt x="56" y="69"/>
                    <a:pt x="35" y="69"/>
                  </a:cubicBezTo>
                  <a:cubicBezTo>
                    <a:pt x="14" y="69"/>
                    <a:pt x="0" y="53"/>
                    <a:pt x="0" y="34"/>
                  </a:cubicBezTo>
                  <a:cubicBezTo>
                    <a:pt x="0" y="15"/>
                    <a:pt x="14" y="0"/>
                    <a:pt x="35" y="0"/>
                  </a:cubicBezTo>
                  <a:cubicBezTo>
                    <a:pt x="56" y="0"/>
                    <a:pt x="70" y="15"/>
                    <a:pt x="70" y="34"/>
                  </a:cubicBezTo>
                  <a:close/>
                  <a:moveTo>
                    <a:pt x="35" y="17"/>
                  </a:moveTo>
                  <a:cubicBezTo>
                    <a:pt x="25" y="17"/>
                    <a:pt x="18" y="25"/>
                    <a:pt x="18" y="34"/>
                  </a:cubicBezTo>
                  <a:cubicBezTo>
                    <a:pt x="18" y="44"/>
                    <a:pt x="25" y="52"/>
                    <a:pt x="35" y="52"/>
                  </a:cubicBezTo>
                  <a:cubicBezTo>
                    <a:pt x="45" y="52"/>
                    <a:pt x="52" y="44"/>
                    <a:pt x="52" y="34"/>
                  </a:cubicBezTo>
                  <a:cubicBezTo>
                    <a:pt x="52" y="25"/>
                    <a:pt x="45" y="17"/>
                    <a:pt x="35" y="1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9" name="Freeform 9"/>
            <p:cNvSpPr>
              <a:spLocks/>
            </p:cNvSpPr>
            <p:nvPr userDrawn="1"/>
          </p:nvSpPr>
          <p:spPr bwMode="auto">
            <a:xfrm>
              <a:off x="503" y="425"/>
              <a:ext cx="60" cy="91"/>
            </a:xfrm>
            <a:custGeom>
              <a:avLst/>
              <a:gdLst>
                <a:gd name="T0" fmla="*/ 42 w 46"/>
                <a:gd name="T1" fmla="*/ 16 h 69"/>
                <a:gd name="T2" fmla="*/ 29 w 46"/>
                <a:gd name="T3" fmla="*/ 14 h 69"/>
                <a:gd name="T4" fmla="*/ 18 w 46"/>
                <a:gd name="T5" fmla="*/ 20 h 69"/>
                <a:gd name="T6" fmla="*/ 26 w 46"/>
                <a:gd name="T7" fmla="*/ 26 h 69"/>
                <a:gd name="T8" fmla="*/ 30 w 46"/>
                <a:gd name="T9" fmla="*/ 27 h 69"/>
                <a:gd name="T10" fmla="*/ 46 w 46"/>
                <a:gd name="T11" fmla="*/ 47 h 69"/>
                <a:gd name="T12" fmla="*/ 19 w 46"/>
                <a:gd name="T13" fmla="*/ 69 h 69"/>
                <a:gd name="T14" fmla="*/ 1 w 46"/>
                <a:gd name="T15" fmla="*/ 67 h 69"/>
                <a:gd name="T16" fmla="*/ 1 w 46"/>
                <a:gd name="T17" fmla="*/ 52 h 69"/>
                <a:gd name="T18" fmla="*/ 16 w 46"/>
                <a:gd name="T19" fmla="*/ 54 h 69"/>
                <a:gd name="T20" fmla="*/ 29 w 46"/>
                <a:gd name="T21" fmla="*/ 48 h 69"/>
                <a:gd name="T22" fmla="*/ 21 w 46"/>
                <a:gd name="T23" fmla="*/ 41 h 69"/>
                <a:gd name="T24" fmla="*/ 18 w 46"/>
                <a:gd name="T25" fmla="*/ 40 h 69"/>
                <a:gd name="T26" fmla="*/ 0 w 46"/>
                <a:gd name="T27" fmla="*/ 21 h 69"/>
                <a:gd name="T28" fmla="*/ 25 w 46"/>
                <a:gd name="T29" fmla="*/ 0 h 69"/>
                <a:gd name="T30" fmla="*/ 42 w 46"/>
                <a:gd name="T31" fmla="*/ 2 h 69"/>
                <a:gd name="T32" fmla="*/ 42 w 46"/>
                <a:gd name="T33" fmla="*/ 16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46" h="69">
                  <a:moveTo>
                    <a:pt x="42" y="16"/>
                  </a:moveTo>
                  <a:cubicBezTo>
                    <a:pt x="41" y="16"/>
                    <a:pt x="34" y="14"/>
                    <a:pt x="29" y="14"/>
                  </a:cubicBezTo>
                  <a:cubicBezTo>
                    <a:pt x="22" y="14"/>
                    <a:pt x="18" y="16"/>
                    <a:pt x="18" y="20"/>
                  </a:cubicBezTo>
                  <a:cubicBezTo>
                    <a:pt x="18" y="24"/>
                    <a:pt x="23" y="25"/>
                    <a:pt x="26" y="26"/>
                  </a:cubicBezTo>
                  <a:cubicBezTo>
                    <a:pt x="30" y="27"/>
                    <a:pt x="30" y="27"/>
                    <a:pt x="30" y="27"/>
                  </a:cubicBezTo>
                  <a:cubicBezTo>
                    <a:pt x="41" y="31"/>
                    <a:pt x="46" y="38"/>
                    <a:pt x="46" y="47"/>
                  </a:cubicBezTo>
                  <a:cubicBezTo>
                    <a:pt x="46" y="63"/>
                    <a:pt x="32" y="69"/>
                    <a:pt x="19" y="69"/>
                  </a:cubicBezTo>
                  <a:cubicBezTo>
                    <a:pt x="10" y="69"/>
                    <a:pt x="1" y="67"/>
                    <a:pt x="1" y="67"/>
                  </a:cubicBezTo>
                  <a:cubicBezTo>
                    <a:pt x="1" y="52"/>
                    <a:pt x="1" y="52"/>
                    <a:pt x="1" y="52"/>
                  </a:cubicBezTo>
                  <a:cubicBezTo>
                    <a:pt x="2" y="52"/>
                    <a:pt x="9" y="54"/>
                    <a:pt x="16" y="54"/>
                  </a:cubicBezTo>
                  <a:cubicBezTo>
                    <a:pt x="25" y="54"/>
                    <a:pt x="29" y="52"/>
                    <a:pt x="29" y="48"/>
                  </a:cubicBezTo>
                  <a:cubicBezTo>
                    <a:pt x="29" y="45"/>
                    <a:pt x="25" y="43"/>
                    <a:pt x="21" y="41"/>
                  </a:cubicBezTo>
                  <a:cubicBezTo>
                    <a:pt x="20" y="41"/>
                    <a:pt x="19" y="41"/>
                    <a:pt x="18" y="40"/>
                  </a:cubicBezTo>
                  <a:cubicBezTo>
                    <a:pt x="8" y="37"/>
                    <a:pt x="0" y="32"/>
                    <a:pt x="0" y="21"/>
                  </a:cubicBezTo>
                  <a:cubicBezTo>
                    <a:pt x="0" y="8"/>
                    <a:pt x="10" y="0"/>
                    <a:pt x="25" y="0"/>
                  </a:cubicBezTo>
                  <a:cubicBezTo>
                    <a:pt x="34" y="0"/>
                    <a:pt x="41" y="2"/>
                    <a:pt x="42" y="2"/>
                  </a:cubicBezTo>
                  <a:lnTo>
                    <a:pt x="42" y="16"/>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0" name="Freeform 10"/>
            <p:cNvSpPr>
              <a:spLocks/>
            </p:cNvSpPr>
            <p:nvPr userDrawn="1"/>
          </p:nvSpPr>
          <p:spPr bwMode="auto">
            <a:xfrm>
              <a:off x="31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1" name="Freeform 11"/>
            <p:cNvSpPr>
              <a:spLocks/>
            </p:cNvSpPr>
            <p:nvPr userDrawn="1"/>
          </p:nvSpPr>
          <p:spPr bwMode="auto">
            <a:xfrm>
              <a:off x="37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2" name="Freeform 12"/>
            <p:cNvSpPr>
              <a:spLocks/>
            </p:cNvSpPr>
            <p:nvPr userDrawn="1"/>
          </p:nvSpPr>
          <p:spPr bwMode="auto">
            <a:xfrm>
              <a:off x="430" y="249"/>
              <a:ext cx="22" cy="139"/>
            </a:xfrm>
            <a:custGeom>
              <a:avLst/>
              <a:gdLst>
                <a:gd name="T0" fmla="*/ 17 w 17"/>
                <a:gd name="T1" fmla="*/ 8 h 106"/>
                <a:gd name="T2" fmla="*/ 8 w 17"/>
                <a:gd name="T3" fmla="*/ 0 h 106"/>
                <a:gd name="T4" fmla="*/ 0 w 17"/>
                <a:gd name="T5" fmla="*/ 8 h 106"/>
                <a:gd name="T6" fmla="*/ 0 w 17"/>
                <a:gd name="T7" fmla="*/ 97 h 106"/>
                <a:gd name="T8" fmla="*/ 8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8" y="0"/>
                  </a:cubicBezTo>
                  <a:cubicBezTo>
                    <a:pt x="4" y="0"/>
                    <a:pt x="0" y="4"/>
                    <a:pt x="0" y="8"/>
                  </a:cubicBezTo>
                  <a:cubicBezTo>
                    <a:pt x="0" y="97"/>
                    <a:pt x="0" y="97"/>
                    <a:pt x="0" y="97"/>
                  </a:cubicBezTo>
                  <a:cubicBezTo>
                    <a:pt x="0" y="102"/>
                    <a:pt x="4" y="106"/>
                    <a:pt x="8"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3" name="Freeform 13"/>
            <p:cNvSpPr>
              <a:spLocks/>
            </p:cNvSpPr>
            <p:nvPr userDrawn="1"/>
          </p:nvSpPr>
          <p:spPr bwMode="auto">
            <a:xfrm>
              <a:off x="49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4" name="Freeform 14"/>
            <p:cNvSpPr>
              <a:spLocks/>
            </p:cNvSpPr>
            <p:nvPr userDrawn="1"/>
          </p:nvSpPr>
          <p:spPr bwMode="auto">
            <a:xfrm>
              <a:off x="55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5" name="Freeform 15"/>
            <p:cNvSpPr>
              <a:spLocks/>
            </p:cNvSpPr>
            <p:nvPr userDrawn="1"/>
          </p:nvSpPr>
          <p:spPr bwMode="auto">
            <a:xfrm>
              <a:off x="61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6" name="Freeform 16"/>
            <p:cNvSpPr>
              <a:spLocks/>
            </p:cNvSpPr>
            <p:nvPr userDrawn="1"/>
          </p:nvSpPr>
          <p:spPr bwMode="auto">
            <a:xfrm>
              <a:off x="670" y="249"/>
              <a:ext cx="22" cy="139"/>
            </a:xfrm>
            <a:custGeom>
              <a:avLst/>
              <a:gdLst>
                <a:gd name="T0" fmla="*/ 17 w 17"/>
                <a:gd name="T1" fmla="*/ 8 h 106"/>
                <a:gd name="T2" fmla="*/ 9 w 17"/>
                <a:gd name="T3" fmla="*/ 0 h 106"/>
                <a:gd name="T4" fmla="*/ 0 w 17"/>
                <a:gd name="T5" fmla="*/ 8 h 106"/>
                <a:gd name="T6" fmla="*/ 0 w 17"/>
                <a:gd name="T7" fmla="*/ 97 h 106"/>
                <a:gd name="T8" fmla="*/ 9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9" y="0"/>
                  </a:cubicBezTo>
                  <a:cubicBezTo>
                    <a:pt x="4" y="0"/>
                    <a:pt x="0" y="4"/>
                    <a:pt x="0" y="8"/>
                  </a:cubicBezTo>
                  <a:cubicBezTo>
                    <a:pt x="0" y="97"/>
                    <a:pt x="0" y="97"/>
                    <a:pt x="0" y="97"/>
                  </a:cubicBezTo>
                  <a:cubicBezTo>
                    <a:pt x="0" y="102"/>
                    <a:pt x="4" y="106"/>
                    <a:pt x="9"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7" name="Freeform 17"/>
            <p:cNvSpPr>
              <a:spLocks/>
            </p:cNvSpPr>
            <p:nvPr userDrawn="1"/>
          </p:nvSpPr>
          <p:spPr bwMode="auto">
            <a:xfrm>
              <a:off x="73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8" name="Freeform 18"/>
            <p:cNvSpPr>
              <a:spLocks/>
            </p:cNvSpPr>
            <p:nvPr userDrawn="1"/>
          </p:nvSpPr>
          <p:spPr bwMode="auto">
            <a:xfrm>
              <a:off x="790" y="321"/>
              <a:ext cx="22" cy="45"/>
            </a:xfrm>
            <a:custGeom>
              <a:avLst/>
              <a:gdLst>
                <a:gd name="T0" fmla="*/ 17 w 17"/>
                <a:gd name="T1" fmla="*/ 8 h 34"/>
                <a:gd name="T2" fmla="*/ 9 w 17"/>
                <a:gd name="T3" fmla="*/ 0 h 34"/>
                <a:gd name="T4" fmla="*/ 0 w 17"/>
                <a:gd name="T5" fmla="*/ 8 h 34"/>
                <a:gd name="T6" fmla="*/ 0 w 17"/>
                <a:gd name="T7" fmla="*/ 26 h 34"/>
                <a:gd name="T8" fmla="*/ 9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9" y="0"/>
                  </a:cubicBezTo>
                  <a:cubicBezTo>
                    <a:pt x="4" y="0"/>
                    <a:pt x="0" y="3"/>
                    <a:pt x="0" y="8"/>
                  </a:cubicBezTo>
                  <a:cubicBezTo>
                    <a:pt x="0" y="26"/>
                    <a:pt x="0" y="26"/>
                    <a:pt x="0" y="26"/>
                  </a:cubicBezTo>
                  <a:cubicBezTo>
                    <a:pt x="0" y="30"/>
                    <a:pt x="4" y="34"/>
                    <a:pt x="9"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grpSp>
    </p:spTree>
    <p:extLst>
      <p:ext uri="{BB962C8B-B14F-4D97-AF65-F5344CB8AC3E}">
        <p14:creationId xmlns:p14="http://schemas.microsoft.com/office/powerpoint/2010/main" val="4016531544"/>
      </p:ext>
    </p:extLst>
  </p:cSld>
  <p:clrMapOvr>
    <a:masterClrMapping/>
  </p:clrMapOvr>
  <p:transition spd="slow">
    <p:wipe/>
  </p:transition>
</p:sldLayout>
</file>

<file path=ppt/slideLayouts/slideLayout20.xml><?xml version="1.0" encoding="utf-8"?>
<p:sldLayout xmlns:a="http://schemas.openxmlformats.org/drawingml/2006/main" xmlns:r="http://schemas.openxmlformats.org/officeDocument/2006/relationships" xmlns:p="http://schemas.openxmlformats.org/presentationml/2006/main" userDrawn="1">
  <p:cSld name="Title and Content">
    <p:spTree>
      <p:nvGrpSpPr>
        <p:cNvPr id="1" name=""/>
        <p:cNvGrpSpPr/>
        <p:nvPr/>
      </p:nvGrpSpPr>
      <p:grpSpPr>
        <a:xfrm>
          <a:off x="0" y="0"/>
          <a:ext cx="0" cy="0"/>
          <a:chOff x="0" y="0"/>
          <a:chExt cx="0" cy="0"/>
        </a:xfrm>
      </p:grpSpPr>
      <p:sp>
        <p:nvSpPr>
          <p:cNvPr id="4" name="Slide Number Placeholder 6"/>
          <p:cNvSpPr>
            <a:spLocks noGrp="1"/>
          </p:cNvSpPr>
          <p:nvPr>
            <p:ph type="sldNum" sz="quarter" idx="4"/>
          </p:nvPr>
        </p:nvSpPr>
        <p:spPr>
          <a:xfrm>
            <a:off x="8473441" y="4954263"/>
            <a:ext cx="676910" cy="189238"/>
          </a:xfrm>
          <a:prstGeom prst="rect">
            <a:avLst/>
          </a:prstGeom>
        </p:spPr>
        <p:txBody>
          <a:bodyPr vert="horz" lIns="91440" tIns="45720" rIns="91440" bIns="45720" rtlCol="0" anchor="ctr"/>
          <a:lstStyle>
            <a:lvl1pPr algn="r">
              <a:defRPr sz="525">
                <a:solidFill>
                  <a:schemeClr val="tx2"/>
                </a:solidFill>
              </a:defRPr>
            </a:lvl1pPr>
          </a:lstStyle>
          <a:p>
            <a:pPr defTabSz="385763">
              <a:defRPr/>
            </a:pPr>
            <a:fld id="{2F5CCB13-0A32-4557-88E9-079F0C330695}" type="slidenum">
              <a:rPr lang="en-US" kern="0" smtClean="0">
                <a:solidFill>
                  <a:srgbClr val="595959"/>
                </a:solidFill>
              </a:rPr>
              <a:pPr defTabSz="385763">
                <a:defRPr/>
              </a:pPr>
              <a:t>‹#›</a:t>
            </a:fld>
            <a:endParaRPr lang="en-US" kern="0" dirty="0">
              <a:solidFill>
                <a:srgbClr val="595959"/>
              </a:solidFill>
            </a:endParaRPr>
          </a:p>
        </p:txBody>
      </p:sp>
      <p:sp>
        <p:nvSpPr>
          <p:cNvPr id="5" name="Rectangle 3"/>
          <p:cNvSpPr>
            <a:spLocks noGrp="1" noChangeArrowheads="1"/>
          </p:cNvSpPr>
          <p:nvPr>
            <p:ph idx="1"/>
          </p:nvPr>
        </p:nvSpPr>
        <p:spPr bwMode="auto">
          <a:xfrm>
            <a:off x="144065" y="798944"/>
            <a:ext cx="8853286" cy="415531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vert="horz" wrap="square" lIns="91440" tIns="45720" rIns="182880" bIns="45720" numCol="1" anchor="t" anchorCtr="0" compatLnSpc="1">
            <a:prstTxWarp prst="textNoShape">
              <a:avLst/>
            </a:prstTxWarp>
          </a:bodyPr>
          <a:lstStyle>
            <a:lvl1pPr marL="169863" indent="-169863">
              <a:lnSpc>
                <a:spcPct val="100000"/>
              </a:lnSpc>
              <a:spcBef>
                <a:spcPts val="600"/>
              </a:spcBef>
              <a:spcAft>
                <a:spcPts val="600"/>
              </a:spcAft>
              <a:buFont typeface="Wingdings" panose="05000000000000000000" pitchFamily="2" charset="2"/>
              <a:buChar char="§"/>
              <a:defRPr>
                <a:solidFill>
                  <a:srgbClr val="000000"/>
                </a:solidFill>
              </a:defRPr>
            </a:lvl1pPr>
            <a:lvl2pPr>
              <a:lnSpc>
                <a:spcPct val="100000"/>
              </a:lnSpc>
              <a:spcBef>
                <a:spcPts val="300"/>
              </a:spcBef>
              <a:spcAft>
                <a:spcPts val="300"/>
              </a:spcAft>
              <a:defRPr>
                <a:solidFill>
                  <a:srgbClr val="000000"/>
                </a:solidFill>
              </a:defRPr>
            </a:lvl2pPr>
            <a:lvl3pPr>
              <a:lnSpc>
                <a:spcPct val="100000"/>
              </a:lnSpc>
              <a:spcBef>
                <a:spcPts val="300"/>
              </a:spcBef>
              <a:spcAft>
                <a:spcPts val="300"/>
              </a:spcAft>
              <a:defRPr>
                <a:solidFill>
                  <a:srgbClr val="000000"/>
                </a:solidFill>
              </a:defRPr>
            </a:lvl3pPr>
            <a:lvl4pPr>
              <a:lnSpc>
                <a:spcPct val="100000"/>
              </a:lnSpc>
              <a:spcBef>
                <a:spcPts val="300"/>
              </a:spcBef>
              <a:spcAft>
                <a:spcPts val="300"/>
              </a:spcAft>
              <a:defRPr>
                <a:solidFill>
                  <a:srgbClr val="000000"/>
                </a:solidFill>
              </a:defRPr>
            </a:lvl4pPr>
          </a:lstStyle>
          <a:p>
            <a:pPr lvl="0"/>
            <a:r>
              <a:rPr lang="en-US" dirty="0">
                <a:sym typeface="Arial" pitchFamily="34" charset="0"/>
              </a:rPr>
              <a:t>Click to edit Master text styles</a:t>
            </a:r>
          </a:p>
          <a:p>
            <a:pPr lvl="1"/>
            <a:r>
              <a:rPr lang="en-US" dirty="0">
                <a:sym typeface="Arial" pitchFamily="34" charset="0"/>
              </a:rPr>
              <a:t>Second level</a:t>
            </a:r>
          </a:p>
          <a:p>
            <a:pPr lvl="2"/>
            <a:r>
              <a:rPr lang="en-US" dirty="0">
                <a:sym typeface="Arial" pitchFamily="34" charset="0"/>
              </a:rPr>
              <a:t>Third level</a:t>
            </a:r>
          </a:p>
          <a:p>
            <a:pPr lvl="3"/>
            <a:r>
              <a:rPr lang="en-US" dirty="0">
                <a:sym typeface="Arial" pitchFamily="34" charset="0"/>
              </a:rPr>
              <a:t>Fourth level</a:t>
            </a:r>
          </a:p>
        </p:txBody>
      </p:sp>
      <p:sp>
        <p:nvSpPr>
          <p:cNvPr id="6" name="Rectangle 2"/>
          <p:cNvSpPr>
            <a:spLocks noGrp="1" noChangeArrowheads="1"/>
          </p:cNvSpPr>
          <p:nvPr>
            <p:ph type="title"/>
          </p:nvPr>
        </p:nvSpPr>
        <p:spPr bwMode="auto">
          <a:xfrm>
            <a:off x="1" y="41393"/>
            <a:ext cx="9144000" cy="75755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lvl1pPr>
              <a:lnSpc>
                <a:spcPct val="100000"/>
              </a:lnSpc>
              <a:defRPr sz="2400"/>
            </a:lvl1pPr>
          </a:lstStyle>
          <a:p>
            <a:pPr lvl="0"/>
            <a:r>
              <a:rPr lang="en-US" dirty="0">
                <a:sym typeface="Arial" pitchFamily="34" charset="0"/>
              </a:rPr>
              <a:t>Click to edit Master title style</a:t>
            </a:r>
          </a:p>
        </p:txBody>
      </p:sp>
    </p:spTree>
    <p:extLst>
      <p:ext uri="{BB962C8B-B14F-4D97-AF65-F5344CB8AC3E}">
        <p14:creationId xmlns:p14="http://schemas.microsoft.com/office/powerpoint/2010/main" val="2300277115"/>
      </p:ext>
    </p:extLst>
  </p:cSld>
  <p:clrMapOvr>
    <a:masterClrMapping/>
  </p:clrMapOvr>
  <p:transition/>
</p:sldLayout>
</file>

<file path=ppt/slideLayouts/slideLayout21.xml><?xml version="1.0" encoding="utf-8"?>
<p:sldLayout xmlns:a="http://schemas.openxmlformats.org/drawingml/2006/main" xmlns:r="http://schemas.openxmlformats.org/officeDocument/2006/relationships" xmlns:p="http://schemas.openxmlformats.org/presentationml/2006/main" type="titleOnly">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146785740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5.xml"/><Relationship Id="rId13" Type="http://schemas.openxmlformats.org/officeDocument/2006/relationships/slideLayout" Target="../slideLayouts/slideLayout20.xml"/><Relationship Id="rId3" Type="http://schemas.openxmlformats.org/officeDocument/2006/relationships/slideLayout" Target="../slideLayouts/slideLayout10.xml"/><Relationship Id="rId7" Type="http://schemas.openxmlformats.org/officeDocument/2006/relationships/slideLayout" Target="../slideLayouts/slideLayout14.xml"/><Relationship Id="rId12" Type="http://schemas.openxmlformats.org/officeDocument/2006/relationships/slideLayout" Target="../slideLayouts/slideLayout19.xml"/><Relationship Id="rId2" Type="http://schemas.openxmlformats.org/officeDocument/2006/relationships/slideLayout" Target="../slideLayouts/slideLayout9.xml"/><Relationship Id="rId1" Type="http://schemas.openxmlformats.org/officeDocument/2006/relationships/slideLayout" Target="../slideLayouts/slideLayout8.xml"/><Relationship Id="rId6" Type="http://schemas.openxmlformats.org/officeDocument/2006/relationships/slideLayout" Target="../slideLayouts/slideLayout13.xml"/><Relationship Id="rId11" Type="http://schemas.openxmlformats.org/officeDocument/2006/relationships/slideLayout" Target="../slideLayouts/slideLayout18.xml"/><Relationship Id="rId5" Type="http://schemas.openxmlformats.org/officeDocument/2006/relationships/slideLayout" Target="../slideLayouts/slideLayout12.xml"/><Relationship Id="rId15" Type="http://schemas.openxmlformats.org/officeDocument/2006/relationships/theme" Target="../theme/theme2.xml"/><Relationship Id="rId10" Type="http://schemas.openxmlformats.org/officeDocument/2006/relationships/slideLayout" Target="../slideLayouts/slideLayout17.xml"/><Relationship Id="rId4" Type="http://schemas.openxmlformats.org/officeDocument/2006/relationships/slideLayout" Target="../slideLayouts/slideLayout11.xml"/><Relationship Id="rId9" Type="http://schemas.openxmlformats.org/officeDocument/2006/relationships/slideLayout" Target="../slideLayouts/slideLayout16.xml"/><Relationship Id="rId14" Type="http://schemas.openxmlformats.org/officeDocument/2006/relationships/slideLayout" Target="../slideLayouts/slideLayout2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5" name="Slide Number Placeholder 24"/>
          <p:cNvSpPr>
            <a:spLocks noGrp="1"/>
          </p:cNvSpPr>
          <p:nvPr>
            <p:ph type="sldNum" sz="quarter" idx="4294967295"/>
          </p:nvPr>
        </p:nvSpPr>
        <p:spPr>
          <a:xfrm>
            <a:off x="8686800" y="4629150"/>
            <a:ext cx="457200" cy="228600"/>
          </a:xfrm>
          <a:prstGeom prst="rect">
            <a:avLst/>
          </a:prstGeom>
          <a:extLst>
            <a:ext uri="{C572A759-6A51-4108-AA02-DFA0A04FC94B}">
              <ma14:wrappingTextBoxFlag xmlns="" xmlns:ma14="http://schemas.microsoft.com/office/mac/drawingml/2011/main" val="0"/>
            </a:ext>
          </a:extLst>
        </p:spPr>
        <p:txBody>
          <a:bodyPr/>
          <a:lstStyle>
            <a:lvl1pPr>
              <a:defRPr sz="600">
                <a:solidFill>
                  <a:srgbClr val="D9D9D9"/>
                </a:solidFill>
              </a:defRPr>
            </a:lvl1pPr>
          </a:lstStyle>
          <a:p>
            <a:fld id="{F7021451-1387-4CA6-816F-3879F97B5CBC}" type="slidenum">
              <a:rPr lang="en-US"/>
              <a:t>‹#›</a:t>
            </a:fld>
            <a:endParaRPr lang="en-US" dirty="0"/>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70" r:id="rId7"/>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1026" name="Title Placeholder 5"/>
          <p:cNvSpPr>
            <a:spLocks noGrp="1"/>
          </p:cNvSpPr>
          <p:nvPr>
            <p:ph type="title"/>
          </p:nvPr>
        </p:nvSpPr>
        <p:spPr bwMode="auto">
          <a:xfrm>
            <a:off x="438150" y="341313"/>
            <a:ext cx="8345488" cy="7318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24" tIns="45712" rIns="91424" bIns="45712" numCol="1" anchor="ctr" anchorCtr="0" compatLnSpc="1">
            <a:prstTxWarp prst="textNoShape">
              <a:avLst/>
            </a:prstTxWarp>
          </a:bodyPr>
          <a:lstStyle/>
          <a:p>
            <a:pPr lvl="0"/>
            <a:r>
              <a:rPr lang="en-GB" altLang="en-US" dirty="0"/>
              <a:t>Title Goes Here</a:t>
            </a:r>
          </a:p>
        </p:txBody>
      </p:sp>
      <p:sp>
        <p:nvSpPr>
          <p:cNvPr id="12" name="Rectangle 7"/>
          <p:cNvSpPr>
            <a:spLocks noChangeArrowheads="1"/>
          </p:cNvSpPr>
          <p:nvPr/>
        </p:nvSpPr>
        <p:spPr bwMode="ltGray">
          <a:xfrm>
            <a:off x="8515707" y="4742907"/>
            <a:ext cx="218414" cy="154518"/>
          </a:xfrm>
          <a:prstGeom prst="rect">
            <a:avLst/>
          </a:prstGeom>
          <a:noFill/>
          <a:ln w="9525" algn="ctr">
            <a:noFill/>
            <a:miter lim="800000"/>
            <a:headEnd/>
            <a:tailEnd/>
          </a:ln>
          <a:effectLst/>
        </p:spPr>
        <p:txBody>
          <a:bodyPr wrap="none" lIns="61586" tIns="30792" rIns="61586" bIns="30792" anchor="b">
            <a:spAutoFit/>
          </a:bodyPr>
          <a:lstStyle/>
          <a:p>
            <a:pPr algn="r" defTabSz="610744" fontAlgn="auto">
              <a:spcBef>
                <a:spcPts val="0"/>
              </a:spcBef>
              <a:spcAft>
                <a:spcPts val="0"/>
              </a:spcAft>
              <a:defRPr/>
            </a:pPr>
            <a:fld id="{6A1E46DC-7EF6-4EA2-B285-14272867D133}" type="slidenum">
              <a:rPr lang="en-US" sz="600">
                <a:solidFill>
                  <a:schemeClr val="accent3">
                    <a:lumMod val="85000"/>
                  </a:schemeClr>
                </a:solidFill>
                <a:latin typeface="+mn-lt"/>
                <a:ea typeface="+mn-ea"/>
                <a:cs typeface="CiscoSans Thin"/>
              </a:rPr>
              <a:pPr algn="r" defTabSz="610744" fontAlgn="auto">
                <a:spcBef>
                  <a:spcPts val="0"/>
                </a:spcBef>
                <a:spcAft>
                  <a:spcPts val="0"/>
                </a:spcAft>
                <a:defRPr/>
              </a:pPr>
              <a:t>‹#›</a:t>
            </a:fld>
            <a:endParaRPr lang="en-US" sz="600" dirty="0">
              <a:solidFill>
                <a:schemeClr val="accent3">
                  <a:lumMod val="85000"/>
                </a:schemeClr>
              </a:solidFill>
              <a:latin typeface="+mn-lt"/>
              <a:ea typeface="+mn-ea"/>
              <a:cs typeface="CiscoSans Thin"/>
            </a:endParaRPr>
          </a:p>
        </p:txBody>
      </p:sp>
      <p:sp>
        <p:nvSpPr>
          <p:cNvPr id="13" name="Rectangle 4"/>
          <p:cNvSpPr>
            <a:spLocks noChangeArrowheads="1"/>
          </p:cNvSpPr>
          <p:nvPr/>
        </p:nvSpPr>
        <p:spPr bwMode="ltGray">
          <a:xfrm>
            <a:off x="5867508" y="4741653"/>
            <a:ext cx="2658018" cy="154518"/>
          </a:xfrm>
          <a:prstGeom prst="rect">
            <a:avLst/>
          </a:prstGeom>
          <a:noFill/>
          <a:ln w="9525">
            <a:noFill/>
            <a:miter lim="800000"/>
            <a:headEnd/>
            <a:tailEnd/>
          </a:ln>
          <a:effectLst/>
        </p:spPr>
        <p:txBody>
          <a:bodyPr lIns="61586" tIns="30792" rIns="61586" bIns="30792" anchor="b">
            <a:spAutoFit/>
          </a:bodyPr>
          <a:lstStyle/>
          <a:p>
            <a:pPr defTabSz="610744" fontAlgn="auto">
              <a:spcBef>
                <a:spcPts val="0"/>
              </a:spcBef>
              <a:spcAft>
                <a:spcPts val="0"/>
              </a:spcAft>
              <a:defRPr/>
            </a:pPr>
            <a:r>
              <a:rPr lang="en-US" sz="600" dirty="0">
                <a:solidFill>
                  <a:schemeClr val="accent3">
                    <a:lumMod val="85000"/>
                  </a:schemeClr>
                </a:solidFill>
                <a:latin typeface="+mn-lt"/>
                <a:ea typeface="+mn-ea"/>
                <a:cs typeface="CiscoSans Thin"/>
              </a:rPr>
              <a:t>© 2021 Cisco and/or its affiliates. All rights reserved.   Cisco Confidential</a:t>
            </a:r>
          </a:p>
        </p:txBody>
      </p:sp>
      <p:grpSp>
        <p:nvGrpSpPr>
          <p:cNvPr id="6" name="Group 4"/>
          <p:cNvGrpSpPr>
            <a:grpSpLocks noChangeAspect="1"/>
          </p:cNvGrpSpPr>
          <p:nvPr/>
        </p:nvGrpSpPr>
        <p:grpSpPr bwMode="auto">
          <a:xfrm>
            <a:off x="508039" y="4715197"/>
            <a:ext cx="340257" cy="180974"/>
            <a:chOff x="310" y="249"/>
            <a:chExt cx="502" cy="267"/>
          </a:xfrm>
          <a:solidFill>
            <a:schemeClr val="accent5"/>
          </a:solidFill>
        </p:grpSpPr>
        <p:sp>
          <p:nvSpPr>
            <p:cNvPr id="7" name="Rectangle 5"/>
            <p:cNvSpPr>
              <a:spLocks noChangeArrowheads="1"/>
            </p:cNvSpPr>
            <p:nvPr userDrawn="1"/>
          </p:nvSpPr>
          <p:spPr bwMode="auto">
            <a:xfrm>
              <a:off x="452" y="426"/>
              <a:ext cx="22" cy="88"/>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8" name="Freeform 6"/>
            <p:cNvSpPr>
              <a:spLocks/>
            </p:cNvSpPr>
            <p:nvPr userDrawn="1"/>
          </p:nvSpPr>
          <p:spPr bwMode="auto">
            <a:xfrm>
              <a:off x="585" y="425"/>
              <a:ext cx="66" cy="91"/>
            </a:xfrm>
            <a:custGeom>
              <a:avLst/>
              <a:gdLst>
                <a:gd name="T0" fmla="*/ 51 w 51"/>
                <a:gd name="T1" fmla="*/ 20 h 69"/>
                <a:gd name="T2" fmla="*/ 37 w 51"/>
                <a:gd name="T3" fmla="*/ 16 h 69"/>
                <a:gd name="T4" fmla="*/ 18 w 51"/>
                <a:gd name="T5" fmla="*/ 34 h 69"/>
                <a:gd name="T6" fmla="*/ 37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7" y="16"/>
                  </a:cubicBezTo>
                  <a:cubicBezTo>
                    <a:pt x="26" y="16"/>
                    <a:pt x="18" y="24"/>
                    <a:pt x="18" y="34"/>
                  </a:cubicBezTo>
                  <a:cubicBezTo>
                    <a:pt x="18" y="44"/>
                    <a:pt x="25" y="52"/>
                    <a:pt x="37" y="52"/>
                  </a:cubicBezTo>
                  <a:cubicBezTo>
                    <a:pt x="45"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9" name="Freeform 7"/>
            <p:cNvSpPr>
              <a:spLocks/>
            </p:cNvSpPr>
            <p:nvPr userDrawn="1"/>
          </p:nvSpPr>
          <p:spPr bwMode="auto">
            <a:xfrm>
              <a:off x="355" y="425"/>
              <a:ext cx="67" cy="91"/>
            </a:xfrm>
            <a:custGeom>
              <a:avLst/>
              <a:gdLst>
                <a:gd name="T0" fmla="*/ 51 w 51"/>
                <a:gd name="T1" fmla="*/ 20 h 69"/>
                <a:gd name="T2" fmla="*/ 36 w 51"/>
                <a:gd name="T3" fmla="*/ 16 h 69"/>
                <a:gd name="T4" fmla="*/ 18 w 51"/>
                <a:gd name="T5" fmla="*/ 34 h 69"/>
                <a:gd name="T6" fmla="*/ 36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6" y="16"/>
                  </a:cubicBezTo>
                  <a:cubicBezTo>
                    <a:pt x="25" y="16"/>
                    <a:pt x="18" y="24"/>
                    <a:pt x="18" y="34"/>
                  </a:cubicBezTo>
                  <a:cubicBezTo>
                    <a:pt x="18" y="44"/>
                    <a:pt x="25" y="52"/>
                    <a:pt x="36" y="52"/>
                  </a:cubicBezTo>
                  <a:cubicBezTo>
                    <a:pt x="44"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0" name="Freeform 8"/>
            <p:cNvSpPr>
              <a:spLocks noEditPoints="1"/>
            </p:cNvSpPr>
            <p:nvPr userDrawn="1"/>
          </p:nvSpPr>
          <p:spPr bwMode="auto">
            <a:xfrm>
              <a:off x="675" y="425"/>
              <a:ext cx="91" cy="91"/>
            </a:xfrm>
            <a:custGeom>
              <a:avLst/>
              <a:gdLst>
                <a:gd name="T0" fmla="*/ 70 w 70"/>
                <a:gd name="T1" fmla="*/ 34 h 69"/>
                <a:gd name="T2" fmla="*/ 35 w 70"/>
                <a:gd name="T3" fmla="*/ 69 h 69"/>
                <a:gd name="T4" fmla="*/ 0 w 70"/>
                <a:gd name="T5" fmla="*/ 34 h 69"/>
                <a:gd name="T6" fmla="*/ 35 w 70"/>
                <a:gd name="T7" fmla="*/ 0 h 69"/>
                <a:gd name="T8" fmla="*/ 70 w 70"/>
                <a:gd name="T9" fmla="*/ 34 h 69"/>
                <a:gd name="T10" fmla="*/ 35 w 70"/>
                <a:gd name="T11" fmla="*/ 17 h 69"/>
                <a:gd name="T12" fmla="*/ 18 w 70"/>
                <a:gd name="T13" fmla="*/ 34 h 69"/>
                <a:gd name="T14" fmla="*/ 35 w 70"/>
                <a:gd name="T15" fmla="*/ 52 h 69"/>
                <a:gd name="T16" fmla="*/ 52 w 70"/>
                <a:gd name="T17" fmla="*/ 34 h 69"/>
                <a:gd name="T18" fmla="*/ 35 w 70"/>
                <a:gd name="T19" fmla="*/ 17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70" h="69">
                  <a:moveTo>
                    <a:pt x="70" y="34"/>
                  </a:moveTo>
                  <a:cubicBezTo>
                    <a:pt x="70" y="53"/>
                    <a:pt x="56" y="69"/>
                    <a:pt x="35" y="69"/>
                  </a:cubicBezTo>
                  <a:cubicBezTo>
                    <a:pt x="14" y="69"/>
                    <a:pt x="0" y="53"/>
                    <a:pt x="0" y="34"/>
                  </a:cubicBezTo>
                  <a:cubicBezTo>
                    <a:pt x="0" y="15"/>
                    <a:pt x="14" y="0"/>
                    <a:pt x="35" y="0"/>
                  </a:cubicBezTo>
                  <a:cubicBezTo>
                    <a:pt x="56" y="0"/>
                    <a:pt x="70" y="15"/>
                    <a:pt x="70" y="34"/>
                  </a:cubicBezTo>
                  <a:close/>
                  <a:moveTo>
                    <a:pt x="35" y="17"/>
                  </a:moveTo>
                  <a:cubicBezTo>
                    <a:pt x="25" y="17"/>
                    <a:pt x="18" y="25"/>
                    <a:pt x="18" y="34"/>
                  </a:cubicBezTo>
                  <a:cubicBezTo>
                    <a:pt x="18" y="44"/>
                    <a:pt x="25" y="52"/>
                    <a:pt x="35" y="52"/>
                  </a:cubicBezTo>
                  <a:cubicBezTo>
                    <a:pt x="45" y="52"/>
                    <a:pt x="52" y="44"/>
                    <a:pt x="52" y="34"/>
                  </a:cubicBezTo>
                  <a:cubicBezTo>
                    <a:pt x="52" y="25"/>
                    <a:pt x="45" y="17"/>
                    <a:pt x="35" y="1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1" name="Freeform 9"/>
            <p:cNvSpPr>
              <a:spLocks/>
            </p:cNvSpPr>
            <p:nvPr userDrawn="1"/>
          </p:nvSpPr>
          <p:spPr bwMode="auto">
            <a:xfrm>
              <a:off x="503" y="425"/>
              <a:ext cx="60" cy="91"/>
            </a:xfrm>
            <a:custGeom>
              <a:avLst/>
              <a:gdLst>
                <a:gd name="T0" fmla="*/ 42 w 46"/>
                <a:gd name="T1" fmla="*/ 16 h 69"/>
                <a:gd name="T2" fmla="*/ 29 w 46"/>
                <a:gd name="T3" fmla="*/ 14 h 69"/>
                <a:gd name="T4" fmla="*/ 18 w 46"/>
                <a:gd name="T5" fmla="*/ 20 h 69"/>
                <a:gd name="T6" fmla="*/ 26 w 46"/>
                <a:gd name="T7" fmla="*/ 26 h 69"/>
                <a:gd name="T8" fmla="*/ 30 w 46"/>
                <a:gd name="T9" fmla="*/ 27 h 69"/>
                <a:gd name="T10" fmla="*/ 46 w 46"/>
                <a:gd name="T11" fmla="*/ 47 h 69"/>
                <a:gd name="T12" fmla="*/ 19 w 46"/>
                <a:gd name="T13" fmla="*/ 69 h 69"/>
                <a:gd name="T14" fmla="*/ 1 w 46"/>
                <a:gd name="T15" fmla="*/ 67 h 69"/>
                <a:gd name="T16" fmla="*/ 1 w 46"/>
                <a:gd name="T17" fmla="*/ 52 h 69"/>
                <a:gd name="T18" fmla="*/ 16 w 46"/>
                <a:gd name="T19" fmla="*/ 54 h 69"/>
                <a:gd name="T20" fmla="*/ 29 w 46"/>
                <a:gd name="T21" fmla="*/ 48 h 69"/>
                <a:gd name="T22" fmla="*/ 21 w 46"/>
                <a:gd name="T23" fmla="*/ 41 h 69"/>
                <a:gd name="T24" fmla="*/ 18 w 46"/>
                <a:gd name="T25" fmla="*/ 40 h 69"/>
                <a:gd name="T26" fmla="*/ 0 w 46"/>
                <a:gd name="T27" fmla="*/ 21 h 69"/>
                <a:gd name="T28" fmla="*/ 25 w 46"/>
                <a:gd name="T29" fmla="*/ 0 h 69"/>
                <a:gd name="T30" fmla="*/ 42 w 46"/>
                <a:gd name="T31" fmla="*/ 2 h 69"/>
                <a:gd name="T32" fmla="*/ 42 w 46"/>
                <a:gd name="T33" fmla="*/ 16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46" h="69">
                  <a:moveTo>
                    <a:pt x="42" y="16"/>
                  </a:moveTo>
                  <a:cubicBezTo>
                    <a:pt x="41" y="16"/>
                    <a:pt x="34" y="14"/>
                    <a:pt x="29" y="14"/>
                  </a:cubicBezTo>
                  <a:cubicBezTo>
                    <a:pt x="22" y="14"/>
                    <a:pt x="18" y="16"/>
                    <a:pt x="18" y="20"/>
                  </a:cubicBezTo>
                  <a:cubicBezTo>
                    <a:pt x="18" y="24"/>
                    <a:pt x="23" y="25"/>
                    <a:pt x="26" y="26"/>
                  </a:cubicBezTo>
                  <a:cubicBezTo>
                    <a:pt x="30" y="27"/>
                    <a:pt x="30" y="27"/>
                    <a:pt x="30" y="27"/>
                  </a:cubicBezTo>
                  <a:cubicBezTo>
                    <a:pt x="41" y="31"/>
                    <a:pt x="46" y="38"/>
                    <a:pt x="46" y="47"/>
                  </a:cubicBezTo>
                  <a:cubicBezTo>
                    <a:pt x="46" y="63"/>
                    <a:pt x="32" y="69"/>
                    <a:pt x="19" y="69"/>
                  </a:cubicBezTo>
                  <a:cubicBezTo>
                    <a:pt x="10" y="69"/>
                    <a:pt x="1" y="67"/>
                    <a:pt x="1" y="67"/>
                  </a:cubicBezTo>
                  <a:cubicBezTo>
                    <a:pt x="1" y="52"/>
                    <a:pt x="1" y="52"/>
                    <a:pt x="1" y="52"/>
                  </a:cubicBezTo>
                  <a:cubicBezTo>
                    <a:pt x="2" y="52"/>
                    <a:pt x="9" y="54"/>
                    <a:pt x="16" y="54"/>
                  </a:cubicBezTo>
                  <a:cubicBezTo>
                    <a:pt x="25" y="54"/>
                    <a:pt x="29" y="52"/>
                    <a:pt x="29" y="48"/>
                  </a:cubicBezTo>
                  <a:cubicBezTo>
                    <a:pt x="29" y="45"/>
                    <a:pt x="25" y="43"/>
                    <a:pt x="21" y="41"/>
                  </a:cubicBezTo>
                  <a:cubicBezTo>
                    <a:pt x="20" y="41"/>
                    <a:pt x="19" y="41"/>
                    <a:pt x="18" y="40"/>
                  </a:cubicBezTo>
                  <a:cubicBezTo>
                    <a:pt x="8" y="37"/>
                    <a:pt x="0" y="32"/>
                    <a:pt x="0" y="21"/>
                  </a:cubicBezTo>
                  <a:cubicBezTo>
                    <a:pt x="0" y="8"/>
                    <a:pt x="10" y="0"/>
                    <a:pt x="25" y="0"/>
                  </a:cubicBezTo>
                  <a:cubicBezTo>
                    <a:pt x="34" y="0"/>
                    <a:pt x="41" y="2"/>
                    <a:pt x="42" y="2"/>
                  </a:cubicBezTo>
                  <a:lnTo>
                    <a:pt x="42" y="16"/>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4" name="Freeform 10"/>
            <p:cNvSpPr>
              <a:spLocks/>
            </p:cNvSpPr>
            <p:nvPr userDrawn="1"/>
          </p:nvSpPr>
          <p:spPr bwMode="auto">
            <a:xfrm>
              <a:off x="31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5" name="Freeform 11"/>
            <p:cNvSpPr>
              <a:spLocks/>
            </p:cNvSpPr>
            <p:nvPr userDrawn="1"/>
          </p:nvSpPr>
          <p:spPr bwMode="auto">
            <a:xfrm>
              <a:off x="37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6" name="Freeform 12"/>
            <p:cNvSpPr>
              <a:spLocks/>
            </p:cNvSpPr>
            <p:nvPr userDrawn="1"/>
          </p:nvSpPr>
          <p:spPr bwMode="auto">
            <a:xfrm>
              <a:off x="430" y="249"/>
              <a:ext cx="22" cy="139"/>
            </a:xfrm>
            <a:custGeom>
              <a:avLst/>
              <a:gdLst>
                <a:gd name="T0" fmla="*/ 17 w 17"/>
                <a:gd name="T1" fmla="*/ 8 h 106"/>
                <a:gd name="T2" fmla="*/ 8 w 17"/>
                <a:gd name="T3" fmla="*/ 0 h 106"/>
                <a:gd name="T4" fmla="*/ 0 w 17"/>
                <a:gd name="T5" fmla="*/ 8 h 106"/>
                <a:gd name="T6" fmla="*/ 0 w 17"/>
                <a:gd name="T7" fmla="*/ 97 h 106"/>
                <a:gd name="T8" fmla="*/ 8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8" y="0"/>
                  </a:cubicBezTo>
                  <a:cubicBezTo>
                    <a:pt x="4" y="0"/>
                    <a:pt x="0" y="4"/>
                    <a:pt x="0" y="8"/>
                  </a:cubicBezTo>
                  <a:cubicBezTo>
                    <a:pt x="0" y="97"/>
                    <a:pt x="0" y="97"/>
                    <a:pt x="0" y="97"/>
                  </a:cubicBezTo>
                  <a:cubicBezTo>
                    <a:pt x="0" y="102"/>
                    <a:pt x="4" y="106"/>
                    <a:pt x="8"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7" name="Freeform 13"/>
            <p:cNvSpPr>
              <a:spLocks/>
            </p:cNvSpPr>
            <p:nvPr userDrawn="1"/>
          </p:nvSpPr>
          <p:spPr bwMode="auto">
            <a:xfrm>
              <a:off x="49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8" name="Freeform 14"/>
            <p:cNvSpPr>
              <a:spLocks/>
            </p:cNvSpPr>
            <p:nvPr userDrawn="1"/>
          </p:nvSpPr>
          <p:spPr bwMode="auto">
            <a:xfrm>
              <a:off x="55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9" name="Freeform 15"/>
            <p:cNvSpPr>
              <a:spLocks/>
            </p:cNvSpPr>
            <p:nvPr userDrawn="1"/>
          </p:nvSpPr>
          <p:spPr bwMode="auto">
            <a:xfrm>
              <a:off x="61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0" name="Freeform 16"/>
            <p:cNvSpPr>
              <a:spLocks/>
            </p:cNvSpPr>
            <p:nvPr userDrawn="1"/>
          </p:nvSpPr>
          <p:spPr bwMode="auto">
            <a:xfrm>
              <a:off x="670" y="249"/>
              <a:ext cx="22" cy="139"/>
            </a:xfrm>
            <a:custGeom>
              <a:avLst/>
              <a:gdLst>
                <a:gd name="T0" fmla="*/ 17 w 17"/>
                <a:gd name="T1" fmla="*/ 8 h 106"/>
                <a:gd name="T2" fmla="*/ 9 w 17"/>
                <a:gd name="T3" fmla="*/ 0 h 106"/>
                <a:gd name="T4" fmla="*/ 0 w 17"/>
                <a:gd name="T5" fmla="*/ 8 h 106"/>
                <a:gd name="T6" fmla="*/ 0 w 17"/>
                <a:gd name="T7" fmla="*/ 97 h 106"/>
                <a:gd name="T8" fmla="*/ 9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9" y="0"/>
                  </a:cubicBezTo>
                  <a:cubicBezTo>
                    <a:pt x="4" y="0"/>
                    <a:pt x="0" y="4"/>
                    <a:pt x="0" y="8"/>
                  </a:cubicBezTo>
                  <a:cubicBezTo>
                    <a:pt x="0" y="97"/>
                    <a:pt x="0" y="97"/>
                    <a:pt x="0" y="97"/>
                  </a:cubicBezTo>
                  <a:cubicBezTo>
                    <a:pt x="0" y="102"/>
                    <a:pt x="4" y="106"/>
                    <a:pt x="9"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1" name="Freeform 17"/>
            <p:cNvSpPr>
              <a:spLocks/>
            </p:cNvSpPr>
            <p:nvPr userDrawn="1"/>
          </p:nvSpPr>
          <p:spPr bwMode="auto">
            <a:xfrm>
              <a:off x="73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2" name="Freeform 18"/>
            <p:cNvSpPr>
              <a:spLocks/>
            </p:cNvSpPr>
            <p:nvPr userDrawn="1"/>
          </p:nvSpPr>
          <p:spPr bwMode="auto">
            <a:xfrm>
              <a:off x="790" y="321"/>
              <a:ext cx="22" cy="45"/>
            </a:xfrm>
            <a:custGeom>
              <a:avLst/>
              <a:gdLst>
                <a:gd name="T0" fmla="*/ 17 w 17"/>
                <a:gd name="T1" fmla="*/ 8 h 34"/>
                <a:gd name="T2" fmla="*/ 9 w 17"/>
                <a:gd name="T3" fmla="*/ 0 h 34"/>
                <a:gd name="T4" fmla="*/ 0 w 17"/>
                <a:gd name="T5" fmla="*/ 8 h 34"/>
                <a:gd name="T6" fmla="*/ 0 w 17"/>
                <a:gd name="T7" fmla="*/ 26 h 34"/>
                <a:gd name="T8" fmla="*/ 9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9" y="0"/>
                  </a:cubicBezTo>
                  <a:cubicBezTo>
                    <a:pt x="4" y="0"/>
                    <a:pt x="0" y="3"/>
                    <a:pt x="0" y="8"/>
                  </a:cubicBezTo>
                  <a:cubicBezTo>
                    <a:pt x="0" y="26"/>
                    <a:pt x="0" y="26"/>
                    <a:pt x="0" y="26"/>
                  </a:cubicBezTo>
                  <a:cubicBezTo>
                    <a:pt x="0" y="30"/>
                    <a:pt x="4" y="34"/>
                    <a:pt x="9"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grpSp>
    </p:spTree>
    <p:extLst>
      <p:ext uri="{BB962C8B-B14F-4D97-AF65-F5344CB8AC3E}">
        <p14:creationId xmlns:p14="http://schemas.microsoft.com/office/powerpoint/2010/main" val="3197962486"/>
      </p:ext>
    </p:extLst>
  </p:cSld>
  <p:clrMap bg1="lt1" tx1="dk1" bg2="lt2" tx2="dk2" accent1="accent1" accent2="accent2" accent3="accent3" accent4="accent4" accent5="accent5" accent6="accent6" hlink="hlink" folHlink="folHlink"/>
  <p:sldLayoutIdLst>
    <p:sldLayoutId id="2147483656" r:id="rId1"/>
    <p:sldLayoutId id="2147483657" r:id="rId2"/>
    <p:sldLayoutId id="2147483658" r:id="rId3"/>
    <p:sldLayoutId id="2147483659" r:id="rId4"/>
    <p:sldLayoutId id="2147483660" r:id="rId5"/>
    <p:sldLayoutId id="2147483661" r:id="rId6"/>
    <p:sldLayoutId id="2147483662" r:id="rId7"/>
    <p:sldLayoutId id="2147483663" r:id="rId8"/>
    <p:sldLayoutId id="2147483664" r:id="rId9"/>
    <p:sldLayoutId id="2147483665" r:id="rId10"/>
    <p:sldLayoutId id="2147483666" r:id="rId11"/>
    <p:sldLayoutId id="2147483667" r:id="rId12"/>
    <p:sldLayoutId id="2147483668" r:id="rId13"/>
    <p:sldLayoutId id="2147483669" r:id="rId14"/>
  </p:sldLayoutIdLst>
  <p:transition spd="slow">
    <p:wipe/>
  </p:transition>
  <p:txStyles>
    <p:titleStyle>
      <a:lvl1pPr algn="l" defTabSz="684213" rtl="0" eaLnBrk="1" fontAlgn="base" hangingPunct="1">
        <a:lnSpc>
          <a:spcPct val="80000"/>
        </a:lnSpc>
        <a:spcBef>
          <a:spcPct val="0"/>
        </a:spcBef>
        <a:spcAft>
          <a:spcPct val="0"/>
        </a:spcAft>
        <a:defRPr lang="en-US" sz="3200" kern="1200" dirty="0">
          <a:solidFill>
            <a:schemeClr val="accent4"/>
          </a:solidFill>
          <a:latin typeface="+mj-lt"/>
          <a:ea typeface="ＭＳ Ｐゴシック" charset="0"/>
          <a:cs typeface="CiscoSans"/>
        </a:defRPr>
      </a:lvl1pPr>
      <a:lvl2pPr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cs typeface="CiscoSans" pitchFamily="34" charset="0"/>
        </a:defRPr>
      </a:lvl2pPr>
      <a:lvl3pPr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cs typeface="CiscoSans" pitchFamily="34" charset="0"/>
        </a:defRPr>
      </a:lvl3pPr>
      <a:lvl4pPr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cs typeface="CiscoSans" pitchFamily="34" charset="0"/>
        </a:defRPr>
      </a:lvl4pPr>
      <a:lvl5pPr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cs typeface="CiscoSans" pitchFamily="34" charset="0"/>
        </a:defRPr>
      </a:lvl5pPr>
      <a:lvl6pPr marL="457200"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defRPr>
      </a:lvl6pPr>
      <a:lvl7pPr marL="914400"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defRPr>
      </a:lvl7pPr>
      <a:lvl8pPr marL="1371600"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defRPr>
      </a:lvl8pPr>
      <a:lvl9pPr marL="1828800"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defRPr>
      </a:lvl9pPr>
    </p:titleStyle>
    <p:bodyStyle>
      <a:lvl1pPr marL="169863" indent="-169863" algn="l" defTabSz="684213" rtl="0" eaLnBrk="1" fontAlgn="base" hangingPunct="1">
        <a:lnSpc>
          <a:spcPct val="95000"/>
        </a:lnSpc>
        <a:spcBef>
          <a:spcPts val="1075"/>
        </a:spcBef>
        <a:spcAft>
          <a:spcPct val="0"/>
        </a:spcAft>
        <a:buClr>
          <a:schemeClr val="tx2"/>
        </a:buClr>
        <a:buSzPct val="90000"/>
        <a:buFont typeface="Arial" charset="0"/>
        <a:buChar char="•"/>
        <a:defRPr lang="en-US" sz="1500" kern="1200" dirty="0">
          <a:solidFill>
            <a:schemeClr val="tx1"/>
          </a:solidFill>
          <a:latin typeface="+mn-lt"/>
          <a:ea typeface="ＭＳ Ｐゴシック" charset="0"/>
          <a:cs typeface="CiscoSans"/>
        </a:defRPr>
      </a:lvl1pPr>
      <a:lvl2pPr marL="358775" indent="-215900" algn="l" defTabSz="684213" rtl="0" eaLnBrk="1" fontAlgn="base" hangingPunct="1">
        <a:lnSpc>
          <a:spcPct val="95000"/>
        </a:lnSpc>
        <a:spcBef>
          <a:spcPts val="600"/>
        </a:spcBef>
        <a:spcAft>
          <a:spcPct val="0"/>
        </a:spcAft>
        <a:buClr>
          <a:schemeClr val="tx2"/>
        </a:buClr>
        <a:buFont typeface="Arial" charset="0"/>
        <a:buChar char="•"/>
        <a:defRPr lang="en-US" sz="1400" kern="1200" dirty="0">
          <a:solidFill>
            <a:schemeClr val="tx1"/>
          </a:solidFill>
          <a:latin typeface="+mn-lt"/>
          <a:ea typeface="ＭＳ Ｐゴシック" charset="0"/>
          <a:cs typeface="CiscoSans"/>
        </a:defRPr>
      </a:lvl2pPr>
      <a:lvl3pPr marL="431800" indent="-169863" algn="l" defTabSz="684213" rtl="0" eaLnBrk="1" fontAlgn="base" hangingPunct="1">
        <a:lnSpc>
          <a:spcPct val="95000"/>
        </a:lnSpc>
        <a:spcBef>
          <a:spcPts val="625"/>
        </a:spcBef>
        <a:spcAft>
          <a:spcPct val="0"/>
        </a:spcAft>
        <a:buFont typeface="Arial" charset="0"/>
        <a:buChar char="•"/>
        <a:defRPr lang="en-US" sz="1200" kern="1200" dirty="0">
          <a:solidFill>
            <a:schemeClr val="tx1"/>
          </a:solidFill>
          <a:latin typeface="+mn-lt"/>
          <a:ea typeface="ＭＳ Ｐゴシック" charset="0"/>
          <a:cs typeface="CiscoSans"/>
        </a:defRPr>
      </a:lvl3pPr>
      <a:lvl4pPr marL="503238" indent="-169863" algn="l" defTabSz="684213" rtl="0" eaLnBrk="1" fontAlgn="base" hangingPunct="1">
        <a:lnSpc>
          <a:spcPct val="95000"/>
        </a:lnSpc>
        <a:spcBef>
          <a:spcPts val="625"/>
        </a:spcBef>
        <a:spcAft>
          <a:spcPct val="0"/>
        </a:spcAft>
        <a:buFont typeface="Arial" charset="0"/>
        <a:buChar char="•"/>
        <a:defRPr lang="en-US" sz="1100" kern="1200" dirty="0">
          <a:solidFill>
            <a:schemeClr val="tx1"/>
          </a:solidFill>
          <a:latin typeface="+mn-lt"/>
          <a:ea typeface="ＭＳ Ｐゴシック" charset="0"/>
          <a:cs typeface="CiscoSans"/>
        </a:defRPr>
      </a:lvl4pPr>
      <a:lvl5pPr marL="574675" indent="-169863" algn="l" defTabSz="684213" rtl="0" eaLnBrk="1" fontAlgn="base" hangingPunct="1">
        <a:lnSpc>
          <a:spcPct val="95000"/>
        </a:lnSpc>
        <a:spcBef>
          <a:spcPts val="625"/>
        </a:spcBef>
        <a:spcAft>
          <a:spcPct val="0"/>
        </a:spcAft>
        <a:buFont typeface="Arial" charset="0"/>
        <a:buChar char="•"/>
        <a:defRPr lang="en-US" sz="1100" kern="1200" dirty="0">
          <a:solidFill>
            <a:schemeClr val="tx1"/>
          </a:solidFill>
          <a:latin typeface="+mn-lt"/>
          <a:ea typeface="ＭＳ Ｐゴシック" charset="0"/>
          <a:cs typeface="CiscoSans"/>
        </a:defRPr>
      </a:lvl5pPr>
      <a:lvl6pPr marL="863856" indent="-171445" algn="l" defTabSz="685777" rtl="0" eaLnBrk="1" latinLnBrk="0" hangingPunct="1">
        <a:spcBef>
          <a:spcPts val="600"/>
        </a:spcBef>
        <a:buFont typeface="Arial" pitchFamily="34" charset="0"/>
        <a:buChar char="•"/>
        <a:defRPr sz="900" kern="1200" baseline="0">
          <a:solidFill>
            <a:schemeClr val="tx1"/>
          </a:solidFill>
          <a:latin typeface="+mn-lt"/>
          <a:ea typeface="+mn-ea"/>
          <a:cs typeface="+mn-cs"/>
        </a:defRPr>
      </a:lvl6pPr>
      <a:lvl7pPr marL="935844" indent="-171422" algn="l" defTabSz="685777" rtl="0" eaLnBrk="1" latinLnBrk="0" hangingPunct="1">
        <a:spcBef>
          <a:spcPts val="600"/>
        </a:spcBef>
        <a:buFont typeface="Arial" pitchFamily="34" charset="0"/>
        <a:buChar char="•"/>
        <a:defRPr sz="800" kern="1200" baseline="0">
          <a:solidFill>
            <a:schemeClr val="tx1"/>
          </a:solidFill>
          <a:latin typeface="+mn-lt"/>
          <a:ea typeface="+mn-ea"/>
          <a:cs typeface="+mn-cs"/>
        </a:defRPr>
      </a:lvl7pPr>
      <a:lvl8pPr marL="2400220" indent="0" algn="l" defTabSz="685777" rtl="0" eaLnBrk="1" latinLnBrk="0" hangingPunct="1">
        <a:spcBef>
          <a:spcPct val="20000"/>
        </a:spcBef>
        <a:buFont typeface="Arial" pitchFamily="34" charset="0"/>
        <a:buNone/>
        <a:defRPr sz="1500" kern="1200">
          <a:solidFill>
            <a:schemeClr val="tx1"/>
          </a:solidFill>
          <a:latin typeface="+mn-lt"/>
          <a:ea typeface="+mn-ea"/>
          <a:cs typeface="+mn-cs"/>
        </a:defRPr>
      </a:lvl8pPr>
      <a:lvl9pPr marL="2914553" indent="-171445" algn="l" defTabSz="685777" rtl="0" eaLnBrk="1" latinLnBrk="0" hangingPunct="1">
        <a:spcBef>
          <a:spcPct val="20000"/>
        </a:spcBef>
        <a:buFont typeface="Arial" pitchFamily="34" charset="0"/>
        <a:buChar char="•"/>
        <a:defRPr sz="1500" kern="1200">
          <a:solidFill>
            <a:schemeClr val="tx1"/>
          </a:solidFill>
          <a:latin typeface="+mn-lt"/>
          <a:ea typeface="+mn-ea"/>
          <a:cs typeface="+mn-cs"/>
        </a:defRPr>
      </a:lvl9pPr>
    </p:bodyStyle>
    <p:otherStyle>
      <a:defPPr>
        <a:defRPr lang="en-US"/>
      </a:defPPr>
      <a:lvl1pPr marL="0" algn="l" defTabSz="685777" rtl="0" eaLnBrk="1" latinLnBrk="0" hangingPunct="1">
        <a:defRPr sz="1400" kern="1200">
          <a:solidFill>
            <a:schemeClr val="tx1"/>
          </a:solidFill>
          <a:latin typeface="+mn-lt"/>
          <a:ea typeface="+mn-ea"/>
          <a:cs typeface="+mn-cs"/>
        </a:defRPr>
      </a:lvl1pPr>
      <a:lvl2pPr marL="342886" algn="l" defTabSz="685777" rtl="0" eaLnBrk="1" latinLnBrk="0" hangingPunct="1">
        <a:defRPr sz="1400" kern="1200">
          <a:solidFill>
            <a:schemeClr val="tx1"/>
          </a:solidFill>
          <a:latin typeface="+mn-lt"/>
          <a:ea typeface="+mn-ea"/>
          <a:cs typeface="+mn-cs"/>
        </a:defRPr>
      </a:lvl2pPr>
      <a:lvl3pPr marL="685777" algn="l" defTabSz="685777" rtl="0" eaLnBrk="1" latinLnBrk="0" hangingPunct="1">
        <a:defRPr sz="1400" kern="1200">
          <a:solidFill>
            <a:schemeClr val="tx1"/>
          </a:solidFill>
          <a:latin typeface="+mn-lt"/>
          <a:ea typeface="+mn-ea"/>
          <a:cs typeface="+mn-cs"/>
        </a:defRPr>
      </a:lvl3pPr>
      <a:lvl4pPr marL="1028665" algn="l" defTabSz="685777" rtl="0" eaLnBrk="1" latinLnBrk="0" hangingPunct="1">
        <a:defRPr sz="1400" kern="1200">
          <a:solidFill>
            <a:schemeClr val="tx1"/>
          </a:solidFill>
          <a:latin typeface="+mn-lt"/>
          <a:ea typeface="+mn-ea"/>
          <a:cs typeface="+mn-cs"/>
        </a:defRPr>
      </a:lvl4pPr>
      <a:lvl5pPr marL="1371555" algn="l" defTabSz="685777" rtl="0" eaLnBrk="1" latinLnBrk="0" hangingPunct="1">
        <a:defRPr sz="1400" kern="1200">
          <a:solidFill>
            <a:schemeClr val="tx1"/>
          </a:solidFill>
          <a:latin typeface="+mn-lt"/>
          <a:ea typeface="+mn-ea"/>
          <a:cs typeface="+mn-cs"/>
        </a:defRPr>
      </a:lvl5pPr>
      <a:lvl6pPr marL="1714441" algn="l" defTabSz="685777" rtl="0" eaLnBrk="1" latinLnBrk="0" hangingPunct="1">
        <a:defRPr sz="1400" kern="1200">
          <a:solidFill>
            <a:schemeClr val="tx1"/>
          </a:solidFill>
          <a:latin typeface="+mn-lt"/>
          <a:ea typeface="+mn-ea"/>
          <a:cs typeface="+mn-cs"/>
        </a:defRPr>
      </a:lvl6pPr>
      <a:lvl7pPr marL="2057332" algn="l" defTabSz="685777" rtl="0" eaLnBrk="1" latinLnBrk="0" hangingPunct="1">
        <a:defRPr sz="1400" kern="1200">
          <a:solidFill>
            <a:schemeClr val="tx1"/>
          </a:solidFill>
          <a:latin typeface="+mn-lt"/>
          <a:ea typeface="+mn-ea"/>
          <a:cs typeface="+mn-cs"/>
        </a:defRPr>
      </a:lvl7pPr>
      <a:lvl8pPr marL="2400220" algn="l" defTabSz="685777" rtl="0" eaLnBrk="1" latinLnBrk="0" hangingPunct="1">
        <a:defRPr sz="1400" kern="1200">
          <a:solidFill>
            <a:schemeClr val="tx1"/>
          </a:solidFill>
          <a:latin typeface="+mn-lt"/>
          <a:ea typeface="+mn-ea"/>
          <a:cs typeface="+mn-cs"/>
        </a:defRPr>
      </a:lvl8pPr>
      <a:lvl9pPr marL="2743110" algn="l" defTabSz="685777" rtl="0" eaLnBrk="1" latinLnBrk="0" hangingPunct="1">
        <a:defRPr sz="14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1620">
          <p15:clr>
            <a:srgbClr val="F26B43"/>
          </p15:clr>
        </p15:guide>
        <p15:guide id="2" pos="336">
          <p15:clr>
            <a:srgbClr val="F26B43"/>
          </p15:clr>
        </p15:guide>
      </p15:sldGuideLst>
    </p:ext>
  </p:extLst>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4.xml"/></Relationships>
</file>

<file path=ppt/slides/_rels/slide3.xml.rels><?xml version="1.0" encoding="UTF-8" standalone="yes"?>
<Relationships xmlns="http://schemas.openxmlformats.org/package/2006/relationships"><Relationship Id="rId2" Type="http://schemas.openxmlformats.org/officeDocument/2006/relationships/slideLayout" Target="../slideLayouts/slideLayout20.xml"/><Relationship Id="rId1" Type="http://schemas.openxmlformats.org/officeDocument/2006/relationships/tags" Target="../tags/tag1.xml"/></Relationships>
</file>

<file path=ppt/slides/_rels/slide4.xml.rels><?xml version="1.0" encoding="UTF-8" standalone="yes"?>
<Relationships xmlns="http://schemas.openxmlformats.org/package/2006/relationships"><Relationship Id="rId2" Type="http://schemas.openxmlformats.org/officeDocument/2006/relationships/slideLayout" Target="../slideLayouts/slideLayout20.xml"/><Relationship Id="rId1" Type="http://schemas.openxmlformats.org/officeDocument/2006/relationships/tags" Target="../tags/tag2.xml"/></Relationships>
</file>

<file path=ppt/slides/_rels/slide5.xml.rels><?xml version="1.0" encoding="UTF-8" standalone="yes"?>
<Relationships xmlns="http://schemas.openxmlformats.org/package/2006/relationships"><Relationship Id="rId3" Type="http://schemas.openxmlformats.org/officeDocument/2006/relationships/notesSlide" Target="../notesSlides/notesSlide3.xml"/><Relationship Id="rId2" Type="http://schemas.openxmlformats.org/officeDocument/2006/relationships/slideLayout" Target="../slideLayouts/slideLayout20.xml"/><Relationship Id="rId1" Type="http://schemas.openxmlformats.org/officeDocument/2006/relationships/tags" Target="../tags/tag3.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4.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4.xml"/></Relationships>
</file>

<file path=ppt/slides/_rels/slide8.xml.rels><?xml version="1.0" encoding="UTF-8" standalone="yes"?>
<Relationships xmlns="http://schemas.openxmlformats.org/package/2006/relationships"><Relationship Id="rId3" Type="http://schemas.openxmlformats.org/officeDocument/2006/relationships/notesSlide" Target="../notesSlides/notesSlide6.xml"/><Relationship Id="rId2" Type="http://schemas.openxmlformats.org/officeDocument/2006/relationships/slideLayout" Target="../slideLayouts/slideLayout20.xml"/><Relationship Id="rId1" Type="http://schemas.openxmlformats.org/officeDocument/2006/relationships/tags" Target="../tags/tag4.xml"/></Relationships>
</file>

<file path=ppt/slides/_rels/slide9.xml.rels><?xml version="1.0" encoding="UTF-8" standalone="yes"?>
<Relationships xmlns="http://schemas.openxmlformats.org/package/2006/relationships"><Relationship Id="rId3" Type="http://schemas.openxmlformats.org/officeDocument/2006/relationships/notesSlide" Target="../notesSlides/notesSlide7.xml"/><Relationship Id="rId2" Type="http://schemas.openxmlformats.org/officeDocument/2006/relationships/slideLayout" Target="../slideLayouts/slideLayout20.xml"/><Relationship Id="rId1" Type="http://schemas.openxmlformats.org/officeDocument/2006/relationships/tags" Target="../tags/tag5.xml"/></Relationships>
</file>

<file path=ppt/slides/_rels/slide10.xml.rels><?xml version="1.0" encoding="UTF-8" standalone="yes"?>
<Relationships xmlns="http://schemas.openxmlformats.org/package/2006/relationships"><Relationship Id="rId3" Type="http://schemas.openxmlformats.org/officeDocument/2006/relationships/notesSlide" Target="../notesSlides/notesSlide8.xml"/><Relationship Id="rId2" Type="http://schemas.openxmlformats.org/officeDocument/2006/relationships/slideLayout" Target="../slideLayouts/slideLayout20.xml"/><Relationship Id="rId1" Type="http://schemas.openxmlformats.org/officeDocument/2006/relationships/tags" Target="../tags/tag6.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3.xml"/></Relationships>
</file>

<file path=ppt/slides/_rels/slide12.xml.rels><?xml version="1.0" encoding="UTF-8" standalone="yes"?>
<Relationships xmlns="http://schemas.openxmlformats.org/package/2006/relationships"><Relationship Id="rId3" Type="http://schemas.openxmlformats.org/officeDocument/2006/relationships/notesSlide" Target="../notesSlides/notesSlide10.xml"/><Relationship Id="rId2" Type="http://schemas.openxmlformats.org/officeDocument/2006/relationships/slideLayout" Target="../slideLayouts/slideLayout20.xml"/><Relationship Id="rId1" Type="http://schemas.openxmlformats.org/officeDocument/2006/relationships/tags" Target="../tags/tag7.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5.xml"/></Relationships>
</file>

<file path=ppt/slides/_rels/slide14.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2.xml"/><Relationship Id="rId1" Type="http://schemas.openxmlformats.org/officeDocument/2006/relationships/slideLayout" Target="../slideLayouts/slideLayout6.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6.xml"/></Relationships>
</file>

<file path=ppt/slides/_rels/slide16.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4.xml"/><Relationship Id="rId1" Type="http://schemas.openxmlformats.org/officeDocument/2006/relationships/slideLayout" Target="../slideLayouts/slideLayout6.xml"/><Relationship Id="rId4" Type="http://schemas.openxmlformats.org/officeDocument/2006/relationships/image" Target="../media/image8.png"/></Relationships>
</file>

<file path=ppt/slides/_rels/slide17.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5.xml"/><Relationship Id="rId1" Type="http://schemas.openxmlformats.org/officeDocument/2006/relationships/slideLayout" Target="../slideLayouts/slideLayout6.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6.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5.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6.xml"/></Relationships>
</file>

<file path=ppt/slides/_rels/slide21.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9.xml"/><Relationship Id="rId1" Type="http://schemas.openxmlformats.org/officeDocument/2006/relationships/slideLayout" Target="../slideLayouts/slideLayout6.xml"/></Relationships>
</file>

<file path=ppt/slides/_rels/slide22.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20.xml"/><Relationship Id="rId1" Type="http://schemas.openxmlformats.org/officeDocument/2006/relationships/slideLayout" Target="../slideLayouts/slideLayout6.xml"/></Relationships>
</file>

<file path=ppt/slides/_rels/slide23.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21.xml"/><Relationship Id="rId1" Type="http://schemas.openxmlformats.org/officeDocument/2006/relationships/slideLayout" Target="../slideLayouts/slideLayout6.xml"/></Relationships>
</file>

<file path=ppt/slides/_rels/slide24.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22.xml"/><Relationship Id="rId1" Type="http://schemas.openxmlformats.org/officeDocument/2006/relationships/slideLayout" Target="../slideLayouts/slideLayout6.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6.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6.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5.xml"/></Relationships>
</file>

<file path=ppt/slides/_rels/slide28.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26.xml"/><Relationship Id="rId1" Type="http://schemas.openxmlformats.org/officeDocument/2006/relationships/slideLayout" Target="../slideLayouts/slideLayout6.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6.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6.xml"/></Relationships>
</file>

<file path=ppt/slides/_rels/slide31.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29.xml"/><Relationship Id="rId1" Type="http://schemas.openxmlformats.org/officeDocument/2006/relationships/slideLayout" Target="../slideLayouts/slideLayout6.xml"/></Relationships>
</file>

<file path=ppt/slides/_rels/slide32.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30.xml"/><Relationship Id="rId1" Type="http://schemas.openxmlformats.org/officeDocument/2006/relationships/slideLayout" Target="../slideLayouts/slideLayout6.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5.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6.xml"/></Relationships>
</file>

<file path=ppt/slides/_rels/slide35.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33.xml"/><Relationship Id="rId1" Type="http://schemas.openxmlformats.org/officeDocument/2006/relationships/slideLayout" Target="../slideLayouts/slideLayout6.xml"/><Relationship Id="rId4" Type="http://schemas.openxmlformats.org/officeDocument/2006/relationships/image" Target="../media/image17.png"/></Relationships>
</file>

<file path=ppt/slides/_rels/slide36.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34.xml"/><Relationship Id="rId1" Type="http://schemas.openxmlformats.org/officeDocument/2006/relationships/slideLayout" Target="../slideLayouts/slideLayout6.xml"/></Relationships>
</file>

<file path=ppt/slides/_rels/slide37.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35.xml"/><Relationship Id="rId1" Type="http://schemas.openxmlformats.org/officeDocument/2006/relationships/slideLayout" Target="../slideLayouts/slideLayout6.xml"/></Relationships>
</file>

<file path=ppt/slides/_rels/slide38.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36.xml"/><Relationship Id="rId1" Type="http://schemas.openxmlformats.org/officeDocument/2006/relationships/slideLayout" Target="../slideLayouts/slideLayout6.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6.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6.xml"/></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39.xml"/><Relationship Id="rId1" Type="http://schemas.openxmlformats.org/officeDocument/2006/relationships/slideLayout" Target="../slideLayouts/slideLayout6.xml"/></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40.xml"/><Relationship Id="rId1" Type="http://schemas.openxmlformats.org/officeDocument/2006/relationships/slideLayout" Target="../slideLayouts/slideLayout6.xml"/></Relationships>
</file>

<file path=ppt/slides/_rels/slide43.xml.rels><?xml version="1.0" encoding="UTF-8" standalone="yes"?>
<Relationships xmlns="http://schemas.openxmlformats.org/package/2006/relationships"><Relationship Id="rId2" Type="http://schemas.openxmlformats.org/officeDocument/2006/relationships/notesSlide" Target="../notesSlides/notesSlide41.xml"/><Relationship Id="rId1" Type="http://schemas.openxmlformats.org/officeDocument/2006/relationships/slideLayout" Target="../slideLayouts/slideLayout5.xml"/></Relationships>
</file>

<file path=ppt/slides/_rels/slide44.xml.rels><?xml version="1.0" encoding="UTF-8" standalone="yes"?>
<Relationships xmlns="http://schemas.openxmlformats.org/package/2006/relationships"><Relationship Id="rId2" Type="http://schemas.openxmlformats.org/officeDocument/2006/relationships/notesSlide" Target="../notesSlides/notesSlide42.xml"/><Relationship Id="rId1" Type="http://schemas.openxmlformats.org/officeDocument/2006/relationships/slideLayout" Target="../slideLayouts/slideLayout6.xml"/></Relationships>
</file>

<file path=ppt/slides/_rels/slide45.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43.xml"/><Relationship Id="rId1" Type="http://schemas.openxmlformats.org/officeDocument/2006/relationships/slideLayout" Target="../slideLayouts/slideLayout6.xml"/><Relationship Id="rId5" Type="http://schemas.openxmlformats.org/officeDocument/2006/relationships/image" Target="../media/image23.png"/><Relationship Id="rId4" Type="http://schemas.openxmlformats.org/officeDocument/2006/relationships/image" Target="../media/image22.png"/></Relationships>
</file>

<file path=ppt/slides/_rels/slide46.xml.rels><?xml version="1.0" encoding="UTF-8" standalone="yes"?>
<Relationships xmlns="http://schemas.openxmlformats.org/package/2006/relationships"><Relationship Id="rId2" Type="http://schemas.openxmlformats.org/officeDocument/2006/relationships/notesSlide" Target="../notesSlides/notesSlide44.xml"/><Relationship Id="rId1" Type="http://schemas.openxmlformats.org/officeDocument/2006/relationships/slideLayout" Target="../slideLayouts/slideLayout6.xml"/></Relationships>
</file>

<file path=ppt/slides/_rels/slide47.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45.xml"/><Relationship Id="rId1" Type="http://schemas.openxmlformats.org/officeDocument/2006/relationships/slideLayout" Target="../slideLayouts/slideLayout6.xml"/></Relationships>
</file>

<file path=ppt/slides/_rels/slide48.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46.xml"/><Relationship Id="rId1" Type="http://schemas.openxmlformats.org/officeDocument/2006/relationships/slideLayout" Target="../slideLayouts/slideLayout6.xml"/></Relationships>
</file>

<file path=ppt/slides/_rels/slide49.xml.rels><?xml version="1.0" encoding="UTF-8" standalone="yes"?>
<Relationships xmlns="http://schemas.openxmlformats.org/package/2006/relationships"><Relationship Id="rId2" Type="http://schemas.openxmlformats.org/officeDocument/2006/relationships/notesSlide" Target="../notesSlides/notesSlide47.xml"/><Relationship Id="rId1" Type="http://schemas.openxmlformats.org/officeDocument/2006/relationships/slideLayout" Target="../slideLayouts/slideLayout5.xml"/></Relationships>
</file>

<file path=ppt/slides/_rels/slide50.xml.rels><?xml version="1.0" encoding="UTF-8" standalone="yes"?>
<Relationships xmlns="http://schemas.openxmlformats.org/package/2006/relationships"><Relationship Id="rId2" Type="http://schemas.openxmlformats.org/officeDocument/2006/relationships/notesSlide" Target="../notesSlides/notesSlide48.xml"/><Relationship Id="rId1" Type="http://schemas.openxmlformats.org/officeDocument/2006/relationships/slideLayout" Target="../slideLayouts/slideLayout6.xml"/></Relationships>
</file>

<file path=ppt/slides/_rels/slide51.xml.rels><?xml version="1.0" encoding="UTF-8" standalone="yes"?>
<Relationships xmlns="http://schemas.openxmlformats.org/package/2006/relationships"><Relationship Id="rId2" Type="http://schemas.openxmlformats.org/officeDocument/2006/relationships/notesSlide" Target="../notesSlides/notesSlide49.xml"/><Relationship Id="rId1" Type="http://schemas.openxmlformats.org/officeDocument/2006/relationships/slideLayout" Target="../slideLayouts/slideLayout6.xml"/></Relationships>
</file>

<file path=ppt/slides/_rels/slide52.xml.rels><?xml version="1.0" encoding="UTF-8" standalone="yes"?>
<Relationships xmlns="http://schemas.openxmlformats.org/package/2006/relationships"><Relationship Id="rId2" Type="http://schemas.openxmlformats.org/officeDocument/2006/relationships/notesSlide" Target="../notesSlides/notesSlide50.xml"/><Relationship Id="rId1" Type="http://schemas.openxmlformats.org/officeDocument/2006/relationships/slideLayout" Target="../slideLayouts/slideLayout6.xml"/></Relationships>
</file>

<file path=ppt/slides/_rels/slide53.xml.rels><?xml version="1.0" encoding="UTF-8" standalone="yes"?>
<Relationships xmlns="http://schemas.openxmlformats.org/package/2006/relationships"><Relationship Id="rId3" Type="http://schemas.openxmlformats.org/officeDocument/2006/relationships/notesSlide" Target="../notesSlides/notesSlide51.xml"/><Relationship Id="rId2" Type="http://schemas.openxmlformats.org/officeDocument/2006/relationships/slideLayout" Target="../slideLayouts/slideLayout7.xml"/><Relationship Id="rId1" Type="http://schemas.openxmlformats.org/officeDocument/2006/relationships/tags" Target="../tags/tag8.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4" name="Object3"/>
          <p:cNvSpPr>
            <a:spLocks noGrp="1"/>
          </p:cNvSpPr>
          <p:nvPr>
            <p:ph type="body" idx="101" hasCustomPrompt="1"/>
          </p:nvPr>
        </p:nvSpPr>
        <p:spPr>
          <a:xfrm>
            <a:off x="457200" y="4114800"/>
            <a:ext cx="3657600" cy="914400"/>
          </a:xfrm>
          <a:prstGeom prst="rect">
            <a:avLst/>
          </a:prstGeom>
          <a:noFill/>
          <a:ln/>
        </p:spPr>
        <p:txBody>
          <a:bodyPr wrap="square" rtlCol="0"/>
          <a:lstStyle/>
          <a:p>
            <a:pPr marL="0" indent="0">
              <a:buNone/>
            </a:pPr>
            <a:r>
              <a:rPr lang="en-US" dirty="0"/>
              <a:t>Networking Security v1.0</a:t>
            </a:r>
          </a:p>
          <a:p>
            <a:pPr marL="0" indent="0">
              <a:buNone/>
            </a:pPr>
            <a:r>
              <a:rPr lang="en-US" dirty="0"/>
              <a:t>(NETSEC)</a:t>
            </a:r>
          </a:p>
        </p:txBody>
      </p:sp>
      <p:sp>
        <p:nvSpPr>
          <p:cNvPr id="3" name="Object2"/>
          <p:cNvSpPr/>
          <p:nvPr/>
        </p:nvSpPr>
        <p:spPr>
          <a:xfrm>
            <a:off x="457200" y="3343275"/>
            <a:ext cx="3657600" cy="914400"/>
          </a:xfrm>
          <a:prstGeom prst="rect">
            <a:avLst/>
          </a:prstGeom>
          <a:noFill/>
          <a:ln/>
        </p:spPr>
        <p:txBody>
          <a:bodyPr wrap="square" rtlCol="0" anchor="t"/>
          <a:lstStyle/>
          <a:p>
            <a:r>
              <a:rPr lang="en-US" sz="2000" dirty="0">
                <a:solidFill>
                  <a:srgbClr val="CEE8C3"/>
                </a:solidFill>
                <a:latin typeface="Arial" pitchFamily="34" charset="0"/>
                <a:ea typeface="Arial" pitchFamily="34" charset="-122"/>
                <a:cs typeface="Arial" pitchFamily="34" charset="-120"/>
              </a:rPr>
              <a:t>Instructor Materials</a:t>
            </a:r>
            <a:endParaRPr lang="en-US" sz="2000" dirty="0"/>
          </a:p>
        </p:txBody>
      </p:sp>
      <p:sp>
        <p:nvSpPr>
          <p:cNvPr id="2" name="Object1"/>
          <p:cNvSpPr>
            <a:spLocks noGrp="1"/>
          </p:cNvSpPr>
          <p:nvPr>
            <p:ph type="body" idx="100" hasCustomPrompt="1"/>
          </p:nvPr>
        </p:nvSpPr>
        <p:spPr>
          <a:xfrm>
            <a:off x="457200" y="1543050"/>
            <a:ext cx="6400800" cy="1828800"/>
          </a:xfrm>
          <a:prstGeom prst="rect">
            <a:avLst/>
          </a:prstGeom>
          <a:noFill/>
          <a:ln/>
        </p:spPr>
        <p:txBody>
          <a:bodyPr wrap="square" rtlCol="0"/>
          <a:lstStyle/>
          <a:p>
            <a:pPr marL="0" indent="0">
              <a:buNone/>
            </a:pPr>
            <a:r>
              <a:rPr lang="en-US" dirty="0"/>
              <a:t>Module 7: Authentication, Authorization, and Accounting (AAA)</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1"/>
          <p:cNvSpPr>
            <a:spLocks noGrp="1"/>
          </p:cNvSpPr>
          <p:nvPr>
            <p:ph type="body" idx="100" hasCustomPrompt="1"/>
          </p:nvPr>
        </p:nvSpPr>
        <p:spPr>
          <a:xfrm>
            <a:off x="0" y="0"/>
            <a:ext cx="9144000" cy="274320"/>
          </a:xfrm>
          <a:prstGeom prst="rect">
            <a:avLst/>
          </a:prstGeom>
          <a:noFill/>
          <a:ln/>
        </p:spPr>
        <p:txBody>
          <a:bodyPr wrap="square" rtlCol="0"/>
          <a:lstStyle/>
          <a:p>
            <a:pPr marL="0" indent="0">
              <a:buNone/>
            </a:pPr>
            <a:r>
              <a:rPr lang="en-US" dirty="0"/>
              <a:t>Instructor Materials – Module 7 Planning Guide</a:t>
            </a:r>
          </a:p>
        </p:txBody>
      </p:sp>
      <p:sp>
        <p:nvSpPr>
          <p:cNvPr id="3" name="Object2"/>
          <p:cNvSpPr/>
          <p:nvPr/>
        </p:nvSpPr>
        <p:spPr>
          <a:xfrm>
            <a:off x="0" y="457200"/>
            <a:ext cx="8229600" cy="4629150"/>
          </a:xfrm>
          <a:prstGeom prst="rect">
            <a:avLst/>
          </a:prstGeom>
          <a:noFill/>
          <a:ln/>
        </p:spPr>
        <p:txBody>
          <a:bodyPr wrap="square" rtlCol="0" anchor="t"/>
          <a:lstStyle/>
          <a:p>
            <a:pPr marL="0" marR="0" lvl="0" indent="0" algn="l" defTabSz="914400" rtl="0" eaLnBrk="1" fontAlgn="auto" latinLnBrk="0" hangingPunct="1">
              <a:lnSpc>
                <a:spcPts val="2000"/>
              </a:lnSpc>
              <a:spcBef>
                <a:spcPts val="0"/>
              </a:spcBef>
              <a:spcAft>
                <a:spcPts val="0"/>
              </a:spcAft>
              <a:buClrTx/>
              <a:buSzTx/>
              <a:buFontTx/>
              <a:buNone/>
              <a:tabLst/>
              <a:defRPr/>
            </a:pPr>
            <a:r>
              <a:rPr kumimoji="0" lang="en-US" sz="1400" b="0" i="0" u="none" strike="noStrike" kern="1200" cap="none" spc="0" normalizeH="0" baseline="0" noProof="0" dirty="0">
                <a:ln>
                  <a:noFill/>
                </a:ln>
                <a:solidFill>
                  <a:srgbClr val="000000"/>
                </a:solidFill>
                <a:effectLst/>
                <a:uLnTx/>
                <a:uFillTx/>
                <a:latin typeface="Arial" pitchFamily="34" charset="0"/>
                <a:ea typeface="Arial" pitchFamily="34" charset="-122"/>
                <a:cs typeface="Arial" pitchFamily="34" charset="-120"/>
              </a:rPr>
              <a:t>This PowerPoint deck is divided in two parts:</a:t>
            </a:r>
            <a:endParaRPr kumimoji="0" lang="en-US" sz="14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342900" marR="0" lvl="0" indent="-342900" algn="l" defTabSz="914400" rtl="0" eaLnBrk="1" fontAlgn="auto" latinLnBrk="0" hangingPunct="1">
              <a:lnSpc>
                <a:spcPts val="2000"/>
              </a:lnSpc>
              <a:spcBef>
                <a:spcPts val="0"/>
              </a:spcBef>
              <a:spcAft>
                <a:spcPts val="0"/>
              </a:spcAft>
              <a:buClrTx/>
              <a:buSzPct val="100000"/>
              <a:buFontTx/>
              <a:buChar char="•"/>
              <a:tabLst/>
              <a:defRPr/>
            </a:pPr>
            <a:r>
              <a:rPr kumimoji="0" lang="en-US" sz="1400" b="0" i="0" u="none" strike="noStrike" kern="1200" cap="none" spc="0" normalizeH="0" baseline="0" noProof="0" dirty="0">
                <a:ln>
                  <a:noFill/>
                </a:ln>
                <a:solidFill>
                  <a:srgbClr val="000000"/>
                </a:solidFill>
                <a:effectLst/>
                <a:uLnTx/>
                <a:uFillTx/>
                <a:latin typeface="Arial" pitchFamily="34" charset="0"/>
                <a:ea typeface="Arial" pitchFamily="34" charset="-122"/>
                <a:cs typeface="Arial" pitchFamily="34" charset="-120"/>
              </a:rPr>
              <a:t>Instructor Planning Guide</a:t>
            </a:r>
            <a:endParaRPr kumimoji="0" lang="en-US" sz="14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685800" marR="0" lvl="1" indent="-342900" algn="l" defTabSz="914400" rtl="0" eaLnBrk="1" fontAlgn="auto" latinLnBrk="0" hangingPunct="1">
              <a:lnSpc>
                <a:spcPts val="2000"/>
              </a:lnSpc>
              <a:spcBef>
                <a:spcPts val="0"/>
              </a:spcBef>
              <a:spcAft>
                <a:spcPts val="0"/>
              </a:spcAft>
              <a:buClrTx/>
              <a:buSzPct val="100000"/>
              <a:buFontTx/>
              <a:buChar char="•"/>
              <a:tabLst/>
              <a:defRPr/>
            </a:pPr>
            <a:r>
              <a:rPr kumimoji="0" lang="en-US" sz="1400" b="0" i="0" u="none" strike="noStrike" kern="1200" cap="none" spc="0" normalizeH="0" baseline="0" noProof="0" dirty="0">
                <a:ln>
                  <a:noFill/>
                </a:ln>
                <a:solidFill>
                  <a:srgbClr val="000000"/>
                </a:solidFill>
                <a:effectLst/>
                <a:uLnTx/>
                <a:uFillTx/>
                <a:latin typeface="Arial" pitchFamily="34" charset="0"/>
                <a:ea typeface="Arial" pitchFamily="34" charset="-122"/>
                <a:cs typeface="Arial" pitchFamily="34" charset="-120"/>
              </a:rPr>
              <a:t>Information to help you become familiar with the module</a:t>
            </a:r>
          </a:p>
          <a:p>
            <a:pPr marL="358775" marR="0" lvl="1" indent="-215900" algn="l" defTabSz="684213" rtl="0" eaLnBrk="1" fontAlgn="base" latinLnBrk="0" hangingPunct="1">
              <a:lnSpc>
                <a:spcPct val="100000"/>
              </a:lnSpc>
              <a:spcBef>
                <a:spcPts val="300"/>
              </a:spcBef>
              <a:spcAft>
                <a:spcPts val="300"/>
              </a:spcAft>
              <a:buClr>
                <a:srgbClr val="58585B"/>
              </a:buClr>
              <a:buSzTx/>
              <a:buFont typeface="Arial" charset="0"/>
              <a:buChar char="•"/>
              <a:tabLst/>
              <a:defRPr/>
            </a:pPr>
            <a:r>
              <a:rPr kumimoji="0" lang="en-CA" sz="1400" b="0" i="0" u="none" strike="noStrike" kern="1200" cap="none" spc="0" normalizeH="0" baseline="0" noProof="0" dirty="0">
                <a:ln>
                  <a:noFill/>
                </a:ln>
                <a:solidFill>
                  <a:srgbClr val="000000"/>
                </a:solidFill>
                <a:effectLst/>
                <a:uLnTx/>
                <a:uFillTx/>
                <a:latin typeface="Arial"/>
                <a:ea typeface="ＭＳ Ｐゴシック" charset="0"/>
                <a:cs typeface="+mn-cs"/>
              </a:rPr>
              <a:t>Teaching aids</a:t>
            </a:r>
          </a:p>
          <a:p>
            <a:pPr marL="169863" marR="0" lvl="0" indent="-169863" algn="l" defTabSz="684213" rtl="0" eaLnBrk="1" fontAlgn="base" latinLnBrk="0" hangingPunct="1">
              <a:lnSpc>
                <a:spcPct val="100000"/>
              </a:lnSpc>
              <a:spcBef>
                <a:spcPts val="600"/>
              </a:spcBef>
              <a:spcAft>
                <a:spcPts val="600"/>
              </a:spcAft>
              <a:buClr>
                <a:srgbClr val="58585B"/>
              </a:buClr>
              <a:buSzPct val="90000"/>
              <a:buFont typeface="Arial" panose="020B0604020202020204" pitchFamily="34" charset="0"/>
              <a:buChar char="•"/>
              <a:tabLst/>
              <a:defRPr/>
            </a:pPr>
            <a:r>
              <a:rPr kumimoji="0" lang="en-CA" sz="1500" b="0" i="0" u="none" strike="noStrike" kern="1200" cap="none" spc="0" normalizeH="0" baseline="0" noProof="0" dirty="0">
                <a:ln>
                  <a:noFill/>
                </a:ln>
                <a:solidFill>
                  <a:srgbClr val="000000"/>
                </a:solidFill>
                <a:effectLst/>
                <a:uLnTx/>
                <a:uFillTx/>
                <a:latin typeface="Arial"/>
                <a:ea typeface="ＭＳ Ｐゴシック" charset="0"/>
                <a:cs typeface="+mn-cs"/>
              </a:rPr>
              <a:t>Instructor Class Presentation</a:t>
            </a:r>
          </a:p>
          <a:p>
            <a:pPr marL="358775" marR="0" lvl="1" indent="-215900" algn="l" defTabSz="684213" rtl="0" eaLnBrk="1" fontAlgn="base" latinLnBrk="0" hangingPunct="1">
              <a:lnSpc>
                <a:spcPct val="100000"/>
              </a:lnSpc>
              <a:spcBef>
                <a:spcPts val="300"/>
              </a:spcBef>
              <a:spcAft>
                <a:spcPts val="300"/>
              </a:spcAft>
              <a:buClr>
                <a:srgbClr val="58585B"/>
              </a:buClr>
              <a:buSzTx/>
              <a:buFont typeface="Arial" charset="0"/>
              <a:buChar char="•"/>
              <a:tabLst/>
              <a:defRPr/>
            </a:pPr>
            <a:r>
              <a:rPr kumimoji="0" lang="en-CA" sz="1400" b="0" i="0" u="none" strike="noStrike" kern="1200" cap="none" spc="0" normalizeH="0" baseline="0" noProof="0" dirty="0">
                <a:ln>
                  <a:noFill/>
                </a:ln>
                <a:solidFill>
                  <a:srgbClr val="000000"/>
                </a:solidFill>
                <a:effectLst/>
                <a:uLnTx/>
                <a:uFillTx/>
                <a:latin typeface="Arial"/>
                <a:ea typeface="ＭＳ Ｐゴシック" charset="0"/>
                <a:cs typeface="+mn-cs"/>
              </a:rPr>
              <a:t>Optional slides that you can use in the classroom</a:t>
            </a:r>
          </a:p>
          <a:p>
            <a:pPr marL="358775" marR="0" lvl="1" indent="-215900" algn="l" defTabSz="684213" rtl="0" eaLnBrk="1" fontAlgn="base" latinLnBrk="0" hangingPunct="1">
              <a:lnSpc>
                <a:spcPct val="100000"/>
              </a:lnSpc>
              <a:spcBef>
                <a:spcPts val="300"/>
              </a:spcBef>
              <a:spcAft>
                <a:spcPts val="300"/>
              </a:spcAft>
              <a:buClr>
                <a:srgbClr val="58585B"/>
              </a:buClr>
              <a:buSzTx/>
              <a:buFont typeface="Arial" charset="0"/>
              <a:buChar char="•"/>
              <a:tabLst/>
              <a:defRPr/>
            </a:pPr>
            <a:r>
              <a:rPr kumimoji="0" lang="en-CA" sz="1400" b="0" i="0" u="none" strike="noStrike" kern="1200" cap="none" spc="0" normalizeH="0" baseline="0" noProof="0" dirty="0">
                <a:ln>
                  <a:noFill/>
                </a:ln>
                <a:solidFill>
                  <a:srgbClr val="000000"/>
                </a:solidFill>
                <a:effectLst/>
                <a:uLnTx/>
                <a:uFillTx/>
                <a:latin typeface="Arial"/>
                <a:ea typeface="ＭＳ Ｐゴシック" charset="0"/>
                <a:cs typeface="+mn-cs"/>
              </a:rPr>
              <a:t>Begins on slide # 11</a:t>
            </a:r>
          </a:p>
          <a:p>
            <a:pPr marL="142875" marR="0" lvl="1" indent="0" algn="ctr" defTabSz="684213" rtl="0" eaLnBrk="1" fontAlgn="base" latinLnBrk="0" hangingPunct="1">
              <a:lnSpc>
                <a:spcPct val="100000"/>
              </a:lnSpc>
              <a:spcBef>
                <a:spcPts val="300"/>
              </a:spcBef>
              <a:spcAft>
                <a:spcPts val="300"/>
              </a:spcAft>
              <a:buClr>
                <a:srgbClr val="58585B"/>
              </a:buClr>
              <a:buSzTx/>
              <a:buFontTx/>
              <a:buNone/>
              <a:tabLst/>
              <a:defRPr/>
            </a:pPr>
            <a:r>
              <a:rPr kumimoji="0" lang="en-CA" sz="1600" b="1" i="0" u="none" strike="noStrike" kern="1200" cap="none" spc="0" normalizeH="0" baseline="0" noProof="0" dirty="0">
                <a:ln>
                  <a:noFill/>
                </a:ln>
                <a:solidFill>
                  <a:srgbClr val="000000"/>
                </a:solidFill>
                <a:effectLst/>
                <a:uLnTx/>
                <a:uFillTx/>
                <a:latin typeface="Arial"/>
                <a:ea typeface="ＭＳ Ｐゴシック" charset="0"/>
                <a:cs typeface="+mn-cs"/>
              </a:rPr>
              <a:t>Note</a:t>
            </a:r>
            <a:r>
              <a:rPr kumimoji="0" lang="en-CA" sz="1600" b="0" i="0" u="none" strike="noStrike" kern="1200" cap="none" spc="0" normalizeH="0" baseline="0" noProof="0" dirty="0">
                <a:ln>
                  <a:noFill/>
                </a:ln>
                <a:solidFill>
                  <a:srgbClr val="000000"/>
                </a:solidFill>
                <a:effectLst/>
                <a:uLnTx/>
                <a:uFillTx/>
                <a:latin typeface="Arial"/>
                <a:ea typeface="ＭＳ Ｐゴシック" charset="0"/>
                <a:cs typeface="+mn-cs"/>
              </a:rPr>
              <a:t>: Remove the Planning Guide from this presentation before sharing with anyone.</a:t>
            </a:r>
          </a:p>
          <a:p>
            <a:pPr marL="0" marR="0" lvl="0" indent="0" algn="l" defTabSz="684213" rtl="0" eaLnBrk="1" fontAlgn="base" latinLnBrk="0" hangingPunct="1">
              <a:lnSpc>
                <a:spcPct val="100000"/>
              </a:lnSpc>
              <a:spcBef>
                <a:spcPts val="600"/>
              </a:spcBef>
              <a:spcAft>
                <a:spcPts val="600"/>
              </a:spcAft>
              <a:buClr>
                <a:srgbClr val="58585B"/>
              </a:buClr>
              <a:buSzPct val="90000"/>
              <a:buFontTx/>
              <a:buNone/>
              <a:tabLst/>
              <a:defRPr/>
            </a:pPr>
            <a:r>
              <a:rPr kumimoji="0" lang="en-CA" sz="1600" b="1" i="0" u="none" strike="noStrike" kern="1200" cap="none" spc="0" normalizeH="0" baseline="0" noProof="0" dirty="0">
                <a:ln>
                  <a:noFill/>
                </a:ln>
                <a:solidFill>
                  <a:srgbClr val="367187"/>
                </a:solidFill>
                <a:effectLst/>
                <a:uLnTx/>
                <a:uFillTx/>
                <a:latin typeface="Arial"/>
                <a:ea typeface="ＭＳ Ｐゴシック" charset="0"/>
                <a:cs typeface="+mn-cs"/>
              </a:rPr>
              <a:t>For additional help and resources go to the Instructor Home Page and Course Resources for this course. </a:t>
            </a:r>
            <a:r>
              <a:rPr kumimoji="0" lang="en-US" sz="1600" b="1" i="0" u="none" strike="noStrike" kern="1200" cap="none" spc="0" normalizeH="0" baseline="0" noProof="0" dirty="0">
                <a:ln>
                  <a:noFill/>
                </a:ln>
                <a:solidFill>
                  <a:srgbClr val="367187"/>
                </a:solidFill>
                <a:effectLst/>
                <a:uLnTx/>
                <a:uFillTx/>
                <a:latin typeface="Arial"/>
                <a:ea typeface="ＭＳ Ｐゴシック" charset="0"/>
                <a:cs typeface="+mn-cs"/>
              </a:rPr>
              <a:t>You also can visit the professional development site on netacad.com, the official Cisco Networking Academy Facebook page, or Instructor Only FB group.</a:t>
            </a:r>
            <a:endParaRPr kumimoji="0" lang="en-CA" sz="1600" b="1" i="0" u="none" strike="noStrike" kern="1200" cap="none" spc="0" normalizeH="0" baseline="0" noProof="0" dirty="0">
              <a:ln>
                <a:noFill/>
              </a:ln>
              <a:solidFill>
                <a:srgbClr val="367187"/>
              </a:solidFill>
              <a:effectLst/>
              <a:uLnTx/>
              <a:uFillTx/>
              <a:latin typeface="Arial"/>
              <a:ea typeface="ＭＳ Ｐゴシック" charset="0"/>
              <a:cs typeface="+mn-cs"/>
            </a:endParaRPr>
          </a:p>
          <a:p>
            <a:pPr marL="685800" marR="0" lvl="1" indent="-342900" algn="l" defTabSz="914400" rtl="0" eaLnBrk="1" fontAlgn="auto" latinLnBrk="0" hangingPunct="1">
              <a:lnSpc>
                <a:spcPts val="2000"/>
              </a:lnSpc>
              <a:spcBef>
                <a:spcPts val="0"/>
              </a:spcBef>
              <a:spcAft>
                <a:spcPts val="0"/>
              </a:spcAft>
              <a:buClrTx/>
              <a:buSzPct val="100000"/>
              <a:buFontTx/>
              <a:buChar char="•"/>
              <a:tabLst/>
              <a:defRPr/>
            </a:pPr>
            <a:endParaRPr kumimoji="0" lang="en-US" sz="14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5" name="Slide Number Placeholder 24"/>
          <p:cNvSpPr>
            <a:spLocks noGrp="1"/>
          </p:cNvSpPr>
          <p:nvPr>
            <p:ph type="sldNum" sz="quarter" idx="4294967295"/>
          </p:nvPr>
        </p:nvSpPr>
        <p:spPr>
          <a:xfrm>
            <a:off x="8686800" y="4629150"/>
            <a:ext cx="457200" cy="228600"/>
          </a:xfrm>
          <a:prstGeom prst="rect">
            <a:avLst/>
          </a:prstGeom>
          <a:extLst>
            <a:ext uri="{C572A759-6A51-4108-AA02-DFA0A04FC94B}">
              <ma14:wrappingTextBoxFlag xmlns:ma14="http://schemas.microsoft.com/office/mac/drawingml/2011/main" xmlns="" val="0"/>
            </a:ext>
          </a:extLst>
        </p:spPr>
        <p:txBody>
          <a:bodyPr/>
          <a:lstStyle>
            <a:lvl1pPr>
              <a:defRPr sz="600">
                <a:solidFill>
                  <a:srgbClr val="D9D9D9"/>
                </a:solidFill>
              </a:defRPr>
            </a:lvl1p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600" b="0" i="0" u="none" strike="noStrike" kern="1200" cap="none" spc="0" normalizeH="0" baseline="0" noProof="0">
                <a:ln>
                  <a:noFill/>
                </a:ln>
                <a:solidFill>
                  <a:srgbClr val="D9D9D9"/>
                </a:solidFill>
                <a:effectLst/>
                <a:uLnTx/>
                <a:uFillTx/>
                <a:latin typeface="Calibri" panose="020F050202020403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2</a:t>
            </a:fld>
            <a:endParaRPr kumimoji="0" lang="en-US" sz="600" b="0" i="0" u="none" strike="noStrike" kern="1200" cap="none" spc="0" normalizeH="0" baseline="0" noProof="0" dirty="0">
              <a:ln>
                <a:noFill/>
              </a:ln>
              <a:solidFill>
                <a:srgbClr val="D9D9D9"/>
              </a:solidFill>
              <a:effectLst/>
              <a:uLnTx/>
              <a:uFillTx/>
              <a:latin typeface="Calibri" panose="020F0502020204030204"/>
              <a:ea typeface="+mn-ea"/>
              <a:cs typeface="+mn-cs"/>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D0DBD329-AB20-664C-9697-486FE5CED9B9}"/>
              </a:ext>
            </a:extLst>
          </p:cNvPr>
          <p:cNvSpPr>
            <a:spLocks noGrp="1"/>
          </p:cNvSpPr>
          <p:nvPr>
            <p:ph type="title"/>
          </p:nvPr>
        </p:nvSpPr>
        <p:spPr>
          <a:xfrm>
            <a:off x="0" y="189238"/>
            <a:ext cx="9144000" cy="609708"/>
          </a:xfrm>
        </p:spPr>
        <p:txBody>
          <a:bodyPr/>
          <a:lstStyle/>
          <a:p>
            <a:r>
              <a:rPr lang="en-US" dirty="0"/>
              <a:t>What to Expect in this Module</a:t>
            </a:r>
          </a:p>
        </p:txBody>
      </p:sp>
      <p:sp>
        <p:nvSpPr>
          <p:cNvPr id="2" name="Content Placeholder 1">
            <a:extLst>
              <a:ext uri="{FF2B5EF4-FFF2-40B4-BE49-F238E27FC236}">
                <a16:creationId xmlns:a16="http://schemas.microsoft.com/office/drawing/2014/main" id="{C2EDE137-350D-6D47-BD51-750CD198389A}"/>
              </a:ext>
            </a:extLst>
          </p:cNvPr>
          <p:cNvSpPr>
            <a:spLocks noGrp="1"/>
          </p:cNvSpPr>
          <p:nvPr>
            <p:ph idx="1"/>
          </p:nvPr>
        </p:nvSpPr>
        <p:spPr>
          <a:xfrm>
            <a:off x="144065" y="798945"/>
            <a:ext cx="8853286" cy="346366"/>
          </a:xfrm>
        </p:spPr>
        <p:txBody>
          <a:bodyPr/>
          <a:lstStyle/>
          <a:p>
            <a:pPr marL="0" indent="0">
              <a:buNone/>
            </a:pPr>
            <a:r>
              <a:rPr lang="en-US" dirty="0"/>
              <a:t>To facilitate learning, the following features within the GUI may be included in this module:</a:t>
            </a:r>
          </a:p>
          <a:p>
            <a:endParaRPr lang="en-US" dirty="0"/>
          </a:p>
          <a:p>
            <a:endParaRPr lang="en-US" dirty="0"/>
          </a:p>
          <a:p>
            <a:pPr marL="0" indent="0">
              <a:buNone/>
            </a:pPr>
            <a:endParaRPr lang="en-US" dirty="0"/>
          </a:p>
        </p:txBody>
      </p:sp>
      <p:graphicFrame>
        <p:nvGraphicFramePr>
          <p:cNvPr id="4" name="Table 3">
            <a:extLst>
              <a:ext uri="{FF2B5EF4-FFF2-40B4-BE49-F238E27FC236}">
                <a16:creationId xmlns:a16="http://schemas.microsoft.com/office/drawing/2014/main" id="{24EE699F-A87C-2246-9235-C1DFDF6B2651}"/>
              </a:ext>
            </a:extLst>
          </p:cNvPr>
          <p:cNvGraphicFramePr>
            <a:graphicFrameLocks noGrp="1"/>
          </p:cNvGraphicFramePr>
          <p:nvPr>
            <p:extLst>
              <p:ext uri="{D42A27DB-BD31-4B8C-83A1-F6EECF244321}">
                <p14:modId xmlns:p14="http://schemas.microsoft.com/office/powerpoint/2010/main" val="2147870749"/>
              </p:ext>
            </p:extLst>
          </p:nvPr>
        </p:nvGraphicFramePr>
        <p:xfrm>
          <a:off x="301658" y="1145310"/>
          <a:ext cx="8557528" cy="3157704"/>
        </p:xfrm>
        <a:graphic>
          <a:graphicData uri="http://schemas.openxmlformats.org/drawingml/2006/table">
            <a:tbl>
              <a:tblPr firstRow="1" bandRow="1">
                <a:tableStyleId>{5C22544A-7EE6-4342-B048-85BDC9FD1C3A}</a:tableStyleId>
              </a:tblPr>
              <a:tblGrid>
                <a:gridCol w="2140558">
                  <a:extLst>
                    <a:ext uri="{9D8B030D-6E8A-4147-A177-3AD203B41FA5}">
                      <a16:colId xmlns:a16="http://schemas.microsoft.com/office/drawing/2014/main" val="200107645"/>
                    </a:ext>
                  </a:extLst>
                </a:gridCol>
                <a:gridCol w="6416970">
                  <a:extLst>
                    <a:ext uri="{9D8B030D-6E8A-4147-A177-3AD203B41FA5}">
                      <a16:colId xmlns:a16="http://schemas.microsoft.com/office/drawing/2014/main" val="2648404099"/>
                    </a:ext>
                  </a:extLst>
                </a:gridCol>
              </a:tblGrid>
              <a:tr h="265091">
                <a:tc>
                  <a:txBody>
                    <a:bodyPr/>
                    <a:lstStyle/>
                    <a:p>
                      <a:r>
                        <a:rPr lang="en-US" dirty="0"/>
                        <a:t>Feature</a:t>
                      </a:r>
                    </a:p>
                  </a:txBody>
                  <a:tcPr/>
                </a:tc>
                <a:tc>
                  <a:txBody>
                    <a:bodyPr/>
                    <a:lstStyle/>
                    <a:p>
                      <a:r>
                        <a:rPr lang="en-US" dirty="0"/>
                        <a:t>Description</a:t>
                      </a:r>
                    </a:p>
                  </a:txBody>
                  <a:tcPr/>
                </a:tc>
                <a:extLst>
                  <a:ext uri="{0D108BD9-81ED-4DB2-BD59-A6C34878D82A}">
                    <a16:rowId xmlns:a16="http://schemas.microsoft.com/office/drawing/2014/main" val="367710602"/>
                  </a:ext>
                </a:extLst>
              </a:tr>
              <a:tr h="482768">
                <a:tc>
                  <a:txBody>
                    <a:bodyPr/>
                    <a:lstStyle/>
                    <a:p>
                      <a:pPr algn="l" fontAlgn="b"/>
                      <a:r>
                        <a:rPr lang="en-US" sz="1400" b="0" i="0" u="none" strike="noStrike" dirty="0">
                          <a:solidFill>
                            <a:srgbClr val="000000"/>
                          </a:solidFill>
                          <a:effectLst/>
                          <a:latin typeface="+mn-lt"/>
                        </a:rPr>
                        <a:t>Animations</a:t>
                      </a:r>
                    </a:p>
                  </a:txBody>
                  <a:tcPr marL="9525" marR="9525" marT="9525" marB="0" anchor="b"/>
                </a:tc>
                <a:tc>
                  <a:txBody>
                    <a:bodyPr/>
                    <a:lstStyle/>
                    <a:p>
                      <a:pPr marL="0" marR="0" lvl="0" indent="0" algn="l" defTabSz="685777" rtl="0" eaLnBrk="1" fontAlgn="auto" latinLnBrk="0" hangingPunct="1">
                        <a:lnSpc>
                          <a:spcPct val="100000"/>
                        </a:lnSpc>
                        <a:spcBef>
                          <a:spcPts val="0"/>
                        </a:spcBef>
                        <a:spcAft>
                          <a:spcPts val="0"/>
                        </a:spcAft>
                        <a:buClrTx/>
                        <a:buSzTx/>
                        <a:buFontTx/>
                        <a:buNone/>
                        <a:tabLst/>
                        <a:defRPr/>
                      </a:pPr>
                      <a:r>
                        <a:rPr lang="en-US" dirty="0"/>
                        <a:t>Expose learners to new skills and concepts.</a:t>
                      </a:r>
                    </a:p>
                  </a:txBody>
                  <a:tcPr/>
                </a:tc>
                <a:extLst>
                  <a:ext uri="{0D108BD9-81ED-4DB2-BD59-A6C34878D82A}">
                    <a16:rowId xmlns:a16="http://schemas.microsoft.com/office/drawing/2014/main" val="698835149"/>
                  </a:ext>
                </a:extLst>
              </a:tr>
              <a:tr h="379411">
                <a:tc>
                  <a:txBody>
                    <a:bodyPr/>
                    <a:lstStyle/>
                    <a:p>
                      <a:pPr marL="0" marR="0" lvl="0" indent="0" algn="l" defTabSz="685777" rtl="0" eaLnBrk="1" fontAlgn="b" latinLnBrk="0" hangingPunct="1">
                        <a:lnSpc>
                          <a:spcPct val="100000"/>
                        </a:lnSpc>
                        <a:spcBef>
                          <a:spcPts val="0"/>
                        </a:spcBef>
                        <a:spcAft>
                          <a:spcPts val="0"/>
                        </a:spcAft>
                        <a:buClrTx/>
                        <a:buSzTx/>
                        <a:buFontTx/>
                        <a:buNone/>
                        <a:tabLst/>
                        <a:defRPr/>
                      </a:pPr>
                      <a:r>
                        <a:rPr lang="en-US" sz="1400" b="0" i="0" u="none" strike="noStrike" dirty="0">
                          <a:solidFill>
                            <a:srgbClr val="000000"/>
                          </a:solidFill>
                          <a:effectLst/>
                          <a:latin typeface="+mn-lt"/>
                        </a:rPr>
                        <a:t>Videos</a:t>
                      </a:r>
                    </a:p>
                  </a:txBody>
                  <a:tcPr marL="9525" marR="9525" marT="9525" marB="0" anchor="b"/>
                </a:tc>
                <a:tc>
                  <a:txBody>
                    <a:bodyPr/>
                    <a:lstStyle/>
                    <a:p>
                      <a:pPr marL="0" marR="0" lvl="0" indent="0" algn="l" defTabSz="685777" rtl="0" eaLnBrk="1" fontAlgn="auto" latinLnBrk="0" hangingPunct="1">
                        <a:lnSpc>
                          <a:spcPct val="100000"/>
                        </a:lnSpc>
                        <a:spcBef>
                          <a:spcPts val="0"/>
                        </a:spcBef>
                        <a:spcAft>
                          <a:spcPts val="0"/>
                        </a:spcAft>
                        <a:buClrTx/>
                        <a:buSzTx/>
                        <a:buFontTx/>
                        <a:buNone/>
                        <a:tabLst/>
                        <a:defRPr/>
                      </a:pPr>
                      <a:r>
                        <a:rPr lang="en-US" dirty="0"/>
                        <a:t>Expose learners to new skills and concepts.</a:t>
                      </a:r>
                    </a:p>
                  </a:txBody>
                  <a:tcPr/>
                </a:tc>
                <a:extLst>
                  <a:ext uri="{0D108BD9-81ED-4DB2-BD59-A6C34878D82A}">
                    <a16:rowId xmlns:a16="http://schemas.microsoft.com/office/drawing/2014/main" val="904576505"/>
                  </a:ext>
                </a:extLst>
              </a:tr>
              <a:tr h="265091">
                <a:tc>
                  <a:txBody>
                    <a:bodyPr/>
                    <a:lstStyle/>
                    <a:p>
                      <a:pPr marL="0" marR="0" lvl="0" indent="0" algn="l" defTabSz="685777" rtl="0" eaLnBrk="1" fontAlgn="b" latinLnBrk="0" hangingPunct="1">
                        <a:lnSpc>
                          <a:spcPct val="100000"/>
                        </a:lnSpc>
                        <a:spcBef>
                          <a:spcPts val="0"/>
                        </a:spcBef>
                        <a:spcAft>
                          <a:spcPts val="0"/>
                        </a:spcAft>
                        <a:buClrTx/>
                        <a:buSzTx/>
                        <a:buFontTx/>
                        <a:buNone/>
                        <a:tabLst/>
                        <a:defRPr/>
                      </a:pPr>
                      <a:r>
                        <a:rPr lang="en-US" sz="1400" b="0" i="0" u="none" strike="noStrike" dirty="0">
                          <a:solidFill>
                            <a:srgbClr val="000000"/>
                          </a:solidFill>
                          <a:effectLst/>
                          <a:latin typeface="+mn-lt"/>
                        </a:rPr>
                        <a:t>Check Your Understanding(CYU)</a:t>
                      </a:r>
                    </a:p>
                    <a:p>
                      <a:pPr algn="l" fontAlgn="b"/>
                      <a:endParaRPr lang="en-US" sz="1400" b="0" i="0" u="none" strike="noStrike" dirty="0">
                        <a:solidFill>
                          <a:srgbClr val="000000"/>
                        </a:solidFill>
                        <a:effectLst/>
                        <a:latin typeface="+mn-lt"/>
                      </a:endParaRPr>
                    </a:p>
                  </a:txBody>
                  <a:tcPr marL="9525" marR="9525" marT="9525" marB="0" anchor="b"/>
                </a:tc>
                <a:tc>
                  <a:txBody>
                    <a:bodyPr/>
                    <a:lstStyle/>
                    <a:p>
                      <a:r>
                        <a:rPr lang="en-US" dirty="0"/>
                        <a:t>Per topic online quiz to help learners gauge content understanding. </a:t>
                      </a:r>
                    </a:p>
                  </a:txBody>
                  <a:tcPr/>
                </a:tc>
                <a:extLst>
                  <a:ext uri="{0D108BD9-81ED-4DB2-BD59-A6C34878D82A}">
                    <a16:rowId xmlns:a16="http://schemas.microsoft.com/office/drawing/2014/main" val="2876586054"/>
                  </a:ext>
                </a:extLst>
              </a:tr>
              <a:tr h="178145">
                <a:tc>
                  <a:txBody>
                    <a:bodyPr/>
                    <a:lstStyle/>
                    <a:p>
                      <a:pPr marL="0" marR="0" lvl="0" indent="0" algn="l" defTabSz="685777" rtl="0" eaLnBrk="1" fontAlgn="b" latinLnBrk="0" hangingPunct="1">
                        <a:lnSpc>
                          <a:spcPct val="100000"/>
                        </a:lnSpc>
                        <a:spcBef>
                          <a:spcPts val="0"/>
                        </a:spcBef>
                        <a:spcAft>
                          <a:spcPts val="0"/>
                        </a:spcAft>
                        <a:buClrTx/>
                        <a:buSzTx/>
                        <a:buFontTx/>
                        <a:buNone/>
                        <a:tabLst/>
                        <a:defRPr/>
                      </a:pPr>
                      <a:r>
                        <a:rPr lang="en-US" sz="1400" b="0" i="0" u="none" strike="noStrike" dirty="0">
                          <a:solidFill>
                            <a:srgbClr val="000000"/>
                          </a:solidFill>
                          <a:effectLst/>
                          <a:latin typeface="+mn-lt"/>
                        </a:rPr>
                        <a:t>Interactive Activities</a:t>
                      </a:r>
                    </a:p>
                  </a:txBody>
                  <a:tcPr marL="9525" marR="9525" marT="9525" marB="0" anchor="b"/>
                </a:tc>
                <a:tc>
                  <a:txBody>
                    <a:bodyPr/>
                    <a:lstStyle/>
                    <a:p>
                      <a:r>
                        <a:rPr lang="en-US" dirty="0"/>
                        <a:t>A variety of formats to help learners gauge content understanding.</a:t>
                      </a:r>
                    </a:p>
                  </a:txBody>
                  <a:tcPr/>
                </a:tc>
                <a:extLst>
                  <a:ext uri="{0D108BD9-81ED-4DB2-BD59-A6C34878D82A}">
                    <a16:rowId xmlns:a16="http://schemas.microsoft.com/office/drawing/2014/main" val="3454703549"/>
                  </a:ext>
                </a:extLst>
              </a:tr>
              <a:tr h="215293">
                <a:tc>
                  <a:txBody>
                    <a:bodyPr/>
                    <a:lstStyle/>
                    <a:p>
                      <a:pPr algn="l" fontAlgn="b"/>
                      <a:r>
                        <a:rPr lang="en-US" sz="1400" b="0" i="0" u="none" strike="noStrike" dirty="0">
                          <a:solidFill>
                            <a:srgbClr val="000000"/>
                          </a:solidFill>
                          <a:effectLst/>
                          <a:latin typeface="+mn-lt"/>
                        </a:rPr>
                        <a:t>Syntax Checker</a:t>
                      </a:r>
                    </a:p>
                  </a:txBody>
                  <a:tcPr marL="9525" marR="9525" marT="9525" marB="0" anchor="b"/>
                </a:tc>
                <a:tc>
                  <a:txBody>
                    <a:bodyPr/>
                    <a:lstStyle/>
                    <a:p>
                      <a:r>
                        <a:rPr lang="en-US" dirty="0"/>
                        <a:t>Small simulations that expose learners to Cisco command line to practice configuration skills.</a:t>
                      </a:r>
                    </a:p>
                  </a:txBody>
                  <a:tcPr/>
                </a:tc>
                <a:extLst>
                  <a:ext uri="{0D108BD9-81ED-4DB2-BD59-A6C34878D82A}">
                    <a16:rowId xmlns:a16="http://schemas.microsoft.com/office/drawing/2014/main" val="2195331658"/>
                  </a:ext>
                </a:extLst>
              </a:tr>
              <a:tr h="265091">
                <a:tc>
                  <a:txBody>
                    <a:bodyPr/>
                    <a:lstStyle/>
                    <a:p>
                      <a:pPr algn="l" fontAlgn="b"/>
                      <a:r>
                        <a:rPr lang="en-US" sz="1400" b="0" i="0" u="none" strike="noStrike" dirty="0">
                          <a:solidFill>
                            <a:srgbClr val="000000"/>
                          </a:solidFill>
                          <a:effectLst/>
                          <a:latin typeface="+mn-lt"/>
                        </a:rPr>
                        <a:t>PT Activity</a:t>
                      </a:r>
                    </a:p>
                  </a:txBody>
                  <a:tcPr marL="9525" marR="9525" marT="9525" marB="0" anchor="b"/>
                </a:tc>
                <a:tc>
                  <a:txBody>
                    <a:bodyPr/>
                    <a:lstStyle/>
                    <a:p>
                      <a:r>
                        <a:rPr lang="en-US" dirty="0"/>
                        <a:t>Simulation and modeling activities designed to explore, acquire, reinforce, and expand skills.</a:t>
                      </a:r>
                    </a:p>
                  </a:txBody>
                  <a:tcPr/>
                </a:tc>
                <a:extLst>
                  <a:ext uri="{0D108BD9-81ED-4DB2-BD59-A6C34878D82A}">
                    <a16:rowId xmlns:a16="http://schemas.microsoft.com/office/drawing/2014/main" val="3727131555"/>
                  </a:ext>
                </a:extLst>
              </a:tr>
            </a:tbl>
          </a:graphicData>
        </a:graphic>
      </p:graphicFrame>
    </p:spTree>
    <p:custDataLst>
      <p:tags r:id="rId1"/>
    </p:custDataLst>
    <p:extLst>
      <p:ext uri="{BB962C8B-B14F-4D97-AF65-F5344CB8AC3E}">
        <p14:creationId xmlns:p14="http://schemas.microsoft.com/office/powerpoint/2010/main" val="122153960"/>
      </p:ext>
    </p:extLst>
  </p:cSld>
  <p:clrMapOvr>
    <a:masterClrMapping/>
  </p:clrMapOvr>
  <p:transition/>
</p:sld>
</file>

<file path=ppt/slides/slide4.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5" name="Title 2">
            <a:extLst>
              <a:ext uri="{FF2B5EF4-FFF2-40B4-BE49-F238E27FC236}">
                <a16:creationId xmlns:a16="http://schemas.microsoft.com/office/drawing/2014/main" id="{2D10C50B-ED86-4E5D-BD0F-658911DFEF9B}"/>
              </a:ext>
            </a:extLst>
          </p:cNvPr>
          <p:cNvSpPr>
            <a:spLocks noGrp="1"/>
          </p:cNvSpPr>
          <p:nvPr>
            <p:ph type="title"/>
          </p:nvPr>
        </p:nvSpPr>
        <p:spPr>
          <a:xfrm>
            <a:off x="0" y="-15285"/>
            <a:ext cx="9144000" cy="757238"/>
          </a:xfrm>
        </p:spPr>
        <p:txBody>
          <a:bodyPr/>
          <a:lstStyle/>
          <a:p>
            <a:r>
              <a:rPr lang="en-US" dirty="0"/>
              <a:t>What to Expect in this Module (Cont.)</a:t>
            </a:r>
          </a:p>
        </p:txBody>
      </p:sp>
      <p:sp>
        <p:nvSpPr>
          <p:cNvPr id="6" name="Content Placeholder 1">
            <a:extLst>
              <a:ext uri="{FF2B5EF4-FFF2-40B4-BE49-F238E27FC236}">
                <a16:creationId xmlns:a16="http://schemas.microsoft.com/office/drawing/2014/main" id="{031D3D35-BC84-421A-A5F0-48081A310F8E}"/>
              </a:ext>
            </a:extLst>
          </p:cNvPr>
          <p:cNvSpPr txBox="1">
            <a:spLocks/>
          </p:cNvSpPr>
          <p:nvPr/>
        </p:nvSpPr>
        <p:spPr bwMode="auto">
          <a:xfrm>
            <a:off x="106756" y="668963"/>
            <a:ext cx="8853286" cy="34636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vert="horz" wrap="square" lIns="91440" tIns="45720" rIns="182880" bIns="45720" numCol="1" anchor="t" anchorCtr="0" compatLnSpc="1">
            <a:prstTxWarp prst="textNoShape">
              <a:avLst/>
            </a:prstTxWarp>
          </a:bodyPr>
          <a:lstStyle>
            <a:lvl1pPr marL="169863" indent="-169863" algn="l" defTabSz="684213" rtl="0" eaLnBrk="1" fontAlgn="base" hangingPunct="1">
              <a:lnSpc>
                <a:spcPct val="100000"/>
              </a:lnSpc>
              <a:spcBef>
                <a:spcPts val="600"/>
              </a:spcBef>
              <a:spcAft>
                <a:spcPts val="600"/>
              </a:spcAft>
              <a:buClr>
                <a:schemeClr val="tx2"/>
              </a:buClr>
              <a:buSzPct val="90000"/>
              <a:buFont typeface="Wingdings" panose="05000000000000000000" pitchFamily="2" charset="2"/>
              <a:buChar char="§"/>
              <a:defRPr lang="en-US" sz="1500" kern="1200">
                <a:solidFill>
                  <a:srgbClr val="000000"/>
                </a:solidFill>
                <a:latin typeface="+mn-lt"/>
                <a:ea typeface="ＭＳ Ｐゴシック" charset="0"/>
                <a:cs typeface="CiscoSans"/>
              </a:defRPr>
            </a:lvl1pPr>
            <a:lvl2pPr marL="358775" indent="-215900" algn="l" defTabSz="684213" rtl="0" eaLnBrk="1" fontAlgn="base" hangingPunct="1">
              <a:lnSpc>
                <a:spcPct val="100000"/>
              </a:lnSpc>
              <a:spcBef>
                <a:spcPts val="300"/>
              </a:spcBef>
              <a:spcAft>
                <a:spcPts val="300"/>
              </a:spcAft>
              <a:buClr>
                <a:schemeClr val="tx2"/>
              </a:buClr>
              <a:buFont typeface="Arial" charset="0"/>
              <a:buChar char="•"/>
              <a:defRPr lang="en-US" sz="1400" kern="1200">
                <a:solidFill>
                  <a:srgbClr val="000000"/>
                </a:solidFill>
                <a:latin typeface="+mn-lt"/>
                <a:ea typeface="ＭＳ Ｐゴシック" charset="0"/>
                <a:cs typeface="CiscoSans"/>
              </a:defRPr>
            </a:lvl2pPr>
            <a:lvl3pPr marL="431800" indent="-169863" algn="l" defTabSz="684213" rtl="0" eaLnBrk="1" fontAlgn="base" hangingPunct="1">
              <a:lnSpc>
                <a:spcPct val="100000"/>
              </a:lnSpc>
              <a:spcBef>
                <a:spcPts val="300"/>
              </a:spcBef>
              <a:spcAft>
                <a:spcPts val="300"/>
              </a:spcAft>
              <a:buFont typeface="Arial" charset="0"/>
              <a:buChar char="•"/>
              <a:defRPr lang="en-US" sz="1200" kern="1200">
                <a:solidFill>
                  <a:srgbClr val="000000"/>
                </a:solidFill>
                <a:latin typeface="+mn-lt"/>
                <a:ea typeface="ＭＳ Ｐゴシック" charset="0"/>
                <a:cs typeface="CiscoSans"/>
              </a:defRPr>
            </a:lvl3pPr>
            <a:lvl4pPr marL="503238" indent="-169863" algn="l" defTabSz="684213" rtl="0" eaLnBrk="1" fontAlgn="base" hangingPunct="1">
              <a:lnSpc>
                <a:spcPct val="100000"/>
              </a:lnSpc>
              <a:spcBef>
                <a:spcPts val="300"/>
              </a:spcBef>
              <a:spcAft>
                <a:spcPts val="300"/>
              </a:spcAft>
              <a:buFont typeface="Arial" charset="0"/>
              <a:buChar char="•"/>
              <a:defRPr lang="en-US" sz="1100" kern="1200">
                <a:solidFill>
                  <a:srgbClr val="000000"/>
                </a:solidFill>
                <a:latin typeface="+mn-lt"/>
                <a:ea typeface="ＭＳ Ｐゴシック" charset="0"/>
                <a:cs typeface="CiscoSans"/>
              </a:defRPr>
            </a:lvl4pPr>
            <a:lvl5pPr marL="574675" indent="-169863" algn="l" defTabSz="684213" rtl="0" eaLnBrk="1" fontAlgn="base" hangingPunct="1">
              <a:lnSpc>
                <a:spcPct val="95000"/>
              </a:lnSpc>
              <a:spcBef>
                <a:spcPts val="625"/>
              </a:spcBef>
              <a:spcAft>
                <a:spcPct val="0"/>
              </a:spcAft>
              <a:buFont typeface="Arial" charset="0"/>
              <a:buChar char="•"/>
              <a:defRPr lang="en-US" sz="1100" kern="1200" dirty="0">
                <a:solidFill>
                  <a:schemeClr val="tx1"/>
                </a:solidFill>
                <a:latin typeface="+mn-lt"/>
                <a:ea typeface="ＭＳ Ｐゴシック" charset="0"/>
                <a:cs typeface="CiscoSans"/>
              </a:defRPr>
            </a:lvl5pPr>
            <a:lvl6pPr marL="863856" indent="-171445" algn="l" defTabSz="685777" rtl="0" eaLnBrk="1" latinLnBrk="0" hangingPunct="1">
              <a:spcBef>
                <a:spcPts val="600"/>
              </a:spcBef>
              <a:buFont typeface="Arial" pitchFamily="34" charset="0"/>
              <a:buChar char="•"/>
              <a:defRPr sz="900" kern="1200" baseline="0">
                <a:solidFill>
                  <a:schemeClr val="tx1"/>
                </a:solidFill>
                <a:latin typeface="+mn-lt"/>
                <a:ea typeface="+mn-ea"/>
                <a:cs typeface="+mn-cs"/>
              </a:defRPr>
            </a:lvl6pPr>
            <a:lvl7pPr marL="935844" indent="-171422" algn="l" defTabSz="685777" rtl="0" eaLnBrk="1" latinLnBrk="0" hangingPunct="1">
              <a:spcBef>
                <a:spcPts val="600"/>
              </a:spcBef>
              <a:buFont typeface="Arial" pitchFamily="34" charset="0"/>
              <a:buChar char="•"/>
              <a:defRPr sz="800" kern="1200" baseline="0">
                <a:solidFill>
                  <a:schemeClr val="tx1"/>
                </a:solidFill>
                <a:latin typeface="+mn-lt"/>
                <a:ea typeface="+mn-ea"/>
                <a:cs typeface="+mn-cs"/>
              </a:defRPr>
            </a:lvl7pPr>
            <a:lvl8pPr marL="2400220" indent="0" algn="l" defTabSz="685777" rtl="0" eaLnBrk="1" latinLnBrk="0" hangingPunct="1">
              <a:spcBef>
                <a:spcPct val="20000"/>
              </a:spcBef>
              <a:buFont typeface="Arial" pitchFamily="34" charset="0"/>
              <a:buNone/>
              <a:defRPr sz="1500" kern="1200">
                <a:solidFill>
                  <a:schemeClr val="tx1"/>
                </a:solidFill>
                <a:latin typeface="+mn-lt"/>
                <a:ea typeface="+mn-ea"/>
                <a:cs typeface="+mn-cs"/>
              </a:defRPr>
            </a:lvl8pPr>
            <a:lvl9pPr marL="2914553" indent="-171445" algn="l" defTabSz="685777" rtl="0" eaLnBrk="1" latinLnBrk="0" hangingPunct="1">
              <a:spcBef>
                <a:spcPct val="20000"/>
              </a:spcBef>
              <a:buFont typeface="Arial" pitchFamily="34" charset="0"/>
              <a:buChar char="•"/>
              <a:defRPr sz="1500" kern="1200">
                <a:solidFill>
                  <a:schemeClr val="tx1"/>
                </a:solidFill>
                <a:latin typeface="+mn-lt"/>
                <a:ea typeface="+mn-ea"/>
                <a:cs typeface="+mn-cs"/>
              </a:defRPr>
            </a:lvl9pPr>
          </a:lstStyle>
          <a:p>
            <a:pPr marL="0" marR="0" lvl="0" indent="0" algn="l" defTabSz="684213" rtl="0" eaLnBrk="1" fontAlgn="base" latinLnBrk="0" hangingPunct="1">
              <a:lnSpc>
                <a:spcPct val="100000"/>
              </a:lnSpc>
              <a:spcBef>
                <a:spcPts val="600"/>
              </a:spcBef>
              <a:spcAft>
                <a:spcPts val="600"/>
              </a:spcAft>
              <a:buClr>
                <a:srgbClr val="58585B"/>
              </a:buClr>
              <a:buSzPct val="90000"/>
              <a:buFont typeface="Wingdings" panose="05000000000000000000" pitchFamily="2" charset="2"/>
              <a:buNone/>
              <a:tabLst/>
              <a:defRPr/>
            </a:pPr>
            <a:r>
              <a:rPr kumimoji="0" lang="en-US" sz="1500" b="0" i="0" u="none" strike="noStrike" kern="1200" cap="none" spc="0" normalizeH="0" baseline="0" noProof="0" dirty="0">
                <a:ln>
                  <a:noFill/>
                </a:ln>
                <a:solidFill>
                  <a:srgbClr val="000000"/>
                </a:solidFill>
                <a:effectLst/>
                <a:uLnTx/>
                <a:uFillTx/>
                <a:latin typeface="Arial"/>
                <a:ea typeface="ＭＳ Ｐゴシック" charset="0"/>
              </a:rPr>
              <a:t>To facilitate learning, the following features may be included in this module:</a:t>
            </a:r>
          </a:p>
          <a:p>
            <a:pPr marL="0" marR="0" lvl="0" indent="0" algn="l" defTabSz="684213" rtl="0" eaLnBrk="1" fontAlgn="base" latinLnBrk="0" hangingPunct="1">
              <a:lnSpc>
                <a:spcPct val="100000"/>
              </a:lnSpc>
              <a:spcBef>
                <a:spcPts val="600"/>
              </a:spcBef>
              <a:spcAft>
                <a:spcPts val="600"/>
              </a:spcAft>
              <a:buClr>
                <a:srgbClr val="58585B"/>
              </a:buClr>
              <a:buSzPct val="90000"/>
              <a:buFont typeface="Wingdings" panose="05000000000000000000" pitchFamily="2" charset="2"/>
              <a:buNone/>
              <a:tabLst/>
              <a:defRPr/>
            </a:pPr>
            <a:endParaRPr kumimoji="0" lang="en-US" sz="1500" b="0" i="0" u="none" strike="noStrike" kern="1200" cap="none" spc="0" normalizeH="0" baseline="0" noProof="0" dirty="0">
              <a:ln>
                <a:noFill/>
              </a:ln>
              <a:solidFill>
                <a:srgbClr val="000000"/>
              </a:solidFill>
              <a:effectLst/>
              <a:uLnTx/>
              <a:uFillTx/>
              <a:latin typeface="Arial"/>
              <a:ea typeface="ＭＳ Ｐゴシック" charset="0"/>
            </a:endParaRPr>
          </a:p>
          <a:p>
            <a:pPr marL="0" marR="0" lvl="0" indent="0" algn="l" defTabSz="684213" rtl="0" eaLnBrk="1" fontAlgn="base" latinLnBrk="0" hangingPunct="1">
              <a:lnSpc>
                <a:spcPct val="100000"/>
              </a:lnSpc>
              <a:spcBef>
                <a:spcPts val="600"/>
              </a:spcBef>
              <a:spcAft>
                <a:spcPts val="600"/>
              </a:spcAft>
              <a:buClr>
                <a:srgbClr val="58585B"/>
              </a:buClr>
              <a:buSzPct val="90000"/>
              <a:buFont typeface="Wingdings" panose="05000000000000000000" pitchFamily="2" charset="2"/>
              <a:buNone/>
              <a:tabLst/>
              <a:defRPr/>
            </a:pPr>
            <a:endParaRPr kumimoji="0" lang="en-US" sz="1500" b="0" i="0" u="none" strike="noStrike" kern="1200" cap="none" spc="0" normalizeH="0" baseline="0" noProof="0" dirty="0">
              <a:ln>
                <a:noFill/>
              </a:ln>
              <a:solidFill>
                <a:srgbClr val="000000"/>
              </a:solidFill>
              <a:effectLst/>
              <a:uLnTx/>
              <a:uFillTx/>
              <a:latin typeface="Arial"/>
              <a:ea typeface="ＭＳ Ｐゴシック" charset="0"/>
            </a:endParaRPr>
          </a:p>
        </p:txBody>
      </p:sp>
      <p:graphicFrame>
        <p:nvGraphicFramePr>
          <p:cNvPr id="4" name="Content Placeholder 3">
            <a:extLst>
              <a:ext uri="{FF2B5EF4-FFF2-40B4-BE49-F238E27FC236}">
                <a16:creationId xmlns:a16="http://schemas.microsoft.com/office/drawing/2014/main" id="{DDD52CCD-9D1E-4CC4-815A-A5967A0831D9}"/>
              </a:ext>
            </a:extLst>
          </p:cNvPr>
          <p:cNvGraphicFramePr>
            <a:graphicFrameLocks noGrp="1"/>
          </p:cNvGraphicFramePr>
          <p:nvPr>
            <p:ph idx="1"/>
          </p:nvPr>
        </p:nvGraphicFramePr>
        <p:xfrm>
          <a:off x="106756" y="1279280"/>
          <a:ext cx="8595235" cy="1950720"/>
        </p:xfrm>
        <a:graphic>
          <a:graphicData uri="http://schemas.openxmlformats.org/drawingml/2006/table">
            <a:tbl>
              <a:tblPr firstRow="1" bandRow="1">
                <a:tableStyleId>{5C22544A-7EE6-4342-B048-85BDC9FD1C3A}</a:tableStyleId>
              </a:tblPr>
              <a:tblGrid>
                <a:gridCol w="2178265">
                  <a:extLst>
                    <a:ext uri="{9D8B030D-6E8A-4147-A177-3AD203B41FA5}">
                      <a16:colId xmlns:a16="http://schemas.microsoft.com/office/drawing/2014/main" val="3215831619"/>
                    </a:ext>
                  </a:extLst>
                </a:gridCol>
                <a:gridCol w="6416970">
                  <a:extLst>
                    <a:ext uri="{9D8B030D-6E8A-4147-A177-3AD203B41FA5}">
                      <a16:colId xmlns:a16="http://schemas.microsoft.com/office/drawing/2014/main" val="276475465"/>
                    </a:ext>
                  </a:extLst>
                </a:gridCol>
              </a:tblGrid>
              <a:tr h="265091">
                <a:tc>
                  <a:txBody>
                    <a:bodyPr/>
                    <a:lstStyle/>
                    <a:p>
                      <a:pPr algn="l" fontAlgn="b"/>
                      <a:r>
                        <a:rPr lang="en-US" sz="1400" b="1" i="0" u="none" strike="noStrike" dirty="0">
                          <a:solidFill>
                            <a:schemeClr val="bg1"/>
                          </a:solidFill>
                          <a:effectLst/>
                          <a:latin typeface="+mn-lt"/>
                        </a:rPr>
                        <a:t>Feature</a:t>
                      </a:r>
                    </a:p>
                  </a:txBody>
                  <a:tcPr marL="9525" marR="9525" marT="9525" marB="0" anchor="b"/>
                </a:tc>
                <a:tc>
                  <a:txBody>
                    <a:bodyPr/>
                    <a:lstStyle/>
                    <a:p>
                      <a:r>
                        <a:rPr lang="en-US" dirty="0"/>
                        <a:t>Description</a:t>
                      </a:r>
                    </a:p>
                  </a:txBody>
                  <a:tcPr/>
                </a:tc>
                <a:extLst>
                  <a:ext uri="{0D108BD9-81ED-4DB2-BD59-A6C34878D82A}">
                    <a16:rowId xmlns:a16="http://schemas.microsoft.com/office/drawing/2014/main" val="3768427975"/>
                  </a:ext>
                </a:extLst>
              </a:tr>
              <a:tr h="265091">
                <a:tc>
                  <a:txBody>
                    <a:bodyPr/>
                    <a:lstStyle/>
                    <a:p>
                      <a:pPr algn="l" fontAlgn="b"/>
                      <a:r>
                        <a:rPr lang="en-US" sz="1400" b="0" i="0" u="none" strike="noStrike" dirty="0">
                          <a:solidFill>
                            <a:srgbClr val="000000"/>
                          </a:solidFill>
                          <a:effectLst/>
                          <a:latin typeface="+mn-lt"/>
                        </a:rPr>
                        <a:t>Hands-On Labs</a:t>
                      </a:r>
                    </a:p>
                  </a:txBody>
                  <a:tcPr marL="9525" marR="9525" marT="9525" marB="0" anchor="b"/>
                </a:tc>
                <a:tc>
                  <a:txBody>
                    <a:bodyPr/>
                    <a:lstStyle/>
                    <a:p>
                      <a:r>
                        <a:rPr lang="en-US" dirty="0"/>
                        <a:t>Labs designed for working with physical equipment.</a:t>
                      </a:r>
                    </a:p>
                  </a:txBody>
                  <a:tcPr/>
                </a:tc>
                <a:extLst>
                  <a:ext uri="{0D108BD9-81ED-4DB2-BD59-A6C34878D82A}">
                    <a16:rowId xmlns:a16="http://schemas.microsoft.com/office/drawing/2014/main" val="2258594367"/>
                  </a:ext>
                </a:extLst>
              </a:tr>
              <a:tr h="265091">
                <a:tc>
                  <a:txBody>
                    <a:bodyPr/>
                    <a:lstStyle/>
                    <a:p>
                      <a:pPr marL="0" marR="0" lvl="0" indent="0" algn="l" defTabSz="685777" rtl="0" eaLnBrk="1" fontAlgn="b" latinLnBrk="0" hangingPunct="1">
                        <a:lnSpc>
                          <a:spcPct val="100000"/>
                        </a:lnSpc>
                        <a:spcBef>
                          <a:spcPts val="0"/>
                        </a:spcBef>
                        <a:spcAft>
                          <a:spcPts val="0"/>
                        </a:spcAft>
                        <a:buClrTx/>
                        <a:buSzTx/>
                        <a:buFontTx/>
                        <a:buNone/>
                        <a:tabLst/>
                        <a:defRPr/>
                      </a:pPr>
                      <a:r>
                        <a:rPr lang="en-US" sz="1400" b="0" i="0" u="none" strike="noStrike" dirty="0">
                          <a:solidFill>
                            <a:srgbClr val="000000"/>
                          </a:solidFill>
                          <a:effectLst/>
                          <a:latin typeface="+mn-lt"/>
                        </a:rPr>
                        <a:t>Class Activities</a:t>
                      </a:r>
                    </a:p>
                    <a:p>
                      <a:pPr algn="l" fontAlgn="b"/>
                      <a:endParaRPr lang="en-US" sz="1400" b="0" i="0" u="none" strike="noStrike" dirty="0">
                        <a:solidFill>
                          <a:srgbClr val="000000"/>
                        </a:solidFill>
                        <a:effectLst/>
                        <a:latin typeface="+mn-lt"/>
                      </a:endParaRPr>
                    </a:p>
                  </a:txBody>
                  <a:tcPr marL="9525" marR="9525" marT="9525" marB="0" anchor="b"/>
                </a:tc>
                <a:tc>
                  <a:txBody>
                    <a:bodyPr/>
                    <a:lstStyle/>
                    <a:p>
                      <a:r>
                        <a:rPr lang="en-US" dirty="0"/>
                        <a:t>These are found on the Instructor Resources page. Class Activities are designed to facilitate learning, class discussion, and collaboration.</a:t>
                      </a:r>
                    </a:p>
                  </a:txBody>
                  <a:tcPr/>
                </a:tc>
                <a:extLst>
                  <a:ext uri="{0D108BD9-81ED-4DB2-BD59-A6C34878D82A}">
                    <a16:rowId xmlns:a16="http://schemas.microsoft.com/office/drawing/2014/main" val="1125566603"/>
                  </a:ext>
                </a:extLst>
              </a:tr>
              <a:tr h="265091">
                <a:tc>
                  <a:txBody>
                    <a:bodyPr/>
                    <a:lstStyle/>
                    <a:p>
                      <a:pPr algn="l" fontAlgn="b"/>
                      <a:r>
                        <a:rPr lang="en-US" sz="1400" b="0" i="0" u="none" strike="noStrike" dirty="0">
                          <a:solidFill>
                            <a:srgbClr val="000000"/>
                          </a:solidFill>
                          <a:effectLst/>
                          <a:latin typeface="+mn-lt"/>
                        </a:rPr>
                        <a:t>Module Quizzes</a:t>
                      </a:r>
                    </a:p>
                  </a:txBody>
                  <a:tcPr marL="9525" marR="9525" marT="9525" marB="0" anchor="b"/>
                </a:tc>
                <a:tc>
                  <a:txBody>
                    <a:bodyPr/>
                    <a:lstStyle/>
                    <a:p>
                      <a:r>
                        <a:rPr lang="en-US" dirty="0"/>
                        <a:t>Self-assessments that integrate concepts and skills learned throughout the series of topics presented in the module.</a:t>
                      </a:r>
                    </a:p>
                  </a:txBody>
                  <a:tcPr/>
                </a:tc>
                <a:extLst>
                  <a:ext uri="{0D108BD9-81ED-4DB2-BD59-A6C34878D82A}">
                    <a16:rowId xmlns:a16="http://schemas.microsoft.com/office/drawing/2014/main" val="831502776"/>
                  </a:ext>
                </a:extLst>
              </a:tr>
              <a:tr h="265091">
                <a:tc>
                  <a:txBody>
                    <a:bodyPr/>
                    <a:lstStyle/>
                    <a:p>
                      <a:pPr algn="l" fontAlgn="b"/>
                      <a:r>
                        <a:rPr lang="en-US" sz="1400" b="0" i="0" u="none" strike="noStrike" dirty="0">
                          <a:solidFill>
                            <a:srgbClr val="000000"/>
                          </a:solidFill>
                          <a:effectLst/>
                          <a:latin typeface="+mn-lt"/>
                        </a:rPr>
                        <a:t>Module Summary</a:t>
                      </a:r>
                    </a:p>
                  </a:txBody>
                  <a:tcPr marL="9525" marR="9525" marT="9525" marB="0" anchor="b"/>
                </a:tc>
                <a:tc>
                  <a:txBody>
                    <a:bodyPr/>
                    <a:lstStyle/>
                    <a:p>
                      <a:r>
                        <a:rPr lang="en-US" dirty="0"/>
                        <a:t>Briefly recaps module content.</a:t>
                      </a:r>
                    </a:p>
                  </a:txBody>
                  <a:tcPr/>
                </a:tc>
                <a:extLst>
                  <a:ext uri="{0D108BD9-81ED-4DB2-BD59-A6C34878D82A}">
                    <a16:rowId xmlns:a16="http://schemas.microsoft.com/office/drawing/2014/main" val="2267046280"/>
                  </a:ext>
                </a:extLst>
              </a:tr>
            </a:tbl>
          </a:graphicData>
        </a:graphic>
      </p:graphicFrame>
    </p:spTree>
    <p:custDataLst>
      <p:tags r:id="rId1"/>
    </p:custDataLst>
    <p:extLst>
      <p:ext uri="{BB962C8B-B14F-4D97-AF65-F5344CB8AC3E}">
        <p14:creationId xmlns:p14="http://schemas.microsoft.com/office/powerpoint/2010/main" val="1736058053"/>
      </p:ext>
    </p:extLst>
  </p:cSld>
  <p:clrMapOvr>
    <a:masterClrMapping/>
  </p:clrMapOvr>
  <p:transition/>
</p:sld>
</file>

<file path=ppt/slides/slide5.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7170" name="Rectangle 33"/>
          <p:cNvSpPr>
            <a:spLocks noGrp="1" noChangeArrowheads="1"/>
          </p:cNvSpPr>
          <p:nvPr>
            <p:ph type="title"/>
          </p:nvPr>
        </p:nvSpPr>
        <p:spPr/>
        <p:txBody>
          <a:bodyPr/>
          <a:lstStyle/>
          <a:p>
            <a:pPr eaLnBrk="1" hangingPunct="1"/>
            <a:r>
              <a:rPr lang="en-US" dirty="0"/>
              <a:t>Check Your Understanding</a:t>
            </a:r>
          </a:p>
        </p:txBody>
      </p:sp>
      <p:sp>
        <p:nvSpPr>
          <p:cNvPr id="7171" name="Rectangle 34"/>
          <p:cNvSpPr>
            <a:spLocks noGrp="1" noChangeArrowheads="1"/>
          </p:cNvSpPr>
          <p:nvPr>
            <p:ph idx="1"/>
          </p:nvPr>
        </p:nvSpPr>
        <p:spPr>
          <a:xfrm>
            <a:off x="145357" y="965201"/>
            <a:ext cx="8878570" cy="3643747"/>
          </a:xfrm>
        </p:spPr>
        <p:txBody>
          <a:bodyPr/>
          <a:lstStyle/>
          <a:p>
            <a:pPr>
              <a:spcBef>
                <a:spcPct val="30000"/>
              </a:spcBef>
              <a:buFont typeface="Arial" panose="020B0604020202020204" pitchFamily="34" charset="0"/>
              <a:buChar char="•"/>
            </a:pPr>
            <a:r>
              <a:rPr lang="en-US" dirty="0"/>
              <a:t>Check Your Understanding activities are designed to let students quickly determine if they understand the content and can proceed, or if they need to review. </a:t>
            </a:r>
          </a:p>
          <a:p>
            <a:pPr>
              <a:spcBef>
                <a:spcPct val="30000"/>
              </a:spcBef>
              <a:buFont typeface="Arial" panose="020B0604020202020204" pitchFamily="34" charset="0"/>
              <a:buChar char="•"/>
            </a:pPr>
            <a:r>
              <a:rPr lang="en-US" dirty="0"/>
              <a:t>Check Your Understanding activities </a:t>
            </a:r>
            <a:r>
              <a:rPr lang="en-US" b="1" i="1" dirty="0"/>
              <a:t>do not </a:t>
            </a:r>
            <a:r>
              <a:rPr lang="en-US" dirty="0"/>
              <a:t>affect student grades.</a:t>
            </a:r>
          </a:p>
          <a:p>
            <a:pPr>
              <a:spcBef>
                <a:spcPct val="30000"/>
              </a:spcBef>
              <a:buFont typeface="Arial" panose="020B0604020202020204" pitchFamily="34" charset="0"/>
              <a:buChar char="•"/>
            </a:pPr>
            <a:r>
              <a:rPr lang="en-US" dirty="0"/>
              <a:t>There are no separate slides for these activities in the PPT. They are listed in the notes area of the slide that appears before these activities.</a:t>
            </a:r>
          </a:p>
          <a:p>
            <a:pPr marL="0" indent="0" eaLnBrk="1" hangingPunct="1">
              <a:spcBef>
                <a:spcPct val="30000"/>
              </a:spcBef>
              <a:buNone/>
            </a:pPr>
            <a:endParaRPr lang="en-US" dirty="0"/>
          </a:p>
          <a:p>
            <a:pPr eaLnBrk="1" hangingPunct="1">
              <a:spcBef>
                <a:spcPct val="30000"/>
              </a:spcBef>
            </a:pPr>
            <a:endParaRPr lang="en-US" dirty="0"/>
          </a:p>
        </p:txBody>
      </p:sp>
    </p:spTree>
    <p:custDataLst>
      <p:tags r:id="rId1"/>
    </p:custDataLst>
    <p:extLst>
      <p:ext uri="{BB962C8B-B14F-4D97-AF65-F5344CB8AC3E}">
        <p14:creationId xmlns:p14="http://schemas.microsoft.com/office/powerpoint/2010/main" val="1533357529"/>
      </p:ext>
    </p:extLst>
  </p:cSld>
  <p:clrMapOvr>
    <a:masterClrMapping/>
  </p:clrMapOvr>
  <p:transition spd="slow">
    <p:wipe/>
  </p:transition>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1"/>
          <p:cNvSpPr>
            <a:spLocks noGrp="1"/>
          </p:cNvSpPr>
          <p:nvPr>
            <p:ph type="body" idx="100" hasCustomPrompt="1"/>
          </p:nvPr>
        </p:nvSpPr>
        <p:spPr>
          <a:xfrm>
            <a:off x="0" y="0"/>
            <a:ext cx="9144000" cy="274320"/>
          </a:xfrm>
          <a:prstGeom prst="rect">
            <a:avLst/>
          </a:prstGeom>
          <a:noFill/>
          <a:ln/>
        </p:spPr>
        <p:txBody>
          <a:bodyPr wrap="square" rtlCol="0"/>
          <a:lstStyle/>
          <a:p>
            <a:pPr marL="0" indent="0">
              <a:buNone/>
            </a:pPr>
            <a:r>
              <a:rPr lang="en-US" dirty="0"/>
              <a:t>Module 7: Activities</a:t>
            </a:r>
          </a:p>
        </p:txBody>
      </p:sp>
      <p:sp>
        <p:nvSpPr>
          <p:cNvPr id="3" name="Object2"/>
          <p:cNvSpPr/>
          <p:nvPr/>
        </p:nvSpPr>
        <p:spPr>
          <a:xfrm>
            <a:off x="0" y="457200"/>
            <a:ext cx="8229600" cy="361950"/>
          </a:xfrm>
          <a:prstGeom prst="rect">
            <a:avLst/>
          </a:prstGeom>
          <a:noFill/>
          <a:ln/>
        </p:spPr>
        <p:txBody>
          <a:bodyPr wrap="square" rtlCol="0" anchor="t"/>
          <a:lstStyle/>
          <a:p>
            <a:pPr marL="0" marR="0" lvl="0" indent="0" algn="l" defTabSz="914400" rtl="0" eaLnBrk="1" fontAlgn="auto" latinLnBrk="0" hangingPunct="1">
              <a:lnSpc>
                <a:spcPts val="2000"/>
              </a:lnSpc>
              <a:spcBef>
                <a:spcPts val="0"/>
              </a:spcBef>
              <a:spcAft>
                <a:spcPts val="0"/>
              </a:spcAft>
              <a:buClrTx/>
              <a:buSzTx/>
              <a:buFontTx/>
              <a:buNone/>
              <a:tabLst/>
              <a:defRPr/>
            </a:pPr>
            <a:r>
              <a:rPr kumimoji="0" lang="en-US" sz="1400" b="0" i="0" u="none" strike="noStrike" kern="1200" cap="none" spc="0" normalizeH="0" baseline="0" noProof="0" dirty="0">
                <a:ln>
                  <a:noFill/>
                </a:ln>
                <a:solidFill>
                  <a:srgbClr val="000000"/>
                </a:solidFill>
                <a:effectLst/>
                <a:uLnTx/>
                <a:uFillTx/>
                <a:latin typeface="Arial" pitchFamily="34" charset="0"/>
                <a:ea typeface="Arial" pitchFamily="34" charset="-122"/>
                <a:cs typeface="Arial" pitchFamily="34" charset="-120"/>
              </a:rPr>
              <a:t>What activities are associated with this module?</a:t>
            </a:r>
            <a:endParaRPr kumimoji="0" lang="en-US" sz="14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graphicFrame>
        <p:nvGraphicFramePr>
          <p:cNvPr id="8" name="Content Placeholder 3">
            <a:extLst>
              <a:ext uri="{FF2B5EF4-FFF2-40B4-BE49-F238E27FC236}">
                <a16:creationId xmlns:a16="http://schemas.microsoft.com/office/drawing/2014/main" id="{2334105E-9CC5-47D6-A20B-E5E2B607CFAE}"/>
              </a:ext>
            </a:extLst>
          </p:cNvPr>
          <p:cNvGraphicFramePr>
            <a:graphicFrameLocks/>
          </p:cNvGraphicFramePr>
          <p:nvPr>
            <p:extLst>
              <p:ext uri="{D42A27DB-BD31-4B8C-83A1-F6EECF244321}">
                <p14:modId xmlns:p14="http://schemas.microsoft.com/office/powerpoint/2010/main" val="3388934643"/>
              </p:ext>
            </p:extLst>
          </p:nvPr>
        </p:nvGraphicFramePr>
        <p:xfrm>
          <a:off x="455999" y="1147358"/>
          <a:ext cx="8229418" cy="3107706"/>
        </p:xfrm>
        <a:graphic>
          <a:graphicData uri="http://schemas.openxmlformats.org/drawingml/2006/table">
            <a:tbl>
              <a:tblPr firstRow="1" bandRow="1"/>
              <a:tblGrid>
                <a:gridCol w="1129733">
                  <a:extLst>
                    <a:ext uri="{9D8B030D-6E8A-4147-A177-3AD203B41FA5}">
                      <a16:colId xmlns:a16="http://schemas.microsoft.com/office/drawing/2014/main" val="20001"/>
                    </a:ext>
                  </a:extLst>
                </a:gridCol>
                <a:gridCol w="1857736">
                  <a:extLst>
                    <a:ext uri="{9D8B030D-6E8A-4147-A177-3AD203B41FA5}">
                      <a16:colId xmlns:a16="http://schemas.microsoft.com/office/drawing/2014/main" val="3156509146"/>
                    </a:ext>
                  </a:extLst>
                </a:gridCol>
                <a:gridCol w="4080076">
                  <a:extLst>
                    <a:ext uri="{9D8B030D-6E8A-4147-A177-3AD203B41FA5}">
                      <a16:colId xmlns:a16="http://schemas.microsoft.com/office/drawing/2014/main" val="20002"/>
                    </a:ext>
                  </a:extLst>
                </a:gridCol>
                <a:gridCol w="1161873">
                  <a:extLst>
                    <a:ext uri="{9D8B030D-6E8A-4147-A177-3AD203B41FA5}">
                      <a16:colId xmlns:a16="http://schemas.microsoft.com/office/drawing/2014/main" val="20003"/>
                    </a:ext>
                  </a:extLst>
                </a:gridCol>
              </a:tblGrid>
              <a:tr h="301434">
                <a:tc>
                  <a:txBody>
                    <a:bodyPr/>
                    <a:lstStyle>
                      <a:lvl1pPr marL="0" algn="l" defTabSz="914400" rtl="0" eaLnBrk="1" latinLnBrk="0" hangingPunct="1">
                        <a:defRPr sz="1800" b="1" kern="1200">
                          <a:solidFill>
                            <a:schemeClr val="lt1"/>
                          </a:solidFill>
                          <a:latin typeface="Arial"/>
                        </a:defRPr>
                      </a:lvl1pPr>
                      <a:lvl2pPr marL="457200" algn="l" defTabSz="914400" rtl="0" eaLnBrk="1" latinLnBrk="0" hangingPunct="1">
                        <a:defRPr sz="1800" b="1" kern="1200">
                          <a:solidFill>
                            <a:schemeClr val="lt1"/>
                          </a:solidFill>
                          <a:latin typeface="Arial"/>
                        </a:defRPr>
                      </a:lvl2pPr>
                      <a:lvl3pPr marL="914400" algn="l" defTabSz="914400" rtl="0" eaLnBrk="1" latinLnBrk="0" hangingPunct="1">
                        <a:defRPr sz="1800" b="1" kern="1200">
                          <a:solidFill>
                            <a:schemeClr val="lt1"/>
                          </a:solidFill>
                          <a:latin typeface="Arial"/>
                        </a:defRPr>
                      </a:lvl3pPr>
                      <a:lvl4pPr marL="1371600" algn="l" defTabSz="914400" rtl="0" eaLnBrk="1" latinLnBrk="0" hangingPunct="1">
                        <a:defRPr sz="1800" b="1" kern="1200">
                          <a:solidFill>
                            <a:schemeClr val="lt1"/>
                          </a:solidFill>
                          <a:latin typeface="Arial"/>
                        </a:defRPr>
                      </a:lvl4pPr>
                      <a:lvl5pPr marL="1828800" algn="l" defTabSz="914400" rtl="0" eaLnBrk="1" latinLnBrk="0" hangingPunct="1">
                        <a:defRPr sz="1800" b="1" kern="1200">
                          <a:solidFill>
                            <a:schemeClr val="lt1"/>
                          </a:solidFill>
                          <a:latin typeface="Arial"/>
                        </a:defRPr>
                      </a:lvl5pPr>
                      <a:lvl6pPr marL="2286000" algn="l" defTabSz="914400" rtl="0" eaLnBrk="1" latinLnBrk="0" hangingPunct="1">
                        <a:defRPr sz="1800" b="1" kern="1200">
                          <a:solidFill>
                            <a:schemeClr val="lt1"/>
                          </a:solidFill>
                          <a:latin typeface="Arial"/>
                        </a:defRPr>
                      </a:lvl6pPr>
                      <a:lvl7pPr marL="2743200" algn="l" defTabSz="914400" rtl="0" eaLnBrk="1" latinLnBrk="0" hangingPunct="1">
                        <a:defRPr sz="1800" b="1" kern="1200">
                          <a:solidFill>
                            <a:schemeClr val="lt1"/>
                          </a:solidFill>
                          <a:latin typeface="Arial"/>
                        </a:defRPr>
                      </a:lvl7pPr>
                      <a:lvl8pPr marL="3200400" algn="l" defTabSz="914400" rtl="0" eaLnBrk="1" latinLnBrk="0" hangingPunct="1">
                        <a:defRPr sz="1800" b="1" kern="1200">
                          <a:solidFill>
                            <a:schemeClr val="lt1"/>
                          </a:solidFill>
                          <a:latin typeface="Arial"/>
                        </a:defRPr>
                      </a:lvl8pPr>
                      <a:lvl9pPr marL="3657600" algn="l" defTabSz="914400" rtl="0" eaLnBrk="1" latinLnBrk="0" hangingPunct="1">
                        <a:defRPr sz="1800" b="1" kern="1200">
                          <a:solidFill>
                            <a:schemeClr val="lt1"/>
                          </a:solidFill>
                          <a:latin typeface="Arial"/>
                        </a:defRPr>
                      </a:lvl9pPr>
                    </a:lstStyle>
                    <a:p>
                      <a:pPr marL="0" marR="0" lvl="0" indent="0" algn="ctr" defTabSz="685777" rtl="0" eaLnBrk="1" fontAlgn="auto" latinLnBrk="0" hangingPunct="1">
                        <a:lnSpc>
                          <a:spcPct val="100000"/>
                        </a:lnSpc>
                        <a:spcBef>
                          <a:spcPts val="0"/>
                        </a:spcBef>
                        <a:spcAft>
                          <a:spcPts val="0"/>
                        </a:spcAft>
                        <a:buClrTx/>
                        <a:buSzTx/>
                        <a:buFontTx/>
                        <a:buNone/>
                        <a:tabLst/>
                        <a:defRPr/>
                      </a:pPr>
                      <a:r>
                        <a:rPr lang="en-US" sz="1200" dirty="0"/>
                        <a:t>Page #</a:t>
                      </a:r>
                    </a:p>
                  </a:txBody>
                  <a:tcPr marL="68580" marR="68580" marT="34290" marB="34290" anchor="ctr">
                    <a:lnL w="12700" cmpd="sng">
                      <a:solidFill>
                        <a:srgbClr val="FFFFFF"/>
                      </a:solidFill>
                    </a:lnL>
                    <a:lnR w="12700" cmpd="sng">
                      <a:solidFill>
                        <a:srgbClr val="FFFFFF"/>
                      </a:solidFill>
                    </a:lnR>
                    <a:lnT w="12700" cmpd="sng">
                      <a:solidFill>
                        <a:srgbClr val="FFFFFF"/>
                      </a:solidFill>
                    </a:lnT>
                    <a:lnB w="38100" cmpd="sng">
                      <a:solidFill>
                        <a:srgbClr val="FFFFFF"/>
                      </a:solidFill>
                    </a:lnB>
                    <a:lnTlToBr w="12700" cmpd="sng">
                      <a:noFill/>
                      <a:prstDash val="solid"/>
                    </a:lnTlToBr>
                    <a:lnBlToTr w="12700" cmpd="sng">
                      <a:noFill/>
                      <a:prstDash val="solid"/>
                    </a:lnBlToTr>
                    <a:solidFill>
                      <a:srgbClr val="004C69"/>
                    </a:solidFill>
                  </a:tcPr>
                </a:tc>
                <a:tc>
                  <a:txBody>
                    <a:bodyPr/>
                    <a:lstStyle>
                      <a:lvl1pPr marL="0" algn="l" defTabSz="914400" rtl="0" eaLnBrk="1" latinLnBrk="0" hangingPunct="1">
                        <a:defRPr sz="1800" b="1" kern="1200">
                          <a:solidFill>
                            <a:schemeClr val="lt1"/>
                          </a:solidFill>
                          <a:latin typeface="Arial"/>
                        </a:defRPr>
                      </a:lvl1pPr>
                      <a:lvl2pPr marL="457200" algn="l" defTabSz="914400" rtl="0" eaLnBrk="1" latinLnBrk="0" hangingPunct="1">
                        <a:defRPr sz="1800" b="1" kern="1200">
                          <a:solidFill>
                            <a:schemeClr val="lt1"/>
                          </a:solidFill>
                          <a:latin typeface="Arial"/>
                        </a:defRPr>
                      </a:lvl2pPr>
                      <a:lvl3pPr marL="914400" algn="l" defTabSz="914400" rtl="0" eaLnBrk="1" latinLnBrk="0" hangingPunct="1">
                        <a:defRPr sz="1800" b="1" kern="1200">
                          <a:solidFill>
                            <a:schemeClr val="lt1"/>
                          </a:solidFill>
                          <a:latin typeface="Arial"/>
                        </a:defRPr>
                      </a:lvl3pPr>
                      <a:lvl4pPr marL="1371600" algn="l" defTabSz="914400" rtl="0" eaLnBrk="1" latinLnBrk="0" hangingPunct="1">
                        <a:defRPr sz="1800" b="1" kern="1200">
                          <a:solidFill>
                            <a:schemeClr val="lt1"/>
                          </a:solidFill>
                          <a:latin typeface="Arial"/>
                        </a:defRPr>
                      </a:lvl4pPr>
                      <a:lvl5pPr marL="1828800" algn="l" defTabSz="914400" rtl="0" eaLnBrk="1" latinLnBrk="0" hangingPunct="1">
                        <a:defRPr sz="1800" b="1" kern="1200">
                          <a:solidFill>
                            <a:schemeClr val="lt1"/>
                          </a:solidFill>
                          <a:latin typeface="Arial"/>
                        </a:defRPr>
                      </a:lvl5pPr>
                      <a:lvl6pPr marL="2286000" algn="l" defTabSz="914400" rtl="0" eaLnBrk="1" latinLnBrk="0" hangingPunct="1">
                        <a:defRPr sz="1800" b="1" kern="1200">
                          <a:solidFill>
                            <a:schemeClr val="lt1"/>
                          </a:solidFill>
                          <a:latin typeface="Arial"/>
                        </a:defRPr>
                      </a:lvl6pPr>
                      <a:lvl7pPr marL="2743200" algn="l" defTabSz="914400" rtl="0" eaLnBrk="1" latinLnBrk="0" hangingPunct="1">
                        <a:defRPr sz="1800" b="1" kern="1200">
                          <a:solidFill>
                            <a:schemeClr val="lt1"/>
                          </a:solidFill>
                          <a:latin typeface="Arial"/>
                        </a:defRPr>
                      </a:lvl7pPr>
                      <a:lvl8pPr marL="3200400" algn="l" defTabSz="914400" rtl="0" eaLnBrk="1" latinLnBrk="0" hangingPunct="1">
                        <a:defRPr sz="1800" b="1" kern="1200">
                          <a:solidFill>
                            <a:schemeClr val="lt1"/>
                          </a:solidFill>
                          <a:latin typeface="Arial"/>
                        </a:defRPr>
                      </a:lvl8pPr>
                      <a:lvl9pPr marL="3657600" algn="l" defTabSz="914400" rtl="0" eaLnBrk="1" latinLnBrk="0" hangingPunct="1">
                        <a:defRPr sz="1800" b="1" kern="1200">
                          <a:solidFill>
                            <a:schemeClr val="lt1"/>
                          </a:solidFill>
                          <a:latin typeface="Arial"/>
                        </a:defRPr>
                      </a:lvl9pPr>
                    </a:lstStyle>
                    <a:p>
                      <a:pPr marL="0" marR="0" lvl="0" indent="0" algn="l" defTabSz="685777" rtl="0" eaLnBrk="1" fontAlgn="auto" latinLnBrk="0" hangingPunct="1">
                        <a:lnSpc>
                          <a:spcPct val="100000"/>
                        </a:lnSpc>
                        <a:spcBef>
                          <a:spcPts val="0"/>
                        </a:spcBef>
                        <a:spcAft>
                          <a:spcPts val="0"/>
                        </a:spcAft>
                        <a:buClrTx/>
                        <a:buSzTx/>
                        <a:buFontTx/>
                        <a:buNone/>
                        <a:tabLst/>
                        <a:defRPr/>
                      </a:pPr>
                      <a:r>
                        <a:rPr lang="en-US" sz="1200" dirty="0"/>
                        <a:t>Activity Type</a:t>
                      </a:r>
                    </a:p>
                  </a:txBody>
                  <a:tcPr marL="68580" marR="68580" marT="34290" marB="34290" anchor="ctr">
                    <a:lnL w="12700" cmpd="sng">
                      <a:solidFill>
                        <a:srgbClr val="FFFFFF"/>
                      </a:solidFill>
                    </a:lnL>
                    <a:lnR w="12700" cmpd="sng">
                      <a:solidFill>
                        <a:srgbClr val="FFFFFF"/>
                      </a:solidFill>
                    </a:lnR>
                    <a:lnT w="12700" cmpd="sng">
                      <a:solidFill>
                        <a:srgbClr val="FFFFFF"/>
                      </a:solidFill>
                    </a:lnT>
                    <a:lnB w="38100" cmpd="sng">
                      <a:solidFill>
                        <a:srgbClr val="FFFFFF"/>
                      </a:solidFill>
                    </a:lnB>
                    <a:lnTlToBr w="12700" cmpd="sng">
                      <a:noFill/>
                      <a:prstDash val="solid"/>
                    </a:lnTlToBr>
                    <a:lnBlToTr w="12700" cmpd="sng">
                      <a:noFill/>
                      <a:prstDash val="solid"/>
                    </a:lnBlToTr>
                    <a:solidFill>
                      <a:srgbClr val="004C69"/>
                    </a:solidFill>
                  </a:tcPr>
                </a:tc>
                <a:tc>
                  <a:txBody>
                    <a:bodyPr/>
                    <a:lstStyle>
                      <a:lvl1pPr marL="0" algn="l" defTabSz="914400" rtl="0" eaLnBrk="1" latinLnBrk="0" hangingPunct="1">
                        <a:defRPr sz="1800" b="1" kern="1200">
                          <a:solidFill>
                            <a:schemeClr val="lt1"/>
                          </a:solidFill>
                          <a:latin typeface="Arial"/>
                        </a:defRPr>
                      </a:lvl1pPr>
                      <a:lvl2pPr marL="457200" algn="l" defTabSz="914400" rtl="0" eaLnBrk="1" latinLnBrk="0" hangingPunct="1">
                        <a:defRPr sz="1800" b="1" kern="1200">
                          <a:solidFill>
                            <a:schemeClr val="lt1"/>
                          </a:solidFill>
                          <a:latin typeface="Arial"/>
                        </a:defRPr>
                      </a:lvl2pPr>
                      <a:lvl3pPr marL="914400" algn="l" defTabSz="914400" rtl="0" eaLnBrk="1" latinLnBrk="0" hangingPunct="1">
                        <a:defRPr sz="1800" b="1" kern="1200">
                          <a:solidFill>
                            <a:schemeClr val="lt1"/>
                          </a:solidFill>
                          <a:latin typeface="Arial"/>
                        </a:defRPr>
                      </a:lvl3pPr>
                      <a:lvl4pPr marL="1371600" algn="l" defTabSz="914400" rtl="0" eaLnBrk="1" latinLnBrk="0" hangingPunct="1">
                        <a:defRPr sz="1800" b="1" kern="1200">
                          <a:solidFill>
                            <a:schemeClr val="lt1"/>
                          </a:solidFill>
                          <a:latin typeface="Arial"/>
                        </a:defRPr>
                      </a:lvl4pPr>
                      <a:lvl5pPr marL="1828800" algn="l" defTabSz="914400" rtl="0" eaLnBrk="1" latinLnBrk="0" hangingPunct="1">
                        <a:defRPr sz="1800" b="1" kern="1200">
                          <a:solidFill>
                            <a:schemeClr val="lt1"/>
                          </a:solidFill>
                          <a:latin typeface="Arial"/>
                        </a:defRPr>
                      </a:lvl5pPr>
                      <a:lvl6pPr marL="2286000" algn="l" defTabSz="914400" rtl="0" eaLnBrk="1" latinLnBrk="0" hangingPunct="1">
                        <a:defRPr sz="1800" b="1" kern="1200">
                          <a:solidFill>
                            <a:schemeClr val="lt1"/>
                          </a:solidFill>
                          <a:latin typeface="Arial"/>
                        </a:defRPr>
                      </a:lvl6pPr>
                      <a:lvl7pPr marL="2743200" algn="l" defTabSz="914400" rtl="0" eaLnBrk="1" latinLnBrk="0" hangingPunct="1">
                        <a:defRPr sz="1800" b="1" kern="1200">
                          <a:solidFill>
                            <a:schemeClr val="lt1"/>
                          </a:solidFill>
                          <a:latin typeface="Arial"/>
                        </a:defRPr>
                      </a:lvl7pPr>
                      <a:lvl8pPr marL="3200400" algn="l" defTabSz="914400" rtl="0" eaLnBrk="1" latinLnBrk="0" hangingPunct="1">
                        <a:defRPr sz="1800" b="1" kern="1200">
                          <a:solidFill>
                            <a:schemeClr val="lt1"/>
                          </a:solidFill>
                          <a:latin typeface="Arial"/>
                        </a:defRPr>
                      </a:lvl8pPr>
                      <a:lvl9pPr marL="3657600" algn="l" defTabSz="914400" rtl="0" eaLnBrk="1" latinLnBrk="0" hangingPunct="1">
                        <a:defRPr sz="1800" b="1" kern="1200">
                          <a:solidFill>
                            <a:schemeClr val="lt1"/>
                          </a:solidFill>
                          <a:latin typeface="Arial"/>
                        </a:defRPr>
                      </a:lvl9pPr>
                    </a:lstStyle>
                    <a:p>
                      <a:r>
                        <a:rPr lang="en-US" sz="1200" dirty="0"/>
                        <a:t>Activity Name</a:t>
                      </a:r>
                    </a:p>
                  </a:txBody>
                  <a:tcPr marL="68580" marR="68580" marT="34290" marB="34290" anchor="ctr">
                    <a:lnL w="12700" cmpd="sng">
                      <a:solidFill>
                        <a:srgbClr val="FFFFFF"/>
                      </a:solidFill>
                    </a:lnL>
                    <a:lnR w="12700" cmpd="sng">
                      <a:solidFill>
                        <a:srgbClr val="FFFFFF"/>
                      </a:solidFill>
                    </a:lnR>
                    <a:lnT w="12700" cmpd="sng">
                      <a:solidFill>
                        <a:srgbClr val="FFFFFF"/>
                      </a:solidFill>
                    </a:lnT>
                    <a:lnB w="38100" cmpd="sng">
                      <a:solidFill>
                        <a:srgbClr val="FFFFFF"/>
                      </a:solidFill>
                    </a:lnB>
                    <a:lnTlToBr w="12700" cmpd="sng">
                      <a:noFill/>
                      <a:prstDash val="solid"/>
                    </a:lnTlToBr>
                    <a:lnBlToTr w="12700" cmpd="sng">
                      <a:noFill/>
                      <a:prstDash val="solid"/>
                    </a:lnBlToTr>
                    <a:solidFill>
                      <a:srgbClr val="004C69"/>
                    </a:solidFill>
                  </a:tcPr>
                </a:tc>
                <a:tc>
                  <a:txBody>
                    <a:bodyPr/>
                    <a:lstStyle>
                      <a:lvl1pPr marL="0" algn="l" defTabSz="914400" rtl="0" eaLnBrk="1" latinLnBrk="0" hangingPunct="1">
                        <a:defRPr sz="1800" b="1" kern="1200">
                          <a:solidFill>
                            <a:schemeClr val="lt1"/>
                          </a:solidFill>
                          <a:latin typeface="Arial"/>
                        </a:defRPr>
                      </a:lvl1pPr>
                      <a:lvl2pPr marL="457200" algn="l" defTabSz="914400" rtl="0" eaLnBrk="1" latinLnBrk="0" hangingPunct="1">
                        <a:defRPr sz="1800" b="1" kern="1200">
                          <a:solidFill>
                            <a:schemeClr val="lt1"/>
                          </a:solidFill>
                          <a:latin typeface="Arial"/>
                        </a:defRPr>
                      </a:lvl2pPr>
                      <a:lvl3pPr marL="914400" algn="l" defTabSz="914400" rtl="0" eaLnBrk="1" latinLnBrk="0" hangingPunct="1">
                        <a:defRPr sz="1800" b="1" kern="1200">
                          <a:solidFill>
                            <a:schemeClr val="lt1"/>
                          </a:solidFill>
                          <a:latin typeface="Arial"/>
                        </a:defRPr>
                      </a:lvl3pPr>
                      <a:lvl4pPr marL="1371600" algn="l" defTabSz="914400" rtl="0" eaLnBrk="1" latinLnBrk="0" hangingPunct="1">
                        <a:defRPr sz="1800" b="1" kern="1200">
                          <a:solidFill>
                            <a:schemeClr val="lt1"/>
                          </a:solidFill>
                          <a:latin typeface="Arial"/>
                        </a:defRPr>
                      </a:lvl4pPr>
                      <a:lvl5pPr marL="1828800" algn="l" defTabSz="914400" rtl="0" eaLnBrk="1" latinLnBrk="0" hangingPunct="1">
                        <a:defRPr sz="1800" b="1" kern="1200">
                          <a:solidFill>
                            <a:schemeClr val="lt1"/>
                          </a:solidFill>
                          <a:latin typeface="Arial"/>
                        </a:defRPr>
                      </a:lvl5pPr>
                      <a:lvl6pPr marL="2286000" algn="l" defTabSz="914400" rtl="0" eaLnBrk="1" latinLnBrk="0" hangingPunct="1">
                        <a:defRPr sz="1800" b="1" kern="1200">
                          <a:solidFill>
                            <a:schemeClr val="lt1"/>
                          </a:solidFill>
                          <a:latin typeface="Arial"/>
                        </a:defRPr>
                      </a:lvl6pPr>
                      <a:lvl7pPr marL="2743200" algn="l" defTabSz="914400" rtl="0" eaLnBrk="1" latinLnBrk="0" hangingPunct="1">
                        <a:defRPr sz="1800" b="1" kern="1200">
                          <a:solidFill>
                            <a:schemeClr val="lt1"/>
                          </a:solidFill>
                          <a:latin typeface="Arial"/>
                        </a:defRPr>
                      </a:lvl7pPr>
                      <a:lvl8pPr marL="3200400" algn="l" defTabSz="914400" rtl="0" eaLnBrk="1" latinLnBrk="0" hangingPunct="1">
                        <a:defRPr sz="1800" b="1" kern="1200">
                          <a:solidFill>
                            <a:schemeClr val="lt1"/>
                          </a:solidFill>
                          <a:latin typeface="Arial"/>
                        </a:defRPr>
                      </a:lvl8pPr>
                      <a:lvl9pPr marL="3657600" algn="l" defTabSz="914400" rtl="0" eaLnBrk="1" latinLnBrk="0" hangingPunct="1">
                        <a:defRPr sz="1800" b="1" kern="1200">
                          <a:solidFill>
                            <a:schemeClr val="lt1"/>
                          </a:solidFill>
                          <a:latin typeface="Arial"/>
                        </a:defRPr>
                      </a:lvl9pPr>
                    </a:lstStyle>
                    <a:p>
                      <a:r>
                        <a:rPr lang="en-US" sz="1200" dirty="0"/>
                        <a:t>Optional?</a:t>
                      </a:r>
                    </a:p>
                  </a:txBody>
                  <a:tcPr marL="68580" marR="68580" marT="34290" marB="34290" anchor="ctr">
                    <a:lnL w="12700" cmpd="sng">
                      <a:solidFill>
                        <a:srgbClr val="FFFFFF"/>
                      </a:solidFill>
                    </a:lnL>
                    <a:lnR w="12700" cmpd="sng">
                      <a:solidFill>
                        <a:srgbClr val="FFFFFF"/>
                      </a:solidFill>
                    </a:lnR>
                    <a:lnT w="12700" cmpd="sng">
                      <a:solidFill>
                        <a:srgbClr val="FFFFFF"/>
                      </a:solidFill>
                    </a:lnT>
                    <a:lnB w="38100" cmpd="sng">
                      <a:solidFill>
                        <a:srgbClr val="FFFFFF"/>
                      </a:solidFill>
                    </a:lnB>
                    <a:lnTlToBr w="12700" cmpd="sng">
                      <a:noFill/>
                      <a:prstDash val="solid"/>
                    </a:lnTlToBr>
                    <a:lnBlToTr w="12700" cmpd="sng">
                      <a:noFill/>
                      <a:prstDash val="solid"/>
                    </a:lnBlToTr>
                    <a:solidFill>
                      <a:srgbClr val="004C69"/>
                    </a:solidFill>
                  </a:tcPr>
                </a:tc>
                <a:extLst>
                  <a:ext uri="{0D108BD9-81ED-4DB2-BD59-A6C34878D82A}">
                    <a16:rowId xmlns:a16="http://schemas.microsoft.com/office/drawing/2014/main" val="10000"/>
                  </a:ext>
                </a:extLst>
              </a:tr>
              <a:tr h="350784">
                <a:tc>
                  <a:txBody>
                    <a:bodyPr/>
                    <a:lstStyle>
                      <a:lvl1pPr marL="0" algn="l" defTabSz="914400" rtl="0" eaLnBrk="1" latinLnBrk="0" hangingPunct="1">
                        <a:defRPr sz="1800" kern="1200">
                          <a:solidFill>
                            <a:schemeClr val="dk1"/>
                          </a:solidFill>
                          <a:latin typeface="Arial"/>
                        </a:defRPr>
                      </a:lvl1pPr>
                      <a:lvl2pPr marL="457200" algn="l" defTabSz="914400" rtl="0" eaLnBrk="1" latinLnBrk="0" hangingPunct="1">
                        <a:defRPr sz="1800" kern="1200">
                          <a:solidFill>
                            <a:schemeClr val="dk1"/>
                          </a:solidFill>
                          <a:latin typeface="Arial"/>
                        </a:defRPr>
                      </a:lvl2pPr>
                      <a:lvl3pPr marL="914400" algn="l" defTabSz="914400" rtl="0" eaLnBrk="1" latinLnBrk="0" hangingPunct="1">
                        <a:defRPr sz="1800" kern="1200">
                          <a:solidFill>
                            <a:schemeClr val="dk1"/>
                          </a:solidFill>
                          <a:latin typeface="Arial"/>
                        </a:defRPr>
                      </a:lvl3pPr>
                      <a:lvl4pPr marL="1371600" algn="l" defTabSz="914400" rtl="0" eaLnBrk="1" latinLnBrk="0" hangingPunct="1">
                        <a:defRPr sz="1800" kern="1200">
                          <a:solidFill>
                            <a:schemeClr val="dk1"/>
                          </a:solidFill>
                          <a:latin typeface="Arial"/>
                        </a:defRPr>
                      </a:lvl4pPr>
                      <a:lvl5pPr marL="1828800" algn="l" defTabSz="914400" rtl="0" eaLnBrk="1" latinLnBrk="0" hangingPunct="1">
                        <a:defRPr sz="1800" kern="1200">
                          <a:solidFill>
                            <a:schemeClr val="dk1"/>
                          </a:solidFill>
                          <a:latin typeface="Arial"/>
                        </a:defRPr>
                      </a:lvl5pPr>
                      <a:lvl6pPr marL="2286000" algn="l" defTabSz="914400" rtl="0" eaLnBrk="1" latinLnBrk="0" hangingPunct="1">
                        <a:defRPr sz="1800" kern="1200">
                          <a:solidFill>
                            <a:schemeClr val="dk1"/>
                          </a:solidFill>
                          <a:latin typeface="Arial"/>
                        </a:defRPr>
                      </a:lvl6pPr>
                      <a:lvl7pPr marL="2743200" algn="l" defTabSz="914400" rtl="0" eaLnBrk="1" latinLnBrk="0" hangingPunct="1">
                        <a:defRPr sz="1800" kern="1200">
                          <a:solidFill>
                            <a:schemeClr val="dk1"/>
                          </a:solidFill>
                          <a:latin typeface="Arial"/>
                        </a:defRPr>
                      </a:lvl7pPr>
                      <a:lvl8pPr marL="3200400" algn="l" defTabSz="914400" rtl="0" eaLnBrk="1" latinLnBrk="0" hangingPunct="1">
                        <a:defRPr sz="1800" kern="1200">
                          <a:solidFill>
                            <a:schemeClr val="dk1"/>
                          </a:solidFill>
                          <a:latin typeface="Arial"/>
                        </a:defRPr>
                      </a:lvl8pPr>
                      <a:lvl9pPr marL="3657600" algn="l" defTabSz="914400" rtl="0" eaLnBrk="1" latinLnBrk="0" hangingPunct="1">
                        <a:defRPr sz="1800" kern="1200">
                          <a:solidFill>
                            <a:schemeClr val="dk1"/>
                          </a:solidFill>
                          <a:latin typeface="Arial"/>
                        </a:defRPr>
                      </a:lvl9pPr>
                    </a:lstStyle>
                    <a:p>
                      <a:pPr algn="ctr"/>
                      <a:r>
                        <a:rPr lang="en-US" sz="1100" dirty="0"/>
                        <a:t>7.1.6</a:t>
                      </a:r>
                    </a:p>
                  </a:txBody>
                  <a:tcPr marL="68580" marR="68580" marT="34290" marB="34290" anchor="ctr">
                    <a:lnL w="12700" cmpd="sng">
                      <a:solidFill>
                        <a:srgbClr val="FFFFFF"/>
                      </a:solidFill>
                    </a:lnL>
                    <a:lnR w="12700" cmpd="sng">
                      <a:solidFill>
                        <a:srgbClr val="FFFFFF"/>
                      </a:solidFill>
                    </a:lnR>
                    <a:lnT w="38100" cmpd="sng">
                      <a:solidFill>
                        <a:srgbClr val="FFFFFF"/>
                      </a:solidFill>
                    </a:lnT>
                    <a:lnB w="12700" cmpd="sng">
                      <a:solidFill>
                        <a:srgbClr val="FFFFFF"/>
                      </a:solidFill>
                    </a:lnB>
                    <a:lnTlToBr w="12700" cmpd="sng">
                      <a:noFill/>
                      <a:prstDash val="solid"/>
                    </a:lnTlToBr>
                    <a:lnBlToTr w="12700" cmpd="sng">
                      <a:noFill/>
                      <a:prstDash val="solid"/>
                    </a:lnBlToTr>
                    <a:solidFill>
                      <a:srgbClr val="004C69">
                        <a:tint val="40000"/>
                      </a:srgbClr>
                    </a:solidFill>
                  </a:tcPr>
                </a:tc>
                <a:tc>
                  <a:txBody>
                    <a:bodyPr/>
                    <a:lstStyle>
                      <a:lvl1pPr marL="0" algn="l" defTabSz="914400" rtl="0" eaLnBrk="1" latinLnBrk="0" hangingPunct="1">
                        <a:defRPr sz="1800" kern="1200">
                          <a:solidFill>
                            <a:schemeClr val="dk1"/>
                          </a:solidFill>
                          <a:latin typeface="Arial"/>
                        </a:defRPr>
                      </a:lvl1pPr>
                      <a:lvl2pPr marL="457200" algn="l" defTabSz="914400" rtl="0" eaLnBrk="1" latinLnBrk="0" hangingPunct="1">
                        <a:defRPr sz="1800" kern="1200">
                          <a:solidFill>
                            <a:schemeClr val="dk1"/>
                          </a:solidFill>
                          <a:latin typeface="Arial"/>
                        </a:defRPr>
                      </a:lvl2pPr>
                      <a:lvl3pPr marL="914400" algn="l" defTabSz="914400" rtl="0" eaLnBrk="1" latinLnBrk="0" hangingPunct="1">
                        <a:defRPr sz="1800" kern="1200">
                          <a:solidFill>
                            <a:schemeClr val="dk1"/>
                          </a:solidFill>
                          <a:latin typeface="Arial"/>
                        </a:defRPr>
                      </a:lvl3pPr>
                      <a:lvl4pPr marL="1371600" algn="l" defTabSz="914400" rtl="0" eaLnBrk="1" latinLnBrk="0" hangingPunct="1">
                        <a:defRPr sz="1800" kern="1200">
                          <a:solidFill>
                            <a:schemeClr val="dk1"/>
                          </a:solidFill>
                          <a:latin typeface="Arial"/>
                        </a:defRPr>
                      </a:lvl4pPr>
                      <a:lvl5pPr marL="1828800" algn="l" defTabSz="914400" rtl="0" eaLnBrk="1" latinLnBrk="0" hangingPunct="1">
                        <a:defRPr sz="1800" kern="1200">
                          <a:solidFill>
                            <a:schemeClr val="dk1"/>
                          </a:solidFill>
                          <a:latin typeface="Arial"/>
                        </a:defRPr>
                      </a:lvl5pPr>
                      <a:lvl6pPr marL="2286000" algn="l" defTabSz="914400" rtl="0" eaLnBrk="1" latinLnBrk="0" hangingPunct="1">
                        <a:defRPr sz="1800" kern="1200">
                          <a:solidFill>
                            <a:schemeClr val="dk1"/>
                          </a:solidFill>
                          <a:latin typeface="Arial"/>
                        </a:defRPr>
                      </a:lvl6pPr>
                      <a:lvl7pPr marL="2743200" algn="l" defTabSz="914400" rtl="0" eaLnBrk="1" latinLnBrk="0" hangingPunct="1">
                        <a:defRPr sz="1800" kern="1200">
                          <a:solidFill>
                            <a:schemeClr val="dk1"/>
                          </a:solidFill>
                          <a:latin typeface="Arial"/>
                        </a:defRPr>
                      </a:lvl7pPr>
                      <a:lvl8pPr marL="3200400" algn="l" defTabSz="914400" rtl="0" eaLnBrk="1" latinLnBrk="0" hangingPunct="1">
                        <a:defRPr sz="1800" kern="1200">
                          <a:solidFill>
                            <a:schemeClr val="dk1"/>
                          </a:solidFill>
                          <a:latin typeface="Arial"/>
                        </a:defRPr>
                      </a:lvl8pPr>
                      <a:lvl9pPr marL="3657600" algn="l" defTabSz="914400" rtl="0" eaLnBrk="1" latinLnBrk="0" hangingPunct="1">
                        <a:defRPr sz="1800" kern="1200">
                          <a:solidFill>
                            <a:schemeClr val="dk1"/>
                          </a:solidFill>
                          <a:latin typeface="Arial"/>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100" dirty="0"/>
                        <a:t>Check Your Understanding</a:t>
                      </a:r>
                    </a:p>
                  </a:txBody>
                  <a:tcPr marL="68580" marR="68580" marT="34290" marB="34290" anchor="ctr">
                    <a:lnL w="12700" cmpd="sng">
                      <a:solidFill>
                        <a:srgbClr val="FFFFFF"/>
                      </a:solidFill>
                    </a:lnL>
                    <a:lnR w="12700" cmpd="sng">
                      <a:solidFill>
                        <a:srgbClr val="FFFFFF"/>
                      </a:solidFill>
                    </a:lnR>
                    <a:lnT w="38100" cmpd="sng">
                      <a:solidFill>
                        <a:srgbClr val="FFFFFF"/>
                      </a:solidFill>
                    </a:lnT>
                    <a:lnB w="12700" cmpd="sng">
                      <a:solidFill>
                        <a:srgbClr val="FFFFFF"/>
                      </a:solidFill>
                    </a:lnB>
                    <a:lnTlToBr w="12700" cmpd="sng">
                      <a:noFill/>
                      <a:prstDash val="solid"/>
                    </a:lnTlToBr>
                    <a:lnBlToTr w="12700" cmpd="sng">
                      <a:noFill/>
                      <a:prstDash val="solid"/>
                    </a:lnBlToTr>
                    <a:solidFill>
                      <a:srgbClr val="004C69">
                        <a:tint val="40000"/>
                      </a:srgbClr>
                    </a:solidFill>
                  </a:tcPr>
                </a:tc>
                <a:tc>
                  <a:txBody>
                    <a:bodyPr/>
                    <a:lstStyle>
                      <a:lvl1pPr marL="0" algn="l" defTabSz="914400" rtl="0" eaLnBrk="1" latinLnBrk="0" hangingPunct="1">
                        <a:defRPr sz="1800" kern="1200">
                          <a:solidFill>
                            <a:schemeClr val="dk1"/>
                          </a:solidFill>
                          <a:latin typeface="Arial"/>
                        </a:defRPr>
                      </a:lvl1pPr>
                      <a:lvl2pPr marL="457200" algn="l" defTabSz="914400" rtl="0" eaLnBrk="1" latinLnBrk="0" hangingPunct="1">
                        <a:defRPr sz="1800" kern="1200">
                          <a:solidFill>
                            <a:schemeClr val="dk1"/>
                          </a:solidFill>
                          <a:latin typeface="Arial"/>
                        </a:defRPr>
                      </a:lvl2pPr>
                      <a:lvl3pPr marL="914400" algn="l" defTabSz="914400" rtl="0" eaLnBrk="1" latinLnBrk="0" hangingPunct="1">
                        <a:defRPr sz="1800" kern="1200">
                          <a:solidFill>
                            <a:schemeClr val="dk1"/>
                          </a:solidFill>
                          <a:latin typeface="Arial"/>
                        </a:defRPr>
                      </a:lvl3pPr>
                      <a:lvl4pPr marL="1371600" algn="l" defTabSz="914400" rtl="0" eaLnBrk="1" latinLnBrk="0" hangingPunct="1">
                        <a:defRPr sz="1800" kern="1200">
                          <a:solidFill>
                            <a:schemeClr val="dk1"/>
                          </a:solidFill>
                          <a:latin typeface="Arial"/>
                        </a:defRPr>
                      </a:lvl4pPr>
                      <a:lvl5pPr marL="1828800" algn="l" defTabSz="914400" rtl="0" eaLnBrk="1" latinLnBrk="0" hangingPunct="1">
                        <a:defRPr sz="1800" kern="1200">
                          <a:solidFill>
                            <a:schemeClr val="dk1"/>
                          </a:solidFill>
                          <a:latin typeface="Arial"/>
                        </a:defRPr>
                      </a:lvl5pPr>
                      <a:lvl6pPr marL="2286000" algn="l" defTabSz="914400" rtl="0" eaLnBrk="1" latinLnBrk="0" hangingPunct="1">
                        <a:defRPr sz="1800" kern="1200">
                          <a:solidFill>
                            <a:schemeClr val="dk1"/>
                          </a:solidFill>
                          <a:latin typeface="Arial"/>
                        </a:defRPr>
                      </a:lvl6pPr>
                      <a:lvl7pPr marL="2743200" algn="l" defTabSz="914400" rtl="0" eaLnBrk="1" latinLnBrk="0" hangingPunct="1">
                        <a:defRPr sz="1800" kern="1200">
                          <a:solidFill>
                            <a:schemeClr val="dk1"/>
                          </a:solidFill>
                          <a:latin typeface="Arial"/>
                        </a:defRPr>
                      </a:lvl7pPr>
                      <a:lvl8pPr marL="3200400" algn="l" defTabSz="914400" rtl="0" eaLnBrk="1" latinLnBrk="0" hangingPunct="1">
                        <a:defRPr sz="1800" kern="1200">
                          <a:solidFill>
                            <a:schemeClr val="dk1"/>
                          </a:solidFill>
                          <a:latin typeface="Arial"/>
                        </a:defRPr>
                      </a:lvl8pPr>
                      <a:lvl9pPr marL="3657600" algn="l" defTabSz="914400" rtl="0" eaLnBrk="1" latinLnBrk="0" hangingPunct="1">
                        <a:defRPr sz="1800" kern="1200">
                          <a:solidFill>
                            <a:schemeClr val="dk1"/>
                          </a:solidFill>
                          <a:latin typeface="Arial"/>
                        </a:defRPr>
                      </a:lvl9pPr>
                    </a:lstStyle>
                    <a:p>
                      <a:r>
                        <a:rPr lang="en-US" sz="1100" dirty="0"/>
                        <a:t>Identify the Characteristics of AAA</a:t>
                      </a:r>
                    </a:p>
                  </a:txBody>
                  <a:tcPr marL="68580" marR="68580" marT="34290" marB="34290" anchor="ctr">
                    <a:lnL w="12700" cmpd="sng">
                      <a:solidFill>
                        <a:srgbClr val="FFFFFF"/>
                      </a:solidFill>
                    </a:lnL>
                    <a:lnR w="12700" cmpd="sng">
                      <a:solidFill>
                        <a:srgbClr val="FFFFFF"/>
                      </a:solidFill>
                    </a:lnR>
                    <a:lnT w="38100" cmpd="sng">
                      <a:solidFill>
                        <a:srgbClr val="FFFFFF"/>
                      </a:solidFill>
                    </a:lnT>
                    <a:lnB w="12700" cmpd="sng">
                      <a:solidFill>
                        <a:srgbClr val="FFFFFF"/>
                      </a:solidFill>
                    </a:lnB>
                    <a:lnTlToBr w="12700" cmpd="sng">
                      <a:noFill/>
                      <a:prstDash val="solid"/>
                    </a:lnTlToBr>
                    <a:lnBlToTr w="12700" cmpd="sng">
                      <a:noFill/>
                      <a:prstDash val="solid"/>
                    </a:lnBlToTr>
                    <a:solidFill>
                      <a:srgbClr val="004C69">
                        <a:tint val="40000"/>
                      </a:srgbClr>
                    </a:solidFill>
                  </a:tcPr>
                </a:tc>
                <a:tc>
                  <a:txBody>
                    <a:bodyPr/>
                    <a:lstStyle>
                      <a:lvl1pPr marL="0" algn="l" defTabSz="914400" rtl="0" eaLnBrk="1" latinLnBrk="0" hangingPunct="1">
                        <a:defRPr sz="1800" kern="1200">
                          <a:solidFill>
                            <a:schemeClr val="dk1"/>
                          </a:solidFill>
                          <a:latin typeface="Arial"/>
                        </a:defRPr>
                      </a:lvl1pPr>
                      <a:lvl2pPr marL="457200" algn="l" defTabSz="914400" rtl="0" eaLnBrk="1" latinLnBrk="0" hangingPunct="1">
                        <a:defRPr sz="1800" kern="1200">
                          <a:solidFill>
                            <a:schemeClr val="dk1"/>
                          </a:solidFill>
                          <a:latin typeface="Arial"/>
                        </a:defRPr>
                      </a:lvl2pPr>
                      <a:lvl3pPr marL="914400" algn="l" defTabSz="914400" rtl="0" eaLnBrk="1" latinLnBrk="0" hangingPunct="1">
                        <a:defRPr sz="1800" kern="1200">
                          <a:solidFill>
                            <a:schemeClr val="dk1"/>
                          </a:solidFill>
                          <a:latin typeface="Arial"/>
                        </a:defRPr>
                      </a:lvl3pPr>
                      <a:lvl4pPr marL="1371600" algn="l" defTabSz="914400" rtl="0" eaLnBrk="1" latinLnBrk="0" hangingPunct="1">
                        <a:defRPr sz="1800" kern="1200">
                          <a:solidFill>
                            <a:schemeClr val="dk1"/>
                          </a:solidFill>
                          <a:latin typeface="Arial"/>
                        </a:defRPr>
                      </a:lvl4pPr>
                      <a:lvl5pPr marL="1828800" algn="l" defTabSz="914400" rtl="0" eaLnBrk="1" latinLnBrk="0" hangingPunct="1">
                        <a:defRPr sz="1800" kern="1200">
                          <a:solidFill>
                            <a:schemeClr val="dk1"/>
                          </a:solidFill>
                          <a:latin typeface="Arial"/>
                        </a:defRPr>
                      </a:lvl5pPr>
                      <a:lvl6pPr marL="2286000" algn="l" defTabSz="914400" rtl="0" eaLnBrk="1" latinLnBrk="0" hangingPunct="1">
                        <a:defRPr sz="1800" kern="1200">
                          <a:solidFill>
                            <a:schemeClr val="dk1"/>
                          </a:solidFill>
                          <a:latin typeface="Arial"/>
                        </a:defRPr>
                      </a:lvl6pPr>
                      <a:lvl7pPr marL="2743200" algn="l" defTabSz="914400" rtl="0" eaLnBrk="1" latinLnBrk="0" hangingPunct="1">
                        <a:defRPr sz="1800" kern="1200">
                          <a:solidFill>
                            <a:schemeClr val="dk1"/>
                          </a:solidFill>
                          <a:latin typeface="Arial"/>
                        </a:defRPr>
                      </a:lvl7pPr>
                      <a:lvl8pPr marL="3200400" algn="l" defTabSz="914400" rtl="0" eaLnBrk="1" latinLnBrk="0" hangingPunct="1">
                        <a:defRPr sz="1800" kern="1200">
                          <a:solidFill>
                            <a:schemeClr val="dk1"/>
                          </a:solidFill>
                          <a:latin typeface="Arial"/>
                        </a:defRPr>
                      </a:lvl8pPr>
                      <a:lvl9pPr marL="3657600" algn="l" defTabSz="914400" rtl="0" eaLnBrk="1" latinLnBrk="0" hangingPunct="1">
                        <a:defRPr sz="1800" kern="1200">
                          <a:solidFill>
                            <a:schemeClr val="dk1"/>
                          </a:solidFill>
                          <a:latin typeface="Arial"/>
                        </a:defRPr>
                      </a:lvl9pPr>
                    </a:lstStyle>
                    <a:p>
                      <a:r>
                        <a:rPr lang="en-US" sz="1100" dirty="0"/>
                        <a:t>Recommended</a:t>
                      </a:r>
                      <a:endParaRPr lang="en-US" sz="1100" dirty="0">
                        <a:solidFill>
                          <a:schemeClr val="tx1"/>
                        </a:solidFill>
                      </a:endParaRPr>
                    </a:p>
                  </a:txBody>
                  <a:tcPr marL="68580" marR="68580" marT="34290" marB="34290" anchor="ctr">
                    <a:lnL w="12700" cmpd="sng">
                      <a:solidFill>
                        <a:srgbClr val="FFFFFF"/>
                      </a:solidFill>
                    </a:lnL>
                    <a:lnR w="12700" cmpd="sng">
                      <a:solidFill>
                        <a:srgbClr val="FFFFFF"/>
                      </a:solidFill>
                    </a:lnR>
                    <a:lnT w="38100" cmpd="sng">
                      <a:solidFill>
                        <a:srgbClr val="FFFFFF"/>
                      </a:solidFill>
                    </a:lnT>
                    <a:lnB w="12700" cmpd="sng">
                      <a:solidFill>
                        <a:srgbClr val="FFFFFF"/>
                      </a:solidFill>
                    </a:lnB>
                    <a:lnTlToBr w="12700" cmpd="sng">
                      <a:noFill/>
                      <a:prstDash val="solid"/>
                    </a:lnTlToBr>
                    <a:lnBlToTr w="12700" cmpd="sng">
                      <a:noFill/>
                      <a:prstDash val="solid"/>
                    </a:lnBlToTr>
                    <a:solidFill>
                      <a:srgbClr val="004C69">
                        <a:tint val="40000"/>
                      </a:srgbClr>
                    </a:solidFill>
                  </a:tcPr>
                </a:tc>
                <a:extLst>
                  <a:ext uri="{0D108BD9-81ED-4DB2-BD59-A6C34878D82A}">
                    <a16:rowId xmlns:a16="http://schemas.microsoft.com/office/drawing/2014/main" val="10001"/>
                  </a:ext>
                </a:extLst>
              </a:tr>
              <a:tr h="350784">
                <a:tc>
                  <a:txBody>
                    <a:bodyPr/>
                    <a:lstStyle>
                      <a:lvl1pPr marL="0" algn="l" defTabSz="914400" rtl="0" eaLnBrk="1" latinLnBrk="0" hangingPunct="1">
                        <a:defRPr sz="1800" kern="1200">
                          <a:solidFill>
                            <a:schemeClr val="dk1"/>
                          </a:solidFill>
                          <a:latin typeface="Arial"/>
                        </a:defRPr>
                      </a:lvl1pPr>
                      <a:lvl2pPr marL="457200" algn="l" defTabSz="914400" rtl="0" eaLnBrk="1" latinLnBrk="0" hangingPunct="1">
                        <a:defRPr sz="1800" kern="1200">
                          <a:solidFill>
                            <a:schemeClr val="dk1"/>
                          </a:solidFill>
                          <a:latin typeface="Arial"/>
                        </a:defRPr>
                      </a:lvl2pPr>
                      <a:lvl3pPr marL="914400" algn="l" defTabSz="914400" rtl="0" eaLnBrk="1" latinLnBrk="0" hangingPunct="1">
                        <a:defRPr sz="1800" kern="1200">
                          <a:solidFill>
                            <a:schemeClr val="dk1"/>
                          </a:solidFill>
                          <a:latin typeface="Arial"/>
                        </a:defRPr>
                      </a:lvl3pPr>
                      <a:lvl4pPr marL="1371600" algn="l" defTabSz="914400" rtl="0" eaLnBrk="1" latinLnBrk="0" hangingPunct="1">
                        <a:defRPr sz="1800" kern="1200">
                          <a:solidFill>
                            <a:schemeClr val="dk1"/>
                          </a:solidFill>
                          <a:latin typeface="Arial"/>
                        </a:defRPr>
                      </a:lvl4pPr>
                      <a:lvl5pPr marL="1828800" algn="l" defTabSz="914400" rtl="0" eaLnBrk="1" latinLnBrk="0" hangingPunct="1">
                        <a:defRPr sz="1800" kern="1200">
                          <a:solidFill>
                            <a:schemeClr val="dk1"/>
                          </a:solidFill>
                          <a:latin typeface="Arial"/>
                        </a:defRPr>
                      </a:lvl5pPr>
                      <a:lvl6pPr marL="2286000" algn="l" defTabSz="914400" rtl="0" eaLnBrk="1" latinLnBrk="0" hangingPunct="1">
                        <a:defRPr sz="1800" kern="1200">
                          <a:solidFill>
                            <a:schemeClr val="dk1"/>
                          </a:solidFill>
                          <a:latin typeface="Arial"/>
                        </a:defRPr>
                      </a:lvl6pPr>
                      <a:lvl7pPr marL="2743200" algn="l" defTabSz="914400" rtl="0" eaLnBrk="1" latinLnBrk="0" hangingPunct="1">
                        <a:defRPr sz="1800" kern="1200">
                          <a:solidFill>
                            <a:schemeClr val="dk1"/>
                          </a:solidFill>
                          <a:latin typeface="Arial"/>
                        </a:defRPr>
                      </a:lvl7pPr>
                      <a:lvl8pPr marL="3200400" algn="l" defTabSz="914400" rtl="0" eaLnBrk="1" latinLnBrk="0" hangingPunct="1">
                        <a:defRPr sz="1800" kern="1200">
                          <a:solidFill>
                            <a:schemeClr val="dk1"/>
                          </a:solidFill>
                          <a:latin typeface="Arial"/>
                        </a:defRPr>
                      </a:lvl8pPr>
                      <a:lvl9pPr marL="3657600" algn="l" defTabSz="914400" rtl="0" eaLnBrk="1" latinLnBrk="0" hangingPunct="1">
                        <a:defRPr sz="1800" kern="1200">
                          <a:solidFill>
                            <a:schemeClr val="dk1"/>
                          </a:solidFill>
                          <a:latin typeface="Arial"/>
                        </a:defRPr>
                      </a:lvl9pPr>
                    </a:lstStyle>
                    <a:p>
                      <a:pPr algn="ctr"/>
                      <a:r>
                        <a:rPr lang="en-US" sz="1100" dirty="0"/>
                        <a:t>7.2.5</a:t>
                      </a:r>
                    </a:p>
                  </a:txBody>
                  <a:tcPr marL="68580" marR="68580" marT="34290" marB="34290" anchor="ctr">
                    <a:lnL w="12700" cmpd="sng">
                      <a:solidFill>
                        <a:srgbClr val="FFFFFF"/>
                      </a:solidFill>
                    </a:lnL>
                    <a:lnR w="12700" cmpd="sng">
                      <a:solidFill>
                        <a:srgbClr val="FFFFFF"/>
                      </a:solidFill>
                    </a:lnR>
                    <a:lnT w="12700" cmpd="sng">
                      <a:solidFill>
                        <a:srgbClr val="FFFFFF"/>
                      </a:solidFill>
                    </a:lnT>
                    <a:lnB w="12700" cmpd="sng">
                      <a:solidFill>
                        <a:srgbClr val="FFFFFF"/>
                      </a:solidFill>
                    </a:lnB>
                    <a:lnTlToBr w="12700" cmpd="sng">
                      <a:noFill/>
                      <a:prstDash val="solid"/>
                    </a:lnTlToBr>
                    <a:lnBlToTr w="12700" cmpd="sng">
                      <a:noFill/>
                      <a:prstDash val="solid"/>
                    </a:lnBlToTr>
                    <a:solidFill>
                      <a:srgbClr val="004C69">
                        <a:tint val="20000"/>
                      </a:srgbClr>
                    </a:solidFill>
                  </a:tcPr>
                </a:tc>
                <a:tc>
                  <a:txBody>
                    <a:bodyPr/>
                    <a:lstStyle>
                      <a:lvl1pPr marL="0" algn="l" defTabSz="914400" rtl="0" eaLnBrk="1" latinLnBrk="0" hangingPunct="1">
                        <a:defRPr sz="1800" kern="1200">
                          <a:solidFill>
                            <a:schemeClr val="dk1"/>
                          </a:solidFill>
                          <a:latin typeface="Arial"/>
                        </a:defRPr>
                      </a:lvl1pPr>
                      <a:lvl2pPr marL="457200" algn="l" defTabSz="914400" rtl="0" eaLnBrk="1" latinLnBrk="0" hangingPunct="1">
                        <a:defRPr sz="1800" kern="1200">
                          <a:solidFill>
                            <a:schemeClr val="dk1"/>
                          </a:solidFill>
                          <a:latin typeface="Arial"/>
                        </a:defRPr>
                      </a:lvl2pPr>
                      <a:lvl3pPr marL="914400" algn="l" defTabSz="914400" rtl="0" eaLnBrk="1" latinLnBrk="0" hangingPunct="1">
                        <a:defRPr sz="1800" kern="1200">
                          <a:solidFill>
                            <a:schemeClr val="dk1"/>
                          </a:solidFill>
                          <a:latin typeface="Arial"/>
                        </a:defRPr>
                      </a:lvl3pPr>
                      <a:lvl4pPr marL="1371600" algn="l" defTabSz="914400" rtl="0" eaLnBrk="1" latinLnBrk="0" hangingPunct="1">
                        <a:defRPr sz="1800" kern="1200">
                          <a:solidFill>
                            <a:schemeClr val="dk1"/>
                          </a:solidFill>
                          <a:latin typeface="Arial"/>
                        </a:defRPr>
                      </a:lvl4pPr>
                      <a:lvl5pPr marL="1828800" algn="l" defTabSz="914400" rtl="0" eaLnBrk="1" latinLnBrk="0" hangingPunct="1">
                        <a:defRPr sz="1800" kern="1200">
                          <a:solidFill>
                            <a:schemeClr val="dk1"/>
                          </a:solidFill>
                          <a:latin typeface="Arial"/>
                        </a:defRPr>
                      </a:lvl5pPr>
                      <a:lvl6pPr marL="2286000" algn="l" defTabSz="914400" rtl="0" eaLnBrk="1" latinLnBrk="0" hangingPunct="1">
                        <a:defRPr sz="1800" kern="1200">
                          <a:solidFill>
                            <a:schemeClr val="dk1"/>
                          </a:solidFill>
                          <a:latin typeface="Arial"/>
                        </a:defRPr>
                      </a:lvl6pPr>
                      <a:lvl7pPr marL="2743200" algn="l" defTabSz="914400" rtl="0" eaLnBrk="1" latinLnBrk="0" hangingPunct="1">
                        <a:defRPr sz="1800" kern="1200">
                          <a:solidFill>
                            <a:schemeClr val="dk1"/>
                          </a:solidFill>
                          <a:latin typeface="Arial"/>
                        </a:defRPr>
                      </a:lvl7pPr>
                      <a:lvl8pPr marL="3200400" algn="l" defTabSz="914400" rtl="0" eaLnBrk="1" latinLnBrk="0" hangingPunct="1">
                        <a:defRPr sz="1800" kern="1200">
                          <a:solidFill>
                            <a:schemeClr val="dk1"/>
                          </a:solidFill>
                          <a:latin typeface="Arial"/>
                        </a:defRPr>
                      </a:lvl8pPr>
                      <a:lvl9pPr marL="3657600" algn="l" defTabSz="914400" rtl="0" eaLnBrk="1" latinLnBrk="0" hangingPunct="1">
                        <a:defRPr sz="1800" kern="1200">
                          <a:solidFill>
                            <a:schemeClr val="dk1"/>
                          </a:solidFill>
                          <a:latin typeface="Arial"/>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100" dirty="0"/>
                        <a:t>Lab</a:t>
                      </a:r>
                    </a:p>
                  </a:txBody>
                  <a:tcPr marL="68580" marR="68580" marT="34290" marB="34290" anchor="ctr">
                    <a:lnL w="12700" cmpd="sng">
                      <a:solidFill>
                        <a:srgbClr val="FFFFFF"/>
                      </a:solidFill>
                    </a:lnL>
                    <a:lnR w="12700" cmpd="sng">
                      <a:solidFill>
                        <a:srgbClr val="FFFFFF"/>
                      </a:solidFill>
                    </a:lnR>
                    <a:lnT w="12700" cmpd="sng">
                      <a:solidFill>
                        <a:srgbClr val="FFFFFF"/>
                      </a:solidFill>
                    </a:lnT>
                    <a:lnB w="12700" cmpd="sng">
                      <a:solidFill>
                        <a:srgbClr val="FFFFFF"/>
                      </a:solidFill>
                    </a:lnB>
                    <a:lnTlToBr w="12700" cmpd="sng">
                      <a:noFill/>
                      <a:prstDash val="solid"/>
                    </a:lnTlToBr>
                    <a:lnBlToTr w="12700" cmpd="sng">
                      <a:noFill/>
                      <a:prstDash val="solid"/>
                    </a:lnBlToTr>
                    <a:solidFill>
                      <a:srgbClr val="004C69">
                        <a:tint val="20000"/>
                      </a:srgbClr>
                    </a:solidFill>
                  </a:tcPr>
                </a:tc>
                <a:tc>
                  <a:txBody>
                    <a:bodyPr/>
                    <a:lstStyle>
                      <a:lvl1pPr marL="0" algn="l" defTabSz="914400" rtl="0" eaLnBrk="1" latinLnBrk="0" hangingPunct="1">
                        <a:defRPr sz="1800" kern="1200">
                          <a:solidFill>
                            <a:schemeClr val="dk1"/>
                          </a:solidFill>
                          <a:latin typeface="Arial"/>
                        </a:defRPr>
                      </a:lvl1pPr>
                      <a:lvl2pPr marL="457200" algn="l" defTabSz="914400" rtl="0" eaLnBrk="1" latinLnBrk="0" hangingPunct="1">
                        <a:defRPr sz="1800" kern="1200">
                          <a:solidFill>
                            <a:schemeClr val="dk1"/>
                          </a:solidFill>
                          <a:latin typeface="Arial"/>
                        </a:defRPr>
                      </a:lvl2pPr>
                      <a:lvl3pPr marL="914400" algn="l" defTabSz="914400" rtl="0" eaLnBrk="1" latinLnBrk="0" hangingPunct="1">
                        <a:defRPr sz="1800" kern="1200">
                          <a:solidFill>
                            <a:schemeClr val="dk1"/>
                          </a:solidFill>
                          <a:latin typeface="Arial"/>
                        </a:defRPr>
                      </a:lvl3pPr>
                      <a:lvl4pPr marL="1371600" algn="l" defTabSz="914400" rtl="0" eaLnBrk="1" latinLnBrk="0" hangingPunct="1">
                        <a:defRPr sz="1800" kern="1200">
                          <a:solidFill>
                            <a:schemeClr val="dk1"/>
                          </a:solidFill>
                          <a:latin typeface="Arial"/>
                        </a:defRPr>
                      </a:lvl4pPr>
                      <a:lvl5pPr marL="1828800" algn="l" defTabSz="914400" rtl="0" eaLnBrk="1" latinLnBrk="0" hangingPunct="1">
                        <a:defRPr sz="1800" kern="1200">
                          <a:solidFill>
                            <a:schemeClr val="dk1"/>
                          </a:solidFill>
                          <a:latin typeface="Arial"/>
                        </a:defRPr>
                      </a:lvl5pPr>
                      <a:lvl6pPr marL="2286000" algn="l" defTabSz="914400" rtl="0" eaLnBrk="1" latinLnBrk="0" hangingPunct="1">
                        <a:defRPr sz="1800" kern="1200">
                          <a:solidFill>
                            <a:schemeClr val="dk1"/>
                          </a:solidFill>
                          <a:latin typeface="Arial"/>
                        </a:defRPr>
                      </a:lvl6pPr>
                      <a:lvl7pPr marL="2743200" algn="l" defTabSz="914400" rtl="0" eaLnBrk="1" latinLnBrk="0" hangingPunct="1">
                        <a:defRPr sz="1800" kern="1200">
                          <a:solidFill>
                            <a:schemeClr val="dk1"/>
                          </a:solidFill>
                          <a:latin typeface="Arial"/>
                        </a:defRPr>
                      </a:lvl7pPr>
                      <a:lvl8pPr marL="3200400" algn="l" defTabSz="914400" rtl="0" eaLnBrk="1" latinLnBrk="0" hangingPunct="1">
                        <a:defRPr sz="1800" kern="1200">
                          <a:solidFill>
                            <a:schemeClr val="dk1"/>
                          </a:solidFill>
                          <a:latin typeface="Arial"/>
                        </a:defRPr>
                      </a:lvl8pPr>
                      <a:lvl9pPr marL="3657600" algn="l" defTabSz="914400" rtl="0" eaLnBrk="1" latinLnBrk="0" hangingPunct="1">
                        <a:defRPr sz="1800" kern="1200">
                          <a:solidFill>
                            <a:schemeClr val="dk1"/>
                          </a:solidFill>
                          <a:latin typeface="Arial"/>
                        </a:defRPr>
                      </a:lvl9pPr>
                    </a:lstStyle>
                    <a:p>
                      <a:r>
                        <a:rPr lang="en-US" sz="1100" dirty="0"/>
                        <a:t>Configure Local AAA Authentication</a:t>
                      </a:r>
                    </a:p>
                  </a:txBody>
                  <a:tcPr marL="68580" marR="68580" marT="34290" marB="34290" anchor="ctr">
                    <a:lnL w="12700" cmpd="sng">
                      <a:solidFill>
                        <a:srgbClr val="FFFFFF"/>
                      </a:solidFill>
                    </a:lnL>
                    <a:lnR w="12700" cmpd="sng">
                      <a:solidFill>
                        <a:srgbClr val="FFFFFF"/>
                      </a:solidFill>
                    </a:lnR>
                    <a:lnT w="12700" cmpd="sng">
                      <a:solidFill>
                        <a:srgbClr val="FFFFFF"/>
                      </a:solidFill>
                    </a:lnT>
                    <a:lnB w="12700" cmpd="sng">
                      <a:solidFill>
                        <a:srgbClr val="FFFFFF"/>
                      </a:solidFill>
                    </a:lnB>
                    <a:lnTlToBr w="12700" cmpd="sng">
                      <a:noFill/>
                      <a:prstDash val="solid"/>
                    </a:lnTlToBr>
                    <a:lnBlToTr w="12700" cmpd="sng">
                      <a:noFill/>
                      <a:prstDash val="solid"/>
                    </a:lnBlToTr>
                    <a:solidFill>
                      <a:srgbClr val="004C69">
                        <a:tint val="20000"/>
                      </a:srgbClr>
                    </a:solidFill>
                  </a:tcPr>
                </a:tc>
                <a:tc>
                  <a:txBody>
                    <a:bodyPr/>
                    <a:lstStyle>
                      <a:lvl1pPr marL="0" algn="l" defTabSz="914400" rtl="0" eaLnBrk="1" latinLnBrk="0" hangingPunct="1">
                        <a:defRPr sz="1800" kern="1200">
                          <a:solidFill>
                            <a:schemeClr val="dk1"/>
                          </a:solidFill>
                          <a:latin typeface="Arial"/>
                        </a:defRPr>
                      </a:lvl1pPr>
                      <a:lvl2pPr marL="457200" algn="l" defTabSz="914400" rtl="0" eaLnBrk="1" latinLnBrk="0" hangingPunct="1">
                        <a:defRPr sz="1800" kern="1200">
                          <a:solidFill>
                            <a:schemeClr val="dk1"/>
                          </a:solidFill>
                          <a:latin typeface="Arial"/>
                        </a:defRPr>
                      </a:lvl2pPr>
                      <a:lvl3pPr marL="914400" algn="l" defTabSz="914400" rtl="0" eaLnBrk="1" latinLnBrk="0" hangingPunct="1">
                        <a:defRPr sz="1800" kern="1200">
                          <a:solidFill>
                            <a:schemeClr val="dk1"/>
                          </a:solidFill>
                          <a:latin typeface="Arial"/>
                        </a:defRPr>
                      </a:lvl3pPr>
                      <a:lvl4pPr marL="1371600" algn="l" defTabSz="914400" rtl="0" eaLnBrk="1" latinLnBrk="0" hangingPunct="1">
                        <a:defRPr sz="1800" kern="1200">
                          <a:solidFill>
                            <a:schemeClr val="dk1"/>
                          </a:solidFill>
                          <a:latin typeface="Arial"/>
                        </a:defRPr>
                      </a:lvl4pPr>
                      <a:lvl5pPr marL="1828800" algn="l" defTabSz="914400" rtl="0" eaLnBrk="1" latinLnBrk="0" hangingPunct="1">
                        <a:defRPr sz="1800" kern="1200">
                          <a:solidFill>
                            <a:schemeClr val="dk1"/>
                          </a:solidFill>
                          <a:latin typeface="Arial"/>
                        </a:defRPr>
                      </a:lvl5pPr>
                      <a:lvl6pPr marL="2286000" algn="l" defTabSz="914400" rtl="0" eaLnBrk="1" latinLnBrk="0" hangingPunct="1">
                        <a:defRPr sz="1800" kern="1200">
                          <a:solidFill>
                            <a:schemeClr val="dk1"/>
                          </a:solidFill>
                          <a:latin typeface="Arial"/>
                        </a:defRPr>
                      </a:lvl6pPr>
                      <a:lvl7pPr marL="2743200" algn="l" defTabSz="914400" rtl="0" eaLnBrk="1" latinLnBrk="0" hangingPunct="1">
                        <a:defRPr sz="1800" kern="1200">
                          <a:solidFill>
                            <a:schemeClr val="dk1"/>
                          </a:solidFill>
                          <a:latin typeface="Arial"/>
                        </a:defRPr>
                      </a:lvl7pPr>
                      <a:lvl8pPr marL="3200400" algn="l" defTabSz="914400" rtl="0" eaLnBrk="1" latinLnBrk="0" hangingPunct="1">
                        <a:defRPr sz="1800" kern="1200">
                          <a:solidFill>
                            <a:schemeClr val="dk1"/>
                          </a:solidFill>
                          <a:latin typeface="Arial"/>
                        </a:defRPr>
                      </a:lvl8pPr>
                      <a:lvl9pPr marL="3657600" algn="l" defTabSz="914400" rtl="0" eaLnBrk="1" latinLnBrk="0" hangingPunct="1">
                        <a:defRPr sz="1800" kern="1200">
                          <a:solidFill>
                            <a:schemeClr val="dk1"/>
                          </a:solidFill>
                          <a:latin typeface="Arial"/>
                        </a:defRPr>
                      </a:lvl9pPr>
                    </a:lstStyle>
                    <a:p>
                      <a:r>
                        <a:rPr lang="en-US" sz="1100" dirty="0"/>
                        <a:t>Recommended</a:t>
                      </a:r>
                      <a:endParaRPr lang="en-US" sz="1100" dirty="0">
                        <a:solidFill>
                          <a:schemeClr val="tx1"/>
                        </a:solidFill>
                      </a:endParaRPr>
                    </a:p>
                  </a:txBody>
                  <a:tcPr marL="68580" marR="68580" marT="34290" marB="34290" anchor="ctr">
                    <a:lnL w="12700" cmpd="sng">
                      <a:solidFill>
                        <a:srgbClr val="FFFFFF"/>
                      </a:solidFill>
                    </a:lnL>
                    <a:lnR w="12700" cmpd="sng">
                      <a:solidFill>
                        <a:srgbClr val="FFFFFF"/>
                      </a:solidFill>
                    </a:lnR>
                    <a:lnT w="12700" cmpd="sng">
                      <a:solidFill>
                        <a:srgbClr val="FFFFFF"/>
                      </a:solidFill>
                    </a:lnT>
                    <a:lnB w="12700" cmpd="sng">
                      <a:solidFill>
                        <a:srgbClr val="FFFFFF"/>
                      </a:solidFill>
                    </a:lnB>
                    <a:lnTlToBr w="12700" cmpd="sng">
                      <a:noFill/>
                      <a:prstDash val="solid"/>
                    </a:lnTlToBr>
                    <a:lnBlToTr w="12700" cmpd="sng">
                      <a:noFill/>
                      <a:prstDash val="solid"/>
                    </a:lnBlToTr>
                    <a:solidFill>
                      <a:srgbClr val="004C69">
                        <a:tint val="20000"/>
                      </a:srgbClr>
                    </a:solidFill>
                  </a:tcPr>
                </a:tc>
                <a:extLst>
                  <a:ext uri="{0D108BD9-81ED-4DB2-BD59-A6C34878D82A}">
                    <a16:rowId xmlns:a16="http://schemas.microsoft.com/office/drawing/2014/main" val="10006"/>
                  </a:ext>
                </a:extLst>
              </a:tr>
              <a:tr h="350784">
                <a:tc>
                  <a:txBody>
                    <a:bodyPr/>
                    <a:lstStyle>
                      <a:lvl1pPr marL="0" algn="l" defTabSz="914400" rtl="0" eaLnBrk="1" latinLnBrk="0" hangingPunct="1">
                        <a:defRPr sz="1800" kern="1200">
                          <a:solidFill>
                            <a:schemeClr val="dk1"/>
                          </a:solidFill>
                          <a:latin typeface="Arial"/>
                        </a:defRPr>
                      </a:lvl1pPr>
                      <a:lvl2pPr marL="457200" algn="l" defTabSz="914400" rtl="0" eaLnBrk="1" latinLnBrk="0" hangingPunct="1">
                        <a:defRPr sz="1800" kern="1200">
                          <a:solidFill>
                            <a:schemeClr val="dk1"/>
                          </a:solidFill>
                          <a:latin typeface="Arial"/>
                        </a:defRPr>
                      </a:lvl2pPr>
                      <a:lvl3pPr marL="914400" algn="l" defTabSz="914400" rtl="0" eaLnBrk="1" latinLnBrk="0" hangingPunct="1">
                        <a:defRPr sz="1800" kern="1200">
                          <a:solidFill>
                            <a:schemeClr val="dk1"/>
                          </a:solidFill>
                          <a:latin typeface="Arial"/>
                        </a:defRPr>
                      </a:lvl3pPr>
                      <a:lvl4pPr marL="1371600" algn="l" defTabSz="914400" rtl="0" eaLnBrk="1" latinLnBrk="0" hangingPunct="1">
                        <a:defRPr sz="1800" kern="1200">
                          <a:solidFill>
                            <a:schemeClr val="dk1"/>
                          </a:solidFill>
                          <a:latin typeface="Arial"/>
                        </a:defRPr>
                      </a:lvl4pPr>
                      <a:lvl5pPr marL="1828800" algn="l" defTabSz="914400" rtl="0" eaLnBrk="1" latinLnBrk="0" hangingPunct="1">
                        <a:defRPr sz="1800" kern="1200">
                          <a:solidFill>
                            <a:schemeClr val="dk1"/>
                          </a:solidFill>
                          <a:latin typeface="Arial"/>
                        </a:defRPr>
                      </a:lvl5pPr>
                      <a:lvl6pPr marL="2286000" algn="l" defTabSz="914400" rtl="0" eaLnBrk="1" latinLnBrk="0" hangingPunct="1">
                        <a:defRPr sz="1800" kern="1200">
                          <a:solidFill>
                            <a:schemeClr val="dk1"/>
                          </a:solidFill>
                          <a:latin typeface="Arial"/>
                        </a:defRPr>
                      </a:lvl6pPr>
                      <a:lvl7pPr marL="2743200" algn="l" defTabSz="914400" rtl="0" eaLnBrk="1" latinLnBrk="0" hangingPunct="1">
                        <a:defRPr sz="1800" kern="1200">
                          <a:solidFill>
                            <a:schemeClr val="dk1"/>
                          </a:solidFill>
                          <a:latin typeface="Arial"/>
                        </a:defRPr>
                      </a:lvl7pPr>
                      <a:lvl8pPr marL="3200400" algn="l" defTabSz="914400" rtl="0" eaLnBrk="1" latinLnBrk="0" hangingPunct="1">
                        <a:defRPr sz="1800" kern="1200">
                          <a:solidFill>
                            <a:schemeClr val="dk1"/>
                          </a:solidFill>
                          <a:latin typeface="Arial"/>
                        </a:defRPr>
                      </a:lvl8pPr>
                      <a:lvl9pPr marL="3657600" algn="l" defTabSz="914400" rtl="0" eaLnBrk="1" latinLnBrk="0" hangingPunct="1">
                        <a:defRPr sz="1800" kern="1200">
                          <a:solidFill>
                            <a:schemeClr val="dk1"/>
                          </a:solidFill>
                          <a:latin typeface="Arial"/>
                        </a:defRPr>
                      </a:lvl9pPr>
                    </a:lstStyle>
                    <a:p>
                      <a:pPr algn="ctr"/>
                      <a:r>
                        <a:rPr lang="en-US" sz="1100" dirty="0"/>
                        <a:t>7.2.6</a:t>
                      </a:r>
                    </a:p>
                  </a:txBody>
                  <a:tcPr marL="68580" marR="68580" marT="34290" marB="34290" anchor="ctr">
                    <a:lnL w="12700" cmpd="sng">
                      <a:solidFill>
                        <a:srgbClr val="FFFFFF"/>
                      </a:solidFill>
                    </a:lnL>
                    <a:lnR w="12700" cmpd="sng">
                      <a:solidFill>
                        <a:srgbClr val="FFFFFF"/>
                      </a:solidFill>
                    </a:lnR>
                    <a:lnT w="12700" cmpd="sng">
                      <a:solidFill>
                        <a:srgbClr val="FFFFFF"/>
                      </a:solidFill>
                    </a:lnT>
                    <a:lnB w="12700" cmpd="sng">
                      <a:solidFill>
                        <a:srgbClr val="FFFFFF"/>
                      </a:solidFill>
                    </a:lnB>
                    <a:lnTlToBr w="12700" cmpd="sng">
                      <a:noFill/>
                      <a:prstDash val="solid"/>
                    </a:lnTlToBr>
                    <a:lnBlToTr w="12700" cmpd="sng">
                      <a:noFill/>
                      <a:prstDash val="solid"/>
                    </a:lnBlToTr>
                    <a:solidFill>
                      <a:srgbClr val="004C69">
                        <a:tint val="40000"/>
                      </a:srgbClr>
                    </a:solidFill>
                  </a:tcPr>
                </a:tc>
                <a:tc>
                  <a:txBody>
                    <a:bodyPr/>
                    <a:lstStyle>
                      <a:lvl1pPr marL="0" algn="l" defTabSz="914400" rtl="0" eaLnBrk="1" latinLnBrk="0" hangingPunct="1">
                        <a:defRPr sz="1800" kern="1200">
                          <a:solidFill>
                            <a:schemeClr val="dk1"/>
                          </a:solidFill>
                          <a:latin typeface="Arial"/>
                        </a:defRPr>
                      </a:lvl1pPr>
                      <a:lvl2pPr marL="457200" algn="l" defTabSz="914400" rtl="0" eaLnBrk="1" latinLnBrk="0" hangingPunct="1">
                        <a:defRPr sz="1800" kern="1200">
                          <a:solidFill>
                            <a:schemeClr val="dk1"/>
                          </a:solidFill>
                          <a:latin typeface="Arial"/>
                        </a:defRPr>
                      </a:lvl2pPr>
                      <a:lvl3pPr marL="914400" algn="l" defTabSz="914400" rtl="0" eaLnBrk="1" latinLnBrk="0" hangingPunct="1">
                        <a:defRPr sz="1800" kern="1200">
                          <a:solidFill>
                            <a:schemeClr val="dk1"/>
                          </a:solidFill>
                          <a:latin typeface="Arial"/>
                        </a:defRPr>
                      </a:lvl3pPr>
                      <a:lvl4pPr marL="1371600" algn="l" defTabSz="914400" rtl="0" eaLnBrk="1" latinLnBrk="0" hangingPunct="1">
                        <a:defRPr sz="1800" kern="1200">
                          <a:solidFill>
                            <a:schemeClr val="dk1"/>
                          </a:solidFill>
                          <a:latin typeface="Arial"/>
                        </a:defRPr>
                      </a:lvl4pPr>
                      <a:lvl5pPr marL="1828800" algn="l" defTabSz="914400" rtl="0" eaLnBrk="1" latinLnBrk="0" hangingPunct="1">
                        <a:defRPr sz="1800" kern="1200">
                          <a:solidFill>
                            <a:schemeClr val="dk1"/>
                          </a:solidFill>
                          <a:latin typeface="Arial"/>
                        </a:defRPr>
                      </a:lvl5pPr>
                      <a:lvl6pPr marL="2286000" algn="l" defTabSz="914400" rtl="0" eaLnBrk="1" latinLnBrk="0" hangingPunct="1">
                        <a:defRPr sz="1800" kern="1200">
                          <a:solidFill>
                            <a:schemeClr val="dk1"/>
                          </a:solidFill>
                          <a:latin typeface="Arial"/>
                        </a:defRPr>
                      </a:lvl6pPr>
                      <a:lvl7pPr marL="2743200" algn="l" defTabSz="914400" rtl="0" eaLnBrk="1" latinLnBrk="0" hangingPunct="1">
                        <a:defRPr sz="1800" kern="1200">
                          <a:solidFill>
                            <a:schemeClr val="dk1"/>
                          </a:solidFill>
                          <a:latin typeface="Arial"/>
                        </a:defRPr>
                      </a:lvl7pPr>
                      <a:lvl8pPr marL="3200400" algn="l" defTabSz="914400" rtl="0" eaLnBrk="1" latinLnBrk="0" hangingPunct="1">
                        <a:defRPr sz="1800" kern="1200">
                          <a:solidFill>
                            <a:schemeClr val="dk1"/>
                          </a:solidFill>
                          <a:latin typeface="Arial"/>
                        </a:defRPr>
                      </a:lvl8pPr>
                      <a:lvl9pPr marL="3657600" algn="l" defTabSz="914400" rtl="0" eaLnBrk="1" latinLnBrk="0" hangingPunct="1">
                        <a:defRPr sz="1800" kern="1200">
                          <a:solidFill>
                            <a:schemeClr val="dk1"/>
                          </a:solidFill>
                          <a:latin typeface="Arial"/>
                        </a:defRPr>
                      </a:lvl9pPr>
                    </a:lstStyle>
                    <a:p>
                      <a:pPr marL="0" marR="0" lvl="0" indent="0" algn="l" defTabSz="685777" rtl="0" eaLnBrk="1" fontAlgn="auto" latinLnBrk="0" hangingPunct="1">
                        <a:lnSpc>
                          <a:spcPct val="100000"/>
                        </a:lnSpc>
                        <a:spcBef>
                          <a:spcPts val="0"/>
                        </a:spcBef>
                        <a:spcAft>
                          <a:spcPts val="0"/>
                        </a:spcAft>
                        <a:buClrTx/>
                        <a:buSzTx/>
                        <a:buFontTx/>
                        <a:buNone/>
                        <a:tabLst/>
                        <a:defRPr/>
                      </a:pPr>
                      <a:r>
                        <a:rPr lang="en-US" sz="1100" dirty="0"/>
                        <a:t>Packet Tracer</a:t>
                      </a:r>
                    </a:p>
                  </a:txBody>
                  <a:tcPr marL="68580" marR="68580" marT="34290" marB="34290" anchor="ctr">
                    <a:lnL w="12700" cmpd="sng">
                      <a:solidFill>
                        <a:srgbClr val="FFFFFF"/>
                      </a:solidFill>
                    </a:lnL>
                    <a:lnR w="12700" cmpd="sng">
                      <a:solidFill>
                        <a:srgbClr val="FFFFFF"/>
                      </a:solidFill>
                    </a:lnR>
                    <a:lnT w="12700" cmpd="sng">
                      <a:solidFill>
                        <a:srgbClr val="FFFFFF"/>
                      </a:solidFill>
                    </a:lnT>
                    <a:lnB w="12700" cmpd="sng">
                      <a:solidFill>
                        <a:srgbClr val="FFFFFF"/>
                      </a:solidFill>
                    </a:lnB>
                    <a:lnTlToBr w="12700" cmpd="sng">
                      <a:noFill/>
                      <a:prstDash val="solid"/>
                    </a:lnTlToBr>
                    <a:lnBlToTr w="12700" cmpd="sng">
                      <a:noFill/>
                      <a:prstDash val="solid"/>
                    </a:lnBlToTr>
                    <a:solidFill>
                      <a:srgbClr val="004C69">
                        <a:tint val="40000"/>
                      </a:srgbClr>
                    </a:solidFill>
                  </a:tcPr>
                </a:tc>
                <a:tc>
                  <a:txBody>
                    <a:bodyPr/>
                    <a:lstStyle>
                      <a:lvl1pPr marL="0" algn="l" defTabSz="914400" rtl="0" eaLnBrk="1" latinLnBrk="0" hangingPunct="1">
                        <a:defRPr sz="1800" kern="1200">
                          <a:solidFill>
                            <a:schemeClr val="dk1"/>
                          </a:solidFill>
                          <a:latin typeface="Arial"/>
                        </a:defRPr>
                      </a:lvl1pPr>
                      <a:lvl2pPr marL="457200" algn="l" defTabSz="914400" rtl="0" eaLnBrk="1" latinLnBrk="0" hangingPunct="1">
                        <a:defRPr sz="1800" kern="1200">
                          <a:solidFill>
                            <a:schemeClr val="dk1"/>
                          </a:solidFill>
                          <a:latin typeface="Arial"/>
                        </a:defRPr>
                      </a:lvl2pPr>
                      <a:lvl3pPr marL="914400" algn="l" defTabSz="914400" rtl="0" eaLnBrk="1" latinLnBrk="0" hangingPunct="1">
                        <a:defRPr sz="1800" kern="1200">
                          <a:solidFill>
                            <a:schemeClr val="dk1"/>
                          </a:solidFill>
                          <a:latin typeface="Arial"/>
                        </a:defRPr>
                      </a:lvl3pPr>
                      <a:lvl4pPr marL="1371600" algn="l" defTabSz="914400" rtl="0" eaLnBrk="1" latinLnBrk="0" hangingPunct="1">
                        <a:defRPr sz="1800" kern="1200">
                          <a:solidFill>
                            <a:schemeClr val="dk1"/>
                          </a:solidFill>
                          <a:latin typeface="Arial"/>
                        </a:defRPr>
                      </a:lvl4pPr>
                      <a:lvl5pPr marL="1828800" algn="l" defTabSz="914400" rtl="0" eaLnBrk="1" latinLnBrk="0" hangingPunct="1">
                        <a:defRPr sz="1800" kern="1200">
                          <a:solidFill>
                            <a:schemeClr val="dk1"/>
                          </a:solidFill>
                          <a:latin typeface="Arial"/>
                        </a:defRPr>
                      </a:lvl5pPr>
                      <a:lvl6pPr marL="2286000" algn="l" defTabSz="914400" rtl="0" eaLnBrk="1" latinLnBrk="0" hangingPunct="1">
                        <a:defRPr sz="1800" kern="1200">
                          <a:solidFill>
                            <a:schemeClr val="dk1"/>
                          </a:solidFill>
                          <a:latin typeface="Arial"/>
                        </a:defRPr>
                      </a:lvl6pPr>
                      <a:lvl7pPr marL="2743200" algn="l" defTabSz="914400" rtl="0" eaLnBrk="1" latinLnBrk="0" hangingPunct="1">
                        <a:defRPr sz="1800" kern="1200">
                          <a:solidFill>
                            <a:schemeClr val="dk1"/>
                          </a:solidFill>
                          <a:latin typeface="Arial"/>
                        </a:defRPr>
                      </a:lvl7pPr>
                      <a:lvl8pPr marL="3200400" algn="l" defTabSz="914400" rtl="0" eaLnBrk="1" latinLnBrk="0" hangingPunct="1">
                        <a:defRPr sz="1800" kern="1200">
                          <a:solidFill>
                            <a:schemeClr val="dk1"/>
                          </a:solidFill>
                          <a:latin typeface="Arial"/>
                        </a:defRPr>
                      </a:lvl8pPr>
                      <a:lvl9pPr marL="3657600" algn="l" defTabSz="914400" rtl="0" eaLnBrk="1" latinLnBrk="0" hangingPunct="1">
                        <a:defRPr sz="1800" kern="1200">
                          <a:solidFill>
                            <a:schemeClr val="dk1"/>
                          </a:solidFill>
                          <a:latin typeface="Arial"/>
                        </a:defRPr>
                      </a:lvl9pPr>
                    </a:lstStyle>
                    <a:p>
                      <a:pPr marL="0" marR="0" lvl="0" indent="0" algn="l" defTabSz="685777" rtl="0" eaLnBrk="1" fontAlgn="auto" latinLnBrk="0" hangingPunct="1">
                        <a:lnSpc>
                          <a:spcPct val="100000"/>
                        </a:lnSpc>
                        <a:spcBef>
                          <a:spcPts val="0"/>
                        </a:spcBef>
                        <a:spcAft>
                          <a:spcPts val="0"/>
                        </a:spcAft>
                        <a:buClrTx/>
                        <a:buSzTx/>
                        <a:buFontTx/>
                        <a:buNone/>
                        <a:tabLst/>
                        <a:defRPr/>
                      </a:pPr>
                      <a:r>
                        <a:rPr lang="en-US" sz="1100" dirty="0"/>
                        <a:t>Configure Local AAA for Console and VTY Access</a:t>
                      </a:r>
                    </a:p>
                  </a:txBody>
                  <a:tcPr marL="68580" marR="68580" marT="34290" marB="34290" anchor="ctr">
                    <a:lnL w="12700" cmpd="sng">
                      <a:solidFill>
                        <a:srgbClr val="FFFFFF"/>
                      </a:solidFill>
                    </a:lnL>
                    <a:lnR w="12700" cmpd="sng">
                      <a:solidFill>
                        <a:srgbClr val="FFFFFF"/>
                      </a:solidFill>
                    </a:lnR>
                    <a:lnT w="12700" cmpd="sng">
                      <a:solidFill>
                        <a:srgbClr val="FFFFFF"/>
                      </a:solidFill>
                    </a:lnT>
                    <a:lnB w="12700" cmpd="sng">
                      <a:solidFill>
                        <a:srgbClr val="FFFFFF"/>
                      </a:solidFill>
                    </a:lnB>
                    <a:lnTlToBr w="12700" cmpd="sng">
                      <a:noFill/>
                      <a:prstDash val="solid"/>
                    </a:lnTlToBr>
                    <a:lnBlToTr w="12700" cmpd="sng">
                      <a:noFill/>
                      <a:prstDash val="solid"/>
                    </a:lnBlToTr>
                    <a:solidFill>
                      <a:srgbClr val="004C69">
                        <a:tint val="40000"/>
                      </a:srgbClr>
                    </a:solidFill>
                  </a:tcPr>
                </a:tc>
                <a:tc>
                  <a:txBody>
                    <a:bodyPr/>
                    <a:lstStyle>
                      <a:lvl1pPr marL="0" algn="l" defTabSz="914400" rtl="0" eaLnBrk="1" latinLnBrk="0" hangingPunct="1">
                        <a:defRPr sz="1800" kern="1200">
                          <a:solidFill>
                            <a:schemeClr val="dk1"/>
                          </a:solidFill>
                          <a:latin typeface="Arial"/>
                        </a:defRPr>
                      </a:lvl1pPr>
                      <a:lvl2pPr marL="457200" algn="l" defTabSz="914400" rtl="0" eaLnBrk="1" latinLnBrk="0" hangingPunct="1">
                        <a:defRPr sz="1800" kern="1200">
                          <a:solidFill>
                            <a:schemeClr val="dk1"/>
                          </a:solidFill>
                          <a:latin typeface="Arial"/>
                        </a:defRPr>
                      </a:lvl2pPr>
                      <a:lvl3pPr marL="914400" algn="l" defTabSz="914400" rtl="0" eaLnBrk="1" latinLnBrk="0" hangingPunct="1">
                        <a:defRPr sz="1800" kern="1200">
                          <a:solidFill>
                            <a:schemeClr val="dk1"/>
                          </a:solidFill>
                          <a:latin typeface="Arial"/>
                        </a:defRPr>
                      </a:lvl3pPr>
                      <a:lvl4pPr marL="1371600" algn="l" defTabSz="914400" rtl="0" eaLnBrk="1" latinLnBrk="0" hangingPunct="1">
                        <a:defRPr sz="1800" kern="1200">
                          <a:solidFill>
                            <a:schemeClr val="dk1"/>
                          </a:solidFill>
                          <a:latin typeface="Arial"/>
                        </a:defRPr>
                      </a:lvl4pPr>
                      <a:lvl5pPr marL="1828800" algn="l" defTabSz="914400" rtl="0" eaLnBrk="1" latinLnBrk="0" hangingPunct="1">
                        <a:defRPr sz="1800" kern="1200">
                          <a:solidFill>
                            <a:schemeClr val="dk1"/>
                          </a:solidFill>
                          <a:latin typeface="Arial"/>
                        </a:defRPr>
                      </a:lvl5pPr>
                      <a:lvl6pPr marL="2286000" algn="l" defTabSz="914400" rtl="0" eaLnBrk="1" latinLnBrk="0" hangingPunct="1">
                        <a:defRPr sz="1800" kern="1200">
                          <a:solidFill>
                            <a:schemeClr val="dk1"/>
                          </a:solidFill>
                          <a:latin typeface="Arial"/>
                        </a:defRPr>
                      </a:lvl6pPr>
                      <a:lvl7pPr marL="2743200" algn="l" defTabSz="914400" rtl="0" eaLnBrk="1" latinLnBrk="0" hangingPunct="1">
                        <a:defRPr sz="1800" kern="1200">
                          <a:solidFill>
                            <a:schemeClr val="dk1"/>
                          </a:solidFill>
                          <a:latin typeface="Arial"/>
                        </a:defRPr>
                      </a:lvl7pPr>
                      <a:lvl8pPr marL="3200400" algn="l" defTabSz="914400" rtl="0" eaLnBrk="1" latinLnBrk="0" hangingPunct="1">
                        <a:defRPr sz="1800" kern="1200">
                          <a:solidFill>
                            <a:schemeClr val="dk1"/>
                          </a:solidFill>
                          <a:latin typeface="Arial"/>
                        </a:defRPr>
                      </a:lvl8pPr>
                      <a:lvl9pPr marL="3657600" algn="l" defTabSz="914400" rtl="0" eaLnBrk="1" latinLnBrk="0" hangingPunct="1">
                        <a:defRPr sz="1800" kern="1200">
                          <a:solidFill>
                            <a:schemeClr val="dk1"/>
                          </a:solidFill>
                          <a:latin typeface="Arial"/>
                        </a:defRPr>
                      </a:lvl9pPr>
                    </a:lstStyle>
                    <a:p>
                      <a:pPr marL="0" marR="0" lvl="0" indent="0" algn="l" defTabSz="685777" rtl="0" eaLnBrk="1" fontAlgn="auto" latinLnBrk="0" hangingPunct="1">
                        <a:lnSpc>
                          <a:spcPct val="100000"/>
                        </a:lnSpc>
                        <a:spcBef>
                          <a:spcPts val="0"/>
                        </a:spcBef>
                        <a:spcAft>
                          <a:spcPts val="0"/>
                        </a:spcAft>
                        <a:buClrTx/>
                        <a:buSzTx/>
                        <a:buFontTx/>
                        <a:buNone/>
                        <a:tabLst/>
                        <a:defRPr/>
                      </a:pPr>
                      <a:r>
                        <a:rPr kumimoji="0" lang="en-US" sz="1100" u="none" strike="noStrike" kern="1200" cap="none" spc="0" normalizeH="0" baseline="0" noProof="0" dirty="0">
                          <a:ln>
                            <a:noFill/>
                          </a:ln>
                          <a:effectLst/>
                          <a:uLnTx/>
                          <a:uFillTx/>
                        </a:rPr>
                        <a:t>Recommended</a:t>
                      </a:r>
                      <a:endParaRPr kumimoji="0" lang="en-US" sz="1100" b="0" i="0" u="none" strike="noStrike" kern="1200" cap="none" spc="0" normalizeH="0" baseline="0" noProof="0" dirty="0">
                        <a:ln>
                          <a:noFill/>
                        </a:ln>
                        <a:solidFill>
                          <a:srgbClr val="58585B"/>
                        </a:solidFill>
                        <a:effectLst/>
                        <a:uLnTx/>
                        <a:uFillTx/>
                        <a:latin typeface="Arial"/>
                        <a:ea typeface="+mn-ea"/>
                        <a:cs typeface="+mn-cs"/>
                      </a:endParaRPr>
                    </a:p>
                  </a:txBody>
                  <a:tcPr marL="68580" marR="68580" marT="34290" marB="34290" anchor="ctr">
                    <a:lnL w="12700" cmpd="sng">
                      <a:solidFill>
                        <a:srgbClr val="FFFFFF"/>
                      </a:solidFill>
                    </a:lnL>
                    <a:lnR w="12700" cmpd="sng">
                      <a:solidFill>
                        <a:srgbClr val="FFFFFF"/>
                      </a:solidFill>
                    </a:lnR>
                    <a:lnT w="12700" cmpd="sng">
                      <a:solidFill>
                        <a:srgbClr val="FFFFFF"/>
                      </a:solidFill>
                    </a:lnT>
                    <a:lnB w="12700" cmpd="sng">
                      <a:solidFill>
                        <a:srgbClr val="FFFFFF"/>
                      </a:solidFill>
                    </a:lnB>
                    <a:lnTlToBr w="12700" cmpd="sng">
                      <a:noFill/>
                      <a:prstDash val="solid"/>
                    </a:lnTlToBr>
                    <a:lnBlToTr w="12700" cmpd="sng">
                      <a:noFill/>
                      <a:prstDash val="solid"/>
                    </a:lnBlToTr>
                    <a:solidFill>
                      <a:srgbClr val="004C69">
                        <a:tint val="40000"/>
                      </a:srgbClr>
                    </a:solidFill>
                  </a:tcPr>
                </a:tc>
                <a:extLst>
                  <a:ext uri="{0D108BD9-81ED-4DB2-BD59-A6C34878D82A}">
                    <a16:rowId xmlns:a16="http://schemas.microsoft.com/office/drawing/2014/main" val="10008"/>
                  </a:ext>
                </a:extLst>
              </a:tr>
              <a:tr h="350784">
                <a:tc>
                  <a:txBody>
                    <a:bodyPr/>
                    <a:lstStyle>
                      <a:lvl1pPr marL="0" algn="l" defTabSz="914400" rtl="0" eaLnBrk="1" latinLnBrk="0" hangingPunct="1">
                        <a:defRPr sz="1800" kern="1200">
                          <a:solidFill>
                            <a:schemeClr val="dk1"/>
                          </a:solidFill>
                          <a:latin typeface="Arial"/>
                        </a:defRPr>
                      </a:lvl1pPr>
                      <a:lvl2pPr marL="457200" algn="l" defTabSz="914400" rtl="0" eaLnBrk="1" latinLnBrk="0" hangingPunct="1">
                        <a:defRPr sz="1800" kern="1200">
                          <a:solidFill>
                            <a:schemeClr val="dk1"/>
                          </a:solidFill>
                          <a:latin typeface="Arial"/>
                        </a:defRPr>
                      </a:lvl2pPr>
                      <a:lvl3pPr marL="914400" algn="l" defTabSz="914400" rtl="0" eaLnBrk="1" latinLnBrk="0" hangingPunct="1">
                        <a:defRPr sz="1800" kern="1200">
                          <a:solidFill>
                            <a:schemeClr val="dk1"/>
                          </a:solidFill>
                          <a:latin typeface="Arial"/>
                        </a:defRPr>
                      </a:lvl3pPr>
                      <a:lvl4pPr marL="1371600" algn="l" defTabSz="914400" rtl="0" eaLnBrk="1" latinLnBrk="0" hangingPunct="1">
                        <a:defRPr sz="1800" kern="1200">
                          <a:solidFill>
                            <a:schemeClr val="dk1"/>
                          </a:solidFill>
                          <a:latin typeface="Arial"/>
                        </a:defRPr>
                      </a:lvl4pPr>
                      <a:lvl5pPr marL="1828800" algn="l" defTabSz="914400" rtl="0" eaLnBrk="1" latinLnBrk="0" hangingPunct="1">
                        <a:defRPr sz="1800" kern="1200">
                          <a:solidFill>
                            <a:schemeClr val="dk1"/>
                          </a:solidFill>
                          <a:latin typeface="Arial"/>
                        </a:defRPr>
                      </a:lvl5pPr>
                      <a:lvl6pPr marL="2286000" algn="l" defTabSz="914400" rtl="0" eaLnBrk="1" latinLnBrk="0" hangingPunct="1">
                        <a:defRPr sz="1800" kern="1200">
                          <a:solidFill>
                            <a:schemeClr val="dk1"/>
                          </a:solidFill>
                          <a:latin typeface="Arial"/>
                        </a:defRPr>
                      </a:lvl6pPr>
                      <a:lvl7pPr marL="2743200" algn="l" defTabSz="914400" rtl="0" eaLnBrk="1" latinLnBrk="0" hangingPunct="1">
                        <a:defRPr sz="1800" kern="1200">
                          <a:solidFill>
                            <a:schemeClr val="dk1"/>
                          </a:solidFill>
                          <a:latin typeface="Arial"/>
                        </a:defRPr>
                      </a:lvl7pPr>
                      <a:lvl8pPr marL="3200400" algn="l" defTabSz="914400" rtl="0" eaLnBrk="1" latinLnBrk="0" hangingPunct="1">
                        <a:defRPr sz="1800" kern="1200">
                          <a:solidFill>
                            <a:schemeClr val="dk1"/>
                          </a:solidFill>
                          <a:latin typeface="Arial"/>
                        </a:defRPr>
                      </a:lvl8pPr>
                      <a:lvl9pPr marL="3657600" algn="l" defTabSz="914400" rtl="0" eaLnBrk="1" latinLnBrk="0" hangingPunct="1">
                        <a:defRPr sz="1800" kern="1200">
                          <a:solidFill>
                            <a:schemeClr val="dk1"/>
                          </a:solidFill>
                          <a:latin typeface="Arial"/>
                        </a:defRPr>
                      </a:lvl9pPr>
                    </a:lstStyle>
                    <a:p>
                      <a:pPr algn="ctr"/>
                      <a:r>
                        <a:rPr lang="en-US" sz="1100" dirty="0"/>
                        <a:t>7.3.4</a:t>
                      </a:r>
                    </a:p>
                  </a:txBody>
                  <a:tcPr marL="68580" marR="68580" marT="34290" marB="34290" anchor="ctr">
                    <a:lnL w="12700" cmpd="sng">
                      <a:solidFill>
                        <a:srgbClr val="FFFFFF"/>
                      </a:solidFill>
                    </a:lnL>
                    <a:lnR w="12700" cmpd="sng">
                      <a:solidFill>
                        <a:srgbClr val="FFFFFF"/>
                      </a:solidFill>
                    </a:lnR>
                    <a:lnT w="12700" cmpd="sng">
                      <a:solidFill>
                        <a:srgbClr val="FFFFFF"/>
                      </a:solidFill>
                    </a:lnT>
                    <a:lnB w="12700" cmpd="sng">
                      <a:solidFill>
                        <a:srgbClr val="FFFFFF"/>
                      </a:solidFill>
                    </a:lnB>
                    <a:lnTlToBr w="12700" cmpd="sng">
                      <a:noFill/>
                      <a:prstDash val="solid"/>
                    </a:lnTlToBr>
                    <a:lnBlToTr w="12700" cmpd="sng">
                      <a:noFill/>
                      <a:prstDash val="solid"/>
                    </a:lnBlToTr>
                    <a:solidFill>
                      <a:srgbClr val="004C69">
                        <a:tint val="20000"/>
                      </a:srgbClr>
                    </a:solidFill>
                  </a:tcPr>
                </a:tc>
                <a:tc>
                  <a:txBody>
                    <a:bodyPr/>
                    <a:lstStyle>
                      <a:lvl1pPr marL="0" algn="l" defTabSz="914400" rtl="0" eaLnBrk="1" latinLnBrk="0" hangingPunct="1">
                        <a:defRPr sz="1800" kern="1200">
                          <a:solidFill>
                            <a:schemeClr val="dk1"/>
                          </a:solidFill>
                          <a:latin typeface="Arial"/>
                        </a:defRPr>
                      </a:lvl1pPr>
                      <a:lvl2pPr marL="457200" algn="l" defTabSz="914400" rtl="0" eaLnBrk="1" latinLnBrk="0" hangingPunct="1">
                        <a:defRPr sz="1800" kern="1200">
                          <a:solidFill>
                            <a:schemeClr val="dk1"/>
                          </a:solidFill>
                          <a:latin typeface="Arial"/>
                        </a:defRPr>
                      </a:lvl2pPr>
                      <a:lvl3pPr marL="914400" algn="l" defTabSz="914400" rtl="0" eaLnBrk="1" latinLnBrk="0" hangingPunct="1">
                        <a:defRPr sz="1800" kern="1200">
                          <a:solidFill>
                            <a:schemeClr val="dk1"/>
                          </a:solidFill>
                          <a:latin typeface="Arial"/>
                        </a:defRPr>
                      </a:lvl3pPr>
                      <a:lvl4pPr marL="1371600" algn="l" defTabSz="914400" rtl="0" eaLnBrk="1" latinLnBrk="0" hangingPunct="1">
                        <a:defRPr sz="1800" kern="1200">
                          <a:solidFill>
                            <a:schemeClr val="dk1"/>
                          </a:solidFill>
                          <a:latin typeface="Arial"/>
                        </a:defRPr>
                      </a:lvl4pPr>
                      <a:lvl5pPr marL="1828800" algn="l" defTabSz="914400" rtl="0" eaLnBrk="1" latinLnBrk="0" hangingPunct="1">
                        <a:defRPr sz="1800" kern="1200">
                          <a:solidFill>
                            <a:schemeClr val="dk1"/>
                          </a:solidFill>
                          <a:latin typeface="Arial"/>
                        </a:defRPr>
                      </a:lvl5pPr>
                      <a:lvl6pPr marL="2286000" algn="l" defTabSz="914400" rtl="0" eaLnBrk="1" latinLnBrk="0" hangingPunct="1">
                        <a:defRPr sz="1800" kern="1200">
                          <a:solidFill>
                            <a:schemeClr val="dk1"/>
                          </a:solidFill>
                          <a:latin typeface="Arial"/>
                        </a:defRPr>
                      </a:lvl6pPr>
                      <a:lvl7pPr marL="2743200" algn="l" defTabSz="914400" rtl="0" eaLnBrk="1" latinLnBrk="0" hangingPunct="1">
                        <a:defRPr sz="1800" kern="1200">
                          <a:solidFill>
                            <a:schemeClr val="dk1"/>
                          </a:solidFill>
                          <a:latin typeface="Arial"/>
                        </a:defRPr>
                      </a:lvl7pPr>
                      <a:lvl8pPr marL="3200400" algn="l" defTabSz="914400" rtl="0" eaLnBrk="1" latinLnBrk="0" hangingPunct="1">
                        <a:defRPr sz="1800" kern="1200">
                          <a:solidFill>
                            <a:schemeClr val="dk1"/>
                          </a:solidFill>
                          <a:latin typeface="Arial"/>
                        </a:defRPr>
                      </a:lvl8pPr>
                      <a:lvl9pPr marL="3657600" algn="l" defTabSz="914400" rtl="0" eaLnBrk="1" latinLnBrk="0" hangingPunct="1">
                        <a:defRPr sz="1800" kern="1200">
                          <a:solidFill>
                            <a:schemeClr val="dk1"/>
                          </a:solidFill>
                          <a:latin typeface="Arial"/>
                        </a:defRPr>
                      </a:lvl9pPr>
                    </a:lstStyle>
                    <a:p>
                      <a:pPr marL="0" marR="0" lvl="0" indent="0" algn="l" defTabSz="685777" rtl="0" eaLnBrk="1" fontAlgn="auto" latinLnBrk="0" hangingPunct="1">
                        <a:lnSpc>
                          <a:spcPct val="100000"/>
                        </a:lnSpc>
                        <a:spcBef>
                          <a:spcPts val="0"/>
                        </a:spcBef>
                        <a:spcAft>
                          <a:spcPts val="0"/>
                        </a:spcAft>
                        <a:buClrTx/>
                        <a:buSzTx/>
                        <a:buFontTx/>
                        <a:buNone/>
                        <a:tabLst/>
                        <a:defRPr/>
                      </a:pPr>
                      <a:r>
                        <a:rPr lang="en-US" sz="1100" dirty="0"/>
                        <a:t>Animation</a:t>
                      </a:r>
                    </a:p>
                  </a:txBody>
                  <a:tcPr marL="68580" marR="68580" marT="34290" marB="34290" anchor="ctr">
                    <a:lnL w="12700" cmpd="sng">
                      <a:solidFill>
                        <a:srgbClr val="FFFFFF"/>
                      </a:solidFill>
                    </a:lnL>
                    <a:lnR w="12700" cmpd="sng">
                      <a:solidFill>
                        <a:srgbClr val="FFFFFF"/>
                      </a:solidFill>
                    </a:lnR>
                    <a:lnT w="12700" cmpd="sng">
                      <a:solidFill>
                        <a:srgbClr val="FFFFFF"/>
                      </a:solidFill>
                    </a:lnT>
                    <a:lnB w="12700" cmpd="sng">
                      <a:solidFill>
                        <a:srgbClr val="FFFFFF"/>
                      </a:solidFill>
                    </a:lnB>
                    <a:lnTlToBr w="12700" cmpd="sng">
                      <a:noFill/>
                      <a:prstDash val="solid"/>
                    </a:lnTlToBr>
                    <a:lnBlToTr w="12700" cmpd="sng">
                      <a:noFill/>
                      <a:prstDash val="solid"/>
                    </a:lnBlToTr>
                    <a:solidFill>
                      <a:srgbClr val="004C69">
                        <a:tint val="20000"/>
                      </a:srgbClr>
                    </a:solidFill>
                  </a:tcPr>
                </a:tc>
                <a:tc>
                  <a:txBody>
                    <a:bodyPr/>
                    <a:lstStyle>
                      <a:lvl1pPr marL="0" algn="l" defTabSz="914400" rtl="0" eaLnBrk="1" latinLnBrk="0" hangingPunct="1">
                        <a:defRPr sz="1800" kern="1200">
                          <a:solidFill>
                            <a:schemeClr val="dk1"/>
                          </a:solidFill>
                          <a:latin typeface="Arial"/>
                        </a:defRPr>
                      </a:lvl1pPr>
                      <a:lvl2pPr marL="457200" algn="l" defTabSz="914400" rtl="0" eaLnBrk="1" latinLnBrk="0" hangingPunct="1">
                        <a:defRPr sz="1800" kern="1200">
                          <a:solidFill>
                            <a:schemeClr val="dk1"/>
                          </a:solidFill>
                          <a:latin typeface="Arial"/>
                        </a:defRPr>
                      </a:lvl2pPr>
                      <a:lvl3pPr marL="914400" algn="l" defTabSz="914400" rtl="0" eaLnBrk="1" latinLnBrk="0" hangingPunct="1">
                        <a:defRPr sz="1800" kern="1200">
                          <a:solidFill>
                            <a:schemeClr val="dk1"/>
                          </a:solidFill>
                          <a:latin typeface="Arial"/>
                        </a:defRPr>
                      </a:lvl3pPr>
                      <a:lvl4pPr marL="1371600" algn="l" defTabSz="914400" rtl="0" eaLnBrk="1" latinLnBrk="0" hangingPunct="1">
                        <a:defRPr sz="1800" kern="1200">
                          <a:solidFill>
                            <a:schemeClr val="dk1"/>
                          </a:solidFill>
                          <a:latin typeface="Arial"/>
                        </a:defRPr>
                      </a:lvl4pPr>
                      <a:lvl5pPr marL="1828800" algn="l" defTabSz="914400" rtl="0" eaLnBrk="1" latinLnBrk="0" hangingPunct="1">
                        <a:defRPr sz="1800" kern="1200">
                          <a:solidFill>
                            <a:schemeClr val="dk1"/>
                          </a:solidFill>
                          <a:latin typeface="Arial"/>
                        </a:defRPr>
                      </a:lvl5pPr>
                      <a:lvl6pPr marL="2286000" algn="l" defTabSz="914400" rtl="0" eaLnBrk="1" latinLnBrk="0" hangingPunct="1">
                        <a:defRPr sz="1800" kern="1200">
                          <a:solidFill>
                            <a:schemeClr val="dk1"/>
                          </a:solidFill>
                          <a:latin typeface="Arial"/>
                        </a:defRPr>
                      </a:lvl6pPr>
                      <a:lvl7pPr marL="2743200" algn="l" defTabSz="914400" rtl="0" eaLnBrk="1" latinLnBrk="0" hangingPunct="1">
                        <a:defRPr sz="1800" kern="1200">
                          <a:solidFill>
                            <a:schemeClr val="dk1"/>
                          </a:solidFill>
                          <a:latin typeface="Arial"/>
                        </a:defRPr>
                      </a:lvl7pPr>
                      <a:lvl8pPr marL="3200400" algn="l" defTabSz="914400" rtl="0" eaLnBrk="1" latinLnBrk="0" hangingPunct="1">
                        <a:defRPr sz="1800" kern="1200">
                          <a:solidFill>
                            <a:schemeClr val="dk1"/>
                          </a:solidFill>
                          <a:latin typeface="Arial"/>
                        </a:defRPr>
                      </a:lvl8pPr>
                      <a:lvl9pPr marL="3657600" algn="l" defTabSz="914400" rtl="0" eaLnBrk="1" latinLnBrk="0" hangingPunct="1">
                        <a:defRPr sz="1800" kern="1200">
                          <a:solidFill>
                            <a:schemeClr val="dk1"/>
                          </a:solidFill>
                          <a:latin typeface="Arial"/>
                        </a:defRPr>
                      </a:lvl9pPr>
                    </a:lstStyle>
                    <a:p>
                      <a:pPr marL="0" marR="0" lvl="0" indent="0" algn="l" defTabSz="685777" rtl="0" eaLnBrk="1" fontAlgn="auto" latinLnBrk="0" hangingPunct="1">
                        <a:lnSpc>
                          <a:spcPct val="100000"/>
                        </a:lnSpc>
                        <a:spcBef>
                          <a:spcPts val="0"/>
                        </a:spcBef>
                        <a:spcAft>
                          <a:spcPts val="0"/>
                        </a:spcAft>
                        <a:buClrTx/>
                        <a:buSzTx/>
                        <a:buFontTx/>
                        <a:buNone/>
                        <a:tabLst/>
                        <a:defRPr/>
                      </a:pPr>
                      <a:r>
                        <a:rPr lang="en-US" sz="1100" dirty="0"/>
                        <a:t>Process for TACACS+ Authentication</a:t>
                      </a:r>
                    </a:p>
                  </a:txBody>
                  <a:tcPr marL="68580" marR="68580" marT="34290" marB="34290" anchor="ctr">
                    <a:lnL w="12700" cmpd="sng">
                      <a:solidFill>
                        <a:srgbClr val="FFFFFF"/>
                      </a:solidFill>
                    </a:lnL>
                    <a:lnR w="12700" cmpd="sng">
                      <a:solidFill>
                        <a:srgbClr val="FFFFFF"/>
                      </a:solidFill>
                    </a:lnR>
                    <a:lnT w="12700" cmpd="sng">
                      <a:solidFill>
                        <a:srgbClr val="FFFFFF"/>
                      </a:solidFill>
                    </a:lnT>
                    <a:lnB w="12700" cmpd="sng">
                      <a:solidFill>
                        <a:srgbClr val="FFFFFF"/>
                      </a:solidFill>
                    </a:lnB>
                    <a:lnTlToBr w="12700" cmpd="sng">
                      <a:noFill/>
                      <a:prstDash val="solid"/>
                    </a:lnTlToBr>
                    <a:lnBlToTr w="12700" cmpd="sng">
                      <a:noFill/>
                      <a:prstDash val="solid"/>
                    </a:lnBlToTr>
                    <a:solidFill>
                      <a:srgbClr val="004C69">
                        <a:tint val="20000"/>
                      </a:srgbClr>
                    </a:solidFill>
                  </a:tcPr>
                </a:tc>
                <a:tc>
                  <a:txBody>
                    <a:bodyPr/>
                    <a:lstStyle>
                      <a:lvl1pPr marL="0" algn="l" defTabSz="914400" rtl="0" eaLnBrk="1" latinLnBrk="0" hangingPunct="1">
                        <a:defRPr sz="1800" kern="1200">
                          <a:solidFill>
                            <a:schemeClr val="dk1"/>
                          </a:solidFill>
                          <a:latin typeface="Arial"/>
                        </a:defRPr>
                      </a:lvl1pPr>
                      <a:lvl2pPr marL="457200" algn="l" defTabSz="914400" rtl="0" eaLnBrk="1" latinLnBrk="0" hangingPunct="1">
                        <a:defRPr sz="1800" kern="1200">
                          <a:solidFill>
                            <a:schemeClr val="dk1"/>
                          </a:solidFill>
                          <a:latin typeface="Arial"/>
                        </a:defRPr>
                      </a:lvl2pPr>
                      <a:lvl3pPr marL="914400" algn="l" defTabSz="914400" rtl="0" eaLnBrk="1" latinLnBrk="0" hangingPunct="1">
                        <a:defRPr sz="1800" kern="1200">
                          <a:solidFill>
                            <a:schemeClr val="dk1"/>
                          </a:solidFill>
                          <a:latin typeface="Arial"/>
                        </a:defRPr>
                      </a:lvl3pPr>
                      <a:lvl4pPr marL="1371600" algn="l" defTabSz="914400" rtl="0" eaLnBrk="1" latinLnBrk="0" hangingPunct="1">
                        <a:defRPr sz="1800" kern="1200">
                          <a:solidFill>
                            <a:schemeClr val="dk1"/>
                          </a:solidFill>
                          <a:latin typeface="Arial"/>
                        </a:defRPr>
                      </a:lvl4pPr>
                      <a:lvl5pPr marL="1828800" algn="l" defTabSz="914400" rtl="0" eaLnBrk="1" latinLnBrk="0" hangingPunct="1">
                        <a:defRPr sz="1800" kern="1200">
                          <a:solidFill>
                            <a:schemeClr val="dk1"/>
                          </a:solidFill>
                          <a:latin typeface="Arial"/>
                        </a:defRPr>
                      </a:lvl5pPr>
                      <a:lvl6pPr marL="2286000" algn="l" defTabSz="914400" rtl="0" eaLnBrk="1" latinLnBrk="0" hangingPunct="1">
                        <a:defRPr sz="1800" kern="1200">
                          <a:solidFill>
                            <a:schemeClr val="dk1"/>
                          </a:solidFill>
                          <a:latin typeface="Arial"/>
                        </a:defRPr>
                      </a:lvl6pPr>
                      <a:lvl7pPr marL="2743200" algn="l" defTabSz="914400" rtl="0" eaLnBrk="1" latinLnBrk="0" hangingPunct="1">
                        <a:defRPr sz="1800" kern="1200">
                          <a:solidFill>
                            <a:schemeClr val="dk1"/>
                          </a:solidFill>
                          <a:latin typeface="Arial"/>
                        </a:defRPr>
                      </a:lvl7pPr>
                      <a:lvl8pPr marL="3200400" algn="l" defTabSz="914400" rtl="0" eaLnBrk="1" latinLnBrk="0" hangingPunct="1">
                        <a:defRPr sz="1800" kern="1200">
                          <a:solidFill>
                            <a:schemeClr val="dk1"/>
                          </a:solidFill>
                          <a:latin typeface="Arial"/>
                        </a:defRPr>
                      </a:lvl8pPr>
                      <a:lvl9pPr marL="3657600" algn="l" defTabSz="914400" rtl="0" eaLnBrk="1" latinLnBrk="0" hangingPunct="1">
                        <a:defRPr sz="1800" kern="1200">
                          <a:solidFill>
                            <a:schemeClr val="dk1"/>
                          </a:solidFill>
                          <a:latin typeface="Arial"/>
                        </a:defRPr>
                      </a:lvl9pPr>
                    </a:lstStyle>
                    <a:p>
                      <a:pPr marL="0" marR="0" lvl="0" indent="0" algn="l" defTabSz="685777" rtl="0" eaLnBrk="1" fontAlgn="auto" latinLnBrk="0" hangingPunct="1">
                        <a:lnSpc>
                          <a:spcPct val="100000"/>
                        </a:lnSpc>
                        <a:spcBef>
                          <a:spcPts val="0"/>
                        </a:spcBef>
                        <a:spcAft>
                          <a:spcPts val="0"/>
                        </a:spcAft>
                        <a:buClrTx/>
                        <a:buSzTx/>
                        <a:buFontTx/>
                        <a:buNone/>
                        <a:tabLst/>
                        <a:defRPr/>
                      </a:pPr>
                      <a:r>
                        <a:rPr kumimoji="0" lang="en-US" sz="1100" u="none" strike="noStrike" kern="1200" cap="none" spc="0" normalizeH="0" baseline="0" noProof="0" dirty="0">
                          <a:ln>
                            <a:noFill/>
                          </a:ln>
                          <a:effectLst/>
                          <a:uLnTx/>
                          <a:uFillTx/>
                        </a:rPr>
                        <a:t>Recommended</a:t>
                      </a:r>
                      <a:endParaRPr kumimoji="0" lang="en-US" sz="1100" b="0" i="0" u="none" strike="noStrike" kern="1200" cap="none" spc="0" normalizeH="0" baseline="0" noProof="0" dirty="0">
                        <a:ln>
                          <a:noFill/>
                        </a:ln>
                        <a:solidFill>
                          <a:srgbClr val="58585B"/>
                        </a:solidFill>
                        <a:effectLst/>
                        <a:uLnTx/>
                        <a:uFillTx/>
                        <a:latin typeface="Arial"/>
                        <a:ea typeface="+mn-ea"/>
                        <a:cs typeface="+mn-cs"/>
                      </a:endParaRPr>
                    </a:p>
                  </a:txBody>
                  <a:tcPr marL="68580" marR="68580" marT="34290" marB="34290" anchor="ctr">
                    <a:lnL w="12700" cmpd="sng">
                      <a:solidFill>
                        <a:srgbClr val="FFFFFF"/>
                      </a:solidFill>
                    </a:lnL>
                    <a:lnR w="12700" cmpd="sng">
                      <a:solidFill>
                        <a:srgbClr val="FFFFFF"/>
                      </a:solidFill>
                    </a:lnR>
                    <a:lnT w="12700" cmpd="sng">
                      <a:solidFill>
                        <a:srgbClr val="FFFFFF"/>
                      </a:solidFill>
                    </a:lnT>
                    <a:lnB w="12700" cmpd="sng">
                      <a:solidFill>
                        <a:srgbClr val="FFFFFF"/>
                      </a:solidFill>
                    </a:lnB>
                    <a:lnTlToBr w="12700" cmpd="sng">
                      <a:noFill/>
                      <a:prstDash val="solid"/>
                    </a:lnTlToBr>
                    <a:lnBlToTr w="12700" cmpd="sng">
                      <a:noFill/>
                      <a:prstDash val="solid"/>
                    </a:lnBlToTr>
                    <a:solidFill>
                      <a:srgbClr val="004C69">
                        <a:tint val="20000"/>
                      </a:srgbClr>
                    </a:solidFill>
                  </a:tcPr>
                </a:tc>
                <a:extLst>
                  <a:ext uri="{0D108BD9-81ED-4DB2-BD59-A6C34878D82A}">
                    <a16:rowId xmlns:a16="http://schemas.microsoft.com/office/drawing/2014/main" val="2582900979"/>
                  </a:ext>
                </a:extLst>
              </a:tr>
              <a:tr h="350784">
                <a:tc>
                  <a:txBody>
                    <a:bodyPr/>
                    <a:lstStyle>
                      <a:lvl1pPr marL="0" algn="l" defTabSz="914400" rtl="0" eaLnBrk="1" latinLnBrk="0" hangingPunct="1">
                        <a:defRPr sz="1800" kern="1200">
                          <a:solidFill>
                            <a:schemeClr val="dk1"/>
                          </a:solidFill>
                          <a:latin typeface="Arial"/>
                        </a:defRPr>
                      </a:lvl1pPr>
                      <a:lvl2pPr marL="457200" algn="l" defTabSz="914400" rtl="0" eaLnBrk="1" latinLnBrk="0" hangingPunct="1">
                        <a:defRPr sz="1800" kern="1200">
                          <a:solidFill>
                            <a:schemeClr val="dk1"/>
                          </a:solidFill>
                          <a:latin typeface="Arial"/>
                        </a:defRPr>
                      </a:lvl2pPr>
                      <a:lvl3pPr marL="914400" algn="l" defTabSz="914400" rtl="0" eaLnBrk="1" latinLnBrk="0" hangingPunct="1">
                        <a:defRPr sz="1800" kern="1200">
                          <a:solidFill>
                            <a:schemeClr val="dk1"/>
                          </a:solidFill>
                          <a:latin typeface="Arial"/>
                        </a:defRPr>
                      </a:lvl3pPr>
                      <a:lvl4pPr marL="1371600" algn="l" defTabSz="914400" rtl="0" eaLnBrk="1" latinLnBrk="0" hangingPunct="1">
                        <a:defRPr sz="1800" kern="1200">
                          <a:solidFill>
                            <a:schemeClr val="dk1"/>
                          </a:solidFill>
                          <a:latin typeface="Arial"/>
                        </a:defRPr>
                      </a:lvl4pPr>
                      <a:lvl5pPr marL="1828800" algn="l" defTabSz="914400" rtl="0" eaLnBrk="1" latinLnBrk="0" hangingPunct="1">
                        <a:defRPr sz="1800" kern="1200">
                          <a:solidFill>
                            <a:schemeClr val="dk1"/>
                          </a:solidFill>
                          <a:latin typeface="Arial"/>
                        </a:defRPr>
                      </a:lvl5pPr>
                      <a:lvl6pPr marL="2286000" algn="l" defTabSz="914400" rtl="0" eaLnBrk="1" latinLnBrk="0" hangingPunct="1">
                        <a:defRPr sz="1800" kern="1200">
                          <a:solidFill>
                            <a:schemeClr val="dk1"/>
                          </a:solidFill>
                          <a:latin typeface="Arial"/>
                        </a:defRPr>
                      </a:lvl6pPr>
                      <a:lvl7pPr marL="2743200" algn="l" defTabSz="914400" rtl="0" eaLnBrk="1" latinLnBrk="0" hangingPunct="1">
                        <a:defRPr sz="1800" kern="1200">
                          <a:solidFill>
                            <a:schemeClr val="dk1"/>
                          </a:solidFill>
                          <a:latin typeface="Arial"/>
                        </a:defRPr>
                      </a:lvl7pPr>
                      <a:lvl8pPr marL="3200400" algn="l" defTabSz="914400" rtl="0" eaLnBrk="1" latinLnBrk="0" hangingPunct="1">
                        <a:defRPr sz="1800" kern="1200">
                          <a:solidFill>
                            <a:schemeClr val="dk1"/>
                          </a:solidFill>
                          <a:latin typeface="Arial"/>
                        </a:defRPr>
                      </a:lvl8pPr>
                      <a:lvl9pPr marL="3657600" algn="l" defTabSz="914400" rtl="0" eaLnBrk="1" latinLnBrk="0" hangingPunct="1">
                        <a:defRPr sz="1800" kern="1200">
                          <a:solidFill>
                            <a:schemeClr val="dk1"/>
                          </a:solidFill>
                          <a:latin typeface="Arial"/>
                        </a:defRPr>
                      </a:lvl9pPr>
                    </a:lstStyle>
                    <a:p>
                      <a:pPr algn="ctr"/>
                      <a:r>
                        <a:rPr lang="en-US" sz="1100" dirty="0"/>
                        <a:t>7.3.5</a:t>
                      </a:r>
                    </a:p>
                  </a:txBody>
                  <a:tcPr marL="68580" marR="68580" marT="34290" marB="34290" anchor="ctr">
                    <a:lnL w="12700" cmpd="sng">
                      <a:solidFill>
                        <a:srgbClr val="FFFFFF"/>
                      </a:solidFill>
                    </a:lnL>
                    <a:lnR w="12700" cmpd="sng">
                      <a:solidFill>
                        <a:srgbClr val="FFFFFF"/>
                      </a:solidFill>
                    </a:lnR>
                    <a:lnT w="12700" cmpd="sng">
                      <a:solidFill>
                        <a:srgbClr val="FFFFFF"/>
                      </a:solidFill>
                    </a:lnT>
                    <a:lnB w="12700" cap="flat" cmpd="sng" algn="ctr">
                      <a:solidFill>
                        <a:srgbClr val="FFFFFF"/>
                      </a:solidFill>
                      <a:prstDash val="solid"/>
                      <a:round/>
                      <a:headEnd type="none" w="med" len="med"/>
                      <a:tailEnd type="none" w="med" len="med"/>
                    </a:lnB>
                    <a:lnTlToBr w="12700" cmpd="sng">
                      <a:noFill/>
                      <a:prstDash val="solid"/>
                    </a:lnTlToBr>
                    <a:lnBlToTr w="12700" cmpd="sng">
                      <a:noFill/>
                      <a:prstDash val="solid"/>
                    </a:lnBlToTr>
                    <a:solidFill>
                      <a:srgbClr val="004C69">
                        <a:tint val="40000"/>
                      </a:srgbClr>
                    </a:solidFill>
                  </a:tcPr>
                </a:tc>
                <a:tc>
                  <a:txBody>
                    <a:bodyPr/>
                    <a:lstStyle>
                      <a:lvl1pPr marL="0" algn="l" defTabSz="914400" rtl="0" eaLnBrk="1" latinLnBrk="0" hangingPunct="1">
                        <a:defRPr sz="1800" kern="1200">
                          <a:solidFill>
                            <a:schemeClr val="dk1"/>
                          </a:solidFill>
                          <a:latin typeface="Arial"/>
                        </a:defRPr>
                      </a:lvl1pPr>
                      <a:lvl2pPr marL="457200" algn="l" defTabSz="914400" rtl="0" eaLnBrk="1" latinLnBrk="0" hangingPunct="1">
                        <a:defRPr sz="1800" kern="1200">
                          <a:solidFill>
                            <a:schemeClr val="dk1"/>
                          </a:solidFill>
                          <a:latin typeface="Arial"/>
                        </a:defRPr>
                      </a:lvl2pPr>
                      <a:lvl3pPr marL="914400" algn="l" defTabSz="914400" rtl="0" eaLnBrk="1" latinLnBrk="0" hangingPunct="1">
                        <a:defRPr sz="1800" kern="1200">
                          <a:solidFill>
                            <a:schemeClr val="dk1"/>
                          </a:solidFill>
                          <a:latin typeface="Arial"/>
                        </a:defRPr>
                      </a:lvl3pPr>
                      <a:lvl4pPr marL="1371600" algn="l" defTabSz="914400" rtl="0" eaLnBrk="1" latinLnBrk="0" hangingPunct="1">
                        <a:defRPr sz="1800" kern="1200">
                          <a:solidFill>
                            <a:schemeClr val="dk1"/>
                          </a:solidFill>
                          <a:latin typeface="Arial"/>
                        </a:defRPr>
                      </a:lvl4pPr>
                      <a:lvl5pPr marL="1828800" algn="l" defTabSz="914400" rtl="0" eaLnBrk="1" latinLnBrk="0" hangingPunct="1">
                        <a:defRPr sz="1800" kern="1200">
                          <a:solidFill>
                            <a:schemeClr val="dk1"/>
                          </a:solidFill>
                          <a:latin typeface="Arial"/>
                        </a:defRPr>
                      </a:lvl5pPr>
                      <a:lvl6pPr marL="2286000" algn="l" defTabSz="914400" rtl="0" eaLnBrk="1" latinLnBrk="0" hangingPunct="1">
                        <a:defRPr sz="1800" kern="1200">
                          <a:solidFill>
                            <a:schemeClr val="dk1"/>
                          </a:solidFill>
                          <a:latin typeface="Arial"/>
                        </a:defRPr>
                      </a:lvl6pPr>
                      <a:lvl7pPr marL="2743200" algn="l" defTabSz="914400" rtl="0" eaLnBrk="1" latinLnBrk="0" hangingPunct="1">
                        <a:defRPr sz="1800" kern="1200">
                          <a:solidFill>
                            <a:schemeClr val="dk1"/>
                          </a:solidFill>
                          <a:latin typeface="Arial"/>
                        </a:defRPr>
                      </a:lvl7pPr>
                      <a:lvl8pPr marL="3200400" algn="l" defTabSz="914400" rtl="0" eaLnBrk="1" latinLnBrk="0" hangingPunct="1">
                        <a:defRPr sz="1800" kern="1200">
                          <a:solidFill>
                            <a:schemeClr val="dk1"/>
                          </a:solidFill>
                          <a:latin typeface="Arial"/>
                        </a:defRPr>
                      </a:lvl8pPr>
                      <a:lvl9pPr marL="3657600" algn="l" defTabSz="914400" rtl="0" eaLnBrk="1" latinLnBrk="0" hangingPunct="1">
                        <a:defRPr sz="1800" kern="1200">
                          <a:solidFill>
                            <a:schemeClr val="dk1"/>
                          </a:solidFill>
                          <a:latin typeface="Arial"/>
                        </a:defRPr>
                      </a:lvl9pPr>
                    </a:lstStyle>
                    <a:p>
                      <a:pPr marL="0" marR="0" lvl="0" indent="0" algn="l" defTabSz="685777" rtl="0" eaLnBrk="1" fontAlgn="auto" latinLnBrk="0" hangingPunct="1">
                        <a:lnSpc>
                          <a:spcPct val="100000"/>
                        </a:lnSpc>
                        <a:spcBef>
                          <a:spcPts val="0"/>
                        </a:spcBef>
                        <a:spcAft>
                          <a:spcPts val="0"/>
                        </a:spcAft>
                        <a:buClrTx/>
                        <a:buSzTx/>
                        <a:buFontTx/>
                        <a:buNone/>
                        <a:tabLst/>
                        <a:defRPr/>
                      </a:pPr>
                      <a:r>
                        <a:rPr lang="en-US" sz="1100" dirty="0"/>
                        <a:t>Animation</a:t>
                      </a:r>
                    </a:p>
                  </a:txBody>
                  <a:tcPr marL="68580" marR="68580" marT="34290" marB="34290" anchor="ctr">
                    <a:lnL w="12700" cmpd="sng">
                      <a:solidFill>
                        <a:srgbClr val="FFFFFF"/>
                      </a:solidFill>
                    </a:lnL>
                    <a:lnR w="12700" cmpd="sng">
                      <a:solidFill>
                        <a:srgbClr val="FFFFFF"/>
                      </a:solidFill>
                    </a:lnR>
                    <a:lnT w="12700" cmpd="sng">
                      <a:solidFill>
                        <a:srgbClr val="FFFFFF"/>
                      </a:solidFill>
                    </a:lnT>
                    <a:lnB w="12700" cap="flat" cmpd="sng" algn="ctr">
                      <a:solidFill>
                        <a:srgbClr val="FFFFFF"/>
                      </a:solidFill>
                      <a:prstDash val="solid"/>
                      <a:round/>
                      <a:headEnd type="none" w="med" len="med"/>
                      <a:tailEnd type="none" w="med" len="med"/>
                    </a:lnB>
                    <a:lnTlToBr w="12700" cmpd="sng">
                      <a:noFill/>
                      <a:prstDash val="solid"/>
                    </a:lnTlToBr>
                    <a:lnBlToTr w="12700" cmpd="sng">
                      <a:noFill/>
                      <a:prstDash val="solid"/>
                    </a:lnBlToTr>
                    <a:solidFill>
                      <a:srgbClr val="004C69">
                        <a:tint val="40000"/>
                      </a:srgbClr>
                    </a:solidFill>
                  </a:tcPr>
                </a:tc>
                <a:tc>
                  <a:txBody>
                    <a:bodyPr/>
                    <a:lstStyle>
                      <a:lvl1pPr marL="0" algn="l" defTabSz="914400" rtl="0" eaLnBrk="1" latinLnBrk="0" hangingPunct="1">
                        <a:defRPr sz="1800" kern="1200">
                          <a:solidFill>
                            <a:schemeClr val="dk1"/>
                          </a:solidFill>
                          <a:latin typeface="Arial"/>
                        </a:defRPr>
                      </a:lvl1pPr>
                      <a:lvl2pPr marL="457200" algn="l" defTabSz="914400" rtl="0" eaLnBrk="1" latinLnBrk="0" hangingPunct="1">
                        <a:defRPr sz="1800" kern="1200">
                          <a:solidFill>
                            <a:schemeClr val="dk1"/>
                          </a:solidFill>
                          <a:latin typeface="Arial"/>
                        </a:defRPr>
                      </a:lvl2pPr>
                      <a:lvl3pPr marL="914400" algn="l" defTabSz="914400" rtl="0" eaLnBrk="1" latinLnBrk="0" hangingPunct="1">
                        <a:defRPr sz="1800" kern="1200">
                          <a:solidFill>
                            <a:schemeClr val="dk1"/>
                          </a:solidFill>
                          <a:latin typeface="Arial"/>
                        </a:defRPr>
                      </a:lvl3pPr>
                      <a:lvl4pPr marL="1371600" algn="l" defTabSz="914400" rtl="0" eaLnBrk="1" latinLnBrk="0" hangingPunct="1">
                        <a:defRPr sz="1800" kern="1200">
                          <a:solidFill>
                            <a:schemeClr val="dk1"/>
                          </a:solidFill>
                          <a:latin typeface="Arial"/>
                        </a:defRPr>
                      </a:lvl4pPr>
                      <a:lvl5pPr marL="1828800" algn="l" defTabSz="914400" rtl="0" eaLnBrk="1" latinLnBrk="0" hangingPunct="1">
                        <a:defRPr sz="1800" kern="1200">
                          <a:solidFill>
                            <a:schemeClr val="dk1"/>
                          </a:solidFill>
                          <a:latin typeface="Arial"/>
                        </a:defRPr>
                      </a:lvl5pPr>
                      <a:lvl6pPr marL="2286000" algn="l" defTabSz="914400" rtl="0" eaLnBrk="1" latinLnBrk="0" hangingPunct="1">
                        <a:defRPr sz="1800" kern="1200">
                          <a:solidFill>
                            <a:schemeClr val="dk1"/>
                          </a:solidFill>
                          <a:latin typeface="Arial"/>
                        </a:defRPr>
                      </a:lvl6pPr>
                      <a:lvl7pPr marL="2743200" algn="l" defTabSz="914400" rtl="0" eaLnBrk="1" latinLnBrk="0" hangingPunct="1">
                        <a:defRPr sz="1800" kern="1200">
                          <a:solidFill>
                            <a:schemeClr val="dk1"/>
                          </a:solidFill>
                          <a:latin typeface="Arial"/>
                        </a:defRPr>
                      </a:lvl7pPr>
                      <a:lvl8pPr marL="3200400" algn="l" defTabSz="914400" rtl="0" eaLnBrk="1" latinLnBrk="0" hangingPunct="1">
                        <a:defRPr sz="1800" kern="1200">
                          <a:solidFill>
                            <a:schemeClr val="dk1"/>
                          </a:solidFill>
                          <a:latin typeface="Arial"/>
                        </a:defRPr>
                      </a:lvl8pPr>
                      <a:lvl9pPr marL="3657600" algn="l" defTabSz="914400" rtl="0" eaLnBrk="1" latinLnBrk="0" hangingPunct="1">
                        <a:defRPr sz="1800" kern="1200">
                          <a:solidFill>
                            <a:schemeClr val="dk1"/>
                          </a:solidFill>
                          <a:latin typeface="Arial"/>
                        </a:defRPr>
                      </a:lvl9pPr>
                    </a:lstStyle>
                    <a:p>
                      <a:pPr marL="0" marR="0" lvl="0" indent="0" algn="l" defTabSz="685777" rtl="0" eaLnBrk="1" fontAlgn="auto" latinLnBrk="0" hangingPunct="1">
                        <a:lnSpc>
                          <a:spcPct val="100000"/>
                        </a:lnSpc>
                        <a:spcBef>
                          <a:spcPts val="0"/>
                        </a:spcBef>
                        <a:spcAft>
                          <a:spcPts val="0"/>
                        </a:spcAft>
                        <a:buClrTx/>
                        <a:buSzTx/>
                        <a:buFontTx/>
                        <a:buNone/>
                        <a:tabLst/>
                        <a:defRPr/>
                      </a:pPr>
                      <a:r>
                        <a:rPr lang="en-US" sz="1100" dirty="0"/>
                        <a:t>Process for RADIUS Authentication</a:t>
                      </a:r>
                    </a:p>
                  </a:txBody>
                  <a:tcPr marL="68580" marR="68580" marT="34290" marB="34290" anchor="ctr">
                    <a:lnL w="12700" cmpd="sng">
                      <a:solidFill>
                        <a:srgbClr val="FFFFFF"/>
                      </a:solidFill>
                    </a:lnL>
                    <a:lnR w="12700" cmpd="sng">
                      <a:solidFill>
                        <a:srgbClr val="FFFFFF"/>
                      </a:solidFill>
                    </a:lnR>
                    <a:lnT w="12700" cmpd="sng">
                      <a:solidFill>
                        <a:srgbClr val="FFFFFF"/>
                      </a:solidFill>
                    </a:lnT>
                    <a:lnB w="12700" cap="flat" cmpd="sng" algn="ctr">
                      <a:solidFill>
                        <a:srgbClr val="FFFFFF"/>
                      </a:solidFill>
                      <a:prstDash val="solid"/>
                      <a:round/>
                      <a:headEnd type="none" w="med" len="med"/>
                      <a:tailEnd type="none" w="med" len="med"/>
                    </a:lnB>
                    <a:lnTlToBr w="12700" cmpd="sng">
                      <a:noFill/>
                      <a:prstDash val="solid"/>
                    </a:lnTlToBr>
                    <a:lnBlToTr w="12700" cmpd="sng">
                      <a:noFill/>
                      <a:prstDash val="solid"/>
                    </a:lnBlToTr>
                    <a:solidFill>
                      <a:srgbClr val="004C69">
                        <a:tint val="40000"/>
                      </a:srgbClr>
                    </a:solidFill>
                  </a:tcPr>
                </a:tc>
                <a:tc>
                  <a:txBody>
                    <a:bodyPr/>
                    <a:lstStyle>
                      <a:lvl1pPr marL="0" algn="l" defTabSz="914400" rtl="0" eaLnBrk="1" latinLnBrk="0" hangingPunct="1">
                        <a:defRPr sz="1800" kern="1200">
                          <a:solidFill>
                            <a:schemeClr val="dk1"/>
                          </a:solidFill>
                          <a:latin typeface="Arial"/>
                        </a:defRPr>
                      </a:lvl1pPr>
                      <a:lvl2pPr marL="457200" algn="l" defTabSz="914400" rtl="0" eaLnBrk="1" latinLnBrk="0" hangingPunct="1">
                        <a:defRPr sz="1800" kern="1200">
                          <a:solidFill>
                            <a:schemeClr val="dk1"/>
                          </a:solidFill>
                          <a:latin typeface="Arial"/>
                        </a:defRPr>
                      </a:lvl2pPr>
                      <a:lvl3pPr marL="914400" algn="l" defTabSz="914400" rtl="0" eaLnBrk="1" latinLnBrk="0" hangingPunct="1">
                        <a:defRPr sz="1800" kern="1200">
                          <a:solidFill>
                            <a:schemeClr val="dk1"/>
                          </a:solidFill>
                          <a:latin typeface="Arial"/>
                        </a:defRPr>
                      </a:lvl3pPr>
                      <a:lvl4pPr marL="1371600" algn="l" defTabSz="914400" rtl="0" eaLnBrk="1" latinLnBrk="0" hangingPunct="1">
                        <a:defRPr sz="1800" kern="1200">
                          <a:solidFill>
                            <a:schemeClr val="dk1"/>
                          </a:solidFill>
                          <a:latin typeface="Arial"/>
                        </a:defRPr>
                      </a:lvl4pPr>
                      <a:lvl5pPr marL="1828800" algn="l" defTabSz="914400" rtl="0" eaLnBrk="1" latinLnBrk="0" hangingPunct="1">
                        <a:defRPr sz="1800" kern="1200">
                          <a:solidFill>
                            <a:schemeClr val="dk1"/>
                          </a:solidFill>
                          <a:latin typeface="Arial"/>
                        </a:defRPr>
                      </a:lvl5pPr>
                      <a:lvl6pPr marL="2286000" algn="l" defTabSz="914400" rtl="0" eaLnBrk="1" latinLnBrk="0" hangingPunct="1">
                        <a:defRPr sz="1800" kern="1200">
                          <a:solidFill>
                            <a:schemeClr val="dk1"/>
                          </a:solidFill>
                          <a:latin typeface="Arial"/>
                        </a:defRPr>
                      </a:lvl6pPr>
                      <a:lvl7pPr marL="2743200" algn="l" defTabSz="914400" rtl="0" eaLnBrk="1" latinLnBrk="0" hangingPunct="1">
                        <a:defRPr sz="1800" kern="1200">
                          <a:solidFill>
                            <a:schemeClr val="dk1"/>
                          </a:solidFill>
                          <a:latin typeface="Arial"/>
                        </a:defRPr>
                      </a:lvl7pPr>
                      <a:lvl8pPr marL="3200400" algn="l" defTabSz="914400" rtl="0" eaLnBrk="1" latinLnBrk="0" hangingPunct="1">
                        <a:defRPr sz="1800" kern="1200">
                          <a:solidFill>
                            <a:schemeClr val="dk1"/>
                          </a:solidFill>
                          <a:latin typeface="Arial"/>
                        </a:defRPr>
                      </a:lvl8pPr>
                      <a:lvl9pPr marL="3657600" algn="l" defTabSz="914400" rtl="0" eaLnBrk="1" latinLnBrk="0" hangingPunct="1">
                        <a:defRPr sz="1800" kern="1200">
                          <a:solidFill>
                            <a:schemeClr val="dk1"/>
                          </a:solidFill>
                          <a:latin typeface="Arial"/>
                        </a:defRPr>
                      </a:lvl9pPr>
                    </a:lstStyle>
                    <a:p>
                      <a:pPr marL="0" marR="0" lvl="0" indent="0" algn="l" defTabSz="685777" rtl="0" eaLnBrk="1" fontAlgn="auto" latinLnBrk="0" hangingPunct="1">
                        <a:lnSpc>
                          <a:spcPct val="100000"/>
                        </a:lnSpc>
                        <a:spcBef>
                          <a:spcPts val="0"/>
                        </a:spcBef>
                        <a:spcAft>
                          <a:spcPts val="0"/>
                        </a:spcAft>
                        <a:buClrTx/>
                        <a:buSzTx/>
                        <a:buFontTx/>
                        <a:buNone/>
                        <a:tabLst/>
                        <a:defRPr/>
                      </a:pPr>
                      <a:r>
                        <a:rPr kumimoji="0" lang="en-US" sz="1100" u="none" strike="noStrike" kern="1200" cap="none" spc="0" normalizeH="0" baseline="0" noProof="0" dirty="0">
                          <a:ln>
                            <a:noFill/>
                          </a:ln>
                          <a:effectLst/>
                          <a:uLnTx/>
                          <a:uFillTx/>
                        </a:rPr>
                        <a:t>Recommended</a:t>
                      </a:r>
                      <a:endParaRPr kumimoji="0" lang="en-US" sz="1100" b="0" i="0" u="none" strike="noStrike" kern="1200" cap="none" spc="0" normalizeH="0" baseline="0" noProof="0" dirty="0">
                        <a:ln>
                          <a:noFill/>
                        </a:ln>
                        <a:solidFill>
                          <a:srgbClr val="58585B"/>
                        </a:solidFill>
                        <a:effectLst/>
                        <a:uLnTx/>
                        <a:uFillTx/>
                        <a:latin typeface="Arial"/>
                        <a:ea typeface="+mn-ea"/>
                        <a:cs typeface="+mn-cs"/>
                      </a:endParaRPr>
                    </a:p>
                  </a:txBody>
                  <a:tcPr marL="68580" marR="68580" marT="34290" marB="34290" anchor="ctr">
                    <a:lnL w="12700" cmpd="sng">
                      <a:solidFill>
                        <a:srgbClr val="FFFFFF"/>
                      </a:solidFill>
                    </a:lnL>
                    <a:lnR w="12700" cmpd="sng">
                      <a:solidFill>
                        <a:srgbClr val="FFFFFF"/>
                      </a:solidFill>
                    </a:lnR>
                    <a:lnT w="12700" cmpd="sng">
                      <a:solidFill>
                        <a:srgbClr val="FFFFFF"/>
                      </a:solidFill>
                    </a:lnT>
                    <a:lnB w="12700" cap="flat" cmpd="sng" algn="ctr">
                      <a:solidFill>
                        <a:srgbClr val="FFFFFF"/>
                      </a:solidFill>
                      <a:prstDash val="solid"/>
                      <a:round/>
                      <a:headEnd type="none" w="med" len="med"/>
                      <a:tailEnd type="none" w="med" len="med"/>
                    </a:lnB>
                    <a:lnTlToBr w="12700" cmpd="sng">
                      <a:noFill/>
                      <a:prstDash val="solid"/>
                    </a:lnTlToBr>
                    <a:lnBlToTr w="12700" cmpd="sng">
                      <a:noFill/>
                      <a:prstDash val="solid"/>
                    </a:lnBlToTr>
                    <a:solidFill>
                      <a:srgbClr val="004C69">
                        <a:tint val="40000"/>
                      </a:srgbClr>
                    </a:solidFill>
                  </a:tcPr>
                </a:tc>
                <a:extLst>
                  <a:ext uri="{0D108BD9-81ED-4DB2-BD59-A6C34878D82A}">
                    <a16:rowId xmlns:a16="http://schemas.microsoft.com/office/drawing/2014/main" val="3522544737"/>
                  </a:ext>
                </a:extLst>
              </a:tr>
              <a:tr h="350784">
                <a:tc>
                  <a:txBody>
                    <a:bodyPr/>
                    <a:lstStyle/>
                    <a:p>
                      <a:pPr marL="0" marR="0" lvl="0" indent="0" algn="ctr" defTabSz="685777" rtl="0" eaLnBrk="1" fontAlgn="auto" latinLnBrk="0" hangingPunct="1">
                        <a:lnSpc>
                          <a:spcPct val="100000"/>
                        </a:lnSpc>
                        <a:spcBef>
                          <a:spcPts val="0"/>
                        </a:spcBef>
                        <a:spcAft>
                          <a:spcPts val="0"/>
                        </a:spcAft>
                        <a:buClrTx/>
                        <a:buSzTx/>
                        <a:buFontTx/>
                        <a:buNone/>
                        <a:tabLst/>
                        <a:defRPr/>
                      </a:pPr>
                      <a:r>
                        <a:rPr lang="en-US" sz="1100" kern="1200" dirty="0">
                          <a:solidFill>
                            <a:schemeClr val="dk1"/>
                          </a:solidFill>
                          <a:latin typeface="Arial"/>
                          <a:ea typeface="+mn-ea"/>
                          <a:cs typeface="+mn-cs"/>
                        </a:rPr>
                        <a:t>7.3.6</a:t>
                      </a:r>
                    </a:p>
                  </a:txBody>
                  <a:tcPr marL="68580" marR="68580" marT="34290" marB="34290" anchor="ctr">
                    <a:lnL w="12700" cmpd="sng">
                      <a:solidFill>
                        <a:srgbClr val="FFFFFF"/>
                      </a:solidFill>
                    </a:lnL>
                    <a:lnR w="12700" cap="flat" cmpd="sng" algn="ctr">
                      <a:solidFill>
                        <a:srgbClr val="FFFFFF"/>
                      </a:solidFill>
                      <a:prstDash val="solid"/>
                      <a:round/>
                      <a:headEnd type="none" w="med" len="med"/>
                      <a:tailEnd type="none" w="med" len="med"/>
                    </a:lnR>
                    <a:lnT w="12700" cmpd="sng">
                      <a:solidFill>
                        <a:srgbClr val="FFFFFF"/>
                      </a:solidFill>
                    </a:lnT>
                    <a:lnB w="12700" cap="flat" cmpd="sng" algn="ctr">
                      <a:solidFill>
                        <a:srgbClr val="FFFFFF"/>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marL="0" marR="0" lvl="0" indent="0" algn="l" defTabSz="685777" rtl="0" eaLnBrk="1" fontAlgn="auto" latinLnBrk="0" hangingPunct="1">
                        <a:lnSpc>
                          <a:spcPct val="100000"/>
                        </a:lnSpc>
                        <a:spcBef>
                          <a:spcPts val="0"/>
                        </a:spcBef>
                        <a:spcAft>
                          <a:spcPts val="0"/>
                        </a:spcAft>
                        <a:buClrTx/>
                        <a:buSzTx/>
                        <a:buFontTx/>
                        <a:buNone/>
                        <a:tabLst/>
                        <a:defRPr/>
                      </a:pPr>
                      <a:r>
                        <a:rPr lang="en-US" sz="1100" kern="1200" dirty="0">
                          <a:solidFill>
                            <a:schemeClr val="dk1"/>
                          </a:solidFill>
                          <a:latin typeface="Arial"/>
                          <a:ea typeface="+mn-ea"/>
                          <a:cs typeface="+mn-cs"/>
                        </a:rPr>
                        <a:t>Check Your Understanding</a:t>
                      </a:r>
                    </a:p>
                  </a:txBody>
                  <a:tcPr marL="68580" marR="68580" marT="34290" marB="3429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mpd="sng">
                      <a:solidFill>
                        <a:srgbClr val="FFFFFF"/>
                      </a:solidFill>
                    </a:lnT>
                    <a:lnB w="12700" cap="flat" cmpd="sng" algn="ctr">
                      <a:solidFill>
                        <a:srgbClr val="FFFFFF"/>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marL="0" marR="0" lvl="0" indent="0" algn="l" defTabSz="685777" rtl="0" eaLnBrk="1" fontAlgn="auto" latinLnBrk="0" hangingPunct="1">
                        <a:lnSpc>
                          <a:spcPct val="100000"/>
                        </a:lnSpc>
                        <a:spcBef>
                          <a:spcPts val="0"/>
                        </a:spcBef>
                        <a:spcAft>
                          <a:spcPts val="0"/>
                        </a:spcAft>
                        <a:buClrTx/>
                        <a:buSzTx/>
                        <a:buFontTx/>
                        <a:buNone/>
                        <a:tabLst/>
                        <a:defRPr/>
                      </a:pPr>
                      <a:r>
                        <a:rPr lang="en-US" sz="1100" kern="1200" dirty="0">
                          <a:solidFill>
                            <a:schemeClr val="dk1"/>
                          </a:solidFill>
                          <a:latin typeface="Arial"/>
                          <a:ea typeface="+mn-ea"/>
                          <a:cs typeface="+mn-cs"/>
                        </a:rPr>
                        <a:t>Identify the AAA Communication Protocol</a:t>
                      </a:r>
                    </a:p>
                  </a:txBody>
                  <a:tcPr marL="68580" marR="68580" marT="34290" marB="3429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mpd="sng">
                      <a:solidFill>
                        <a:srgbClr val="FFFFFF"/>
                      </a:solidFill>
                    </a:lnT>
                    <a:lnB w="12700" cap="flat" cmpd="sng" algn="ctr">
                      <a:solidFill>
                        <a:srgbClr val="FFFFFF"/>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marL="0" marR="0" lvl="0" indent="0" algn="l" defTabSz="685777" rtl="0" eaLnBrk="1" fontAlgn="auto" latinLnBrk="0" hangingPunct="1">
                        <a:lnSpc>
                          <a:spcPct val="100000"/>
                        </a:lnSpc>
                        <a:spcBef>
                          <a:spcPts val="0"/>
                        </a:spcBef>
                        <a:spcAft>
                          <a:spcPts val="0"/>
                        </a:spcAft>
                        <a:buClrTx/>
                        <a:buSzTx/>
                        <a:buFontTx/>
                        <a:buNone/>
                        <a:tabLst/>
                        <a:defRPr/>
                      </a:pPr>
                      <a:r>
                        <a:rPr lang="en-US" sz="1100" kern="1200" noProof="0" dirty="0">
                          <a:solidFill>
                            <a:schemeClr val="dk1"/>
                          </a:solidFill>
                          <a:latin typeface="Arial"/>
                          <a:ea typeface="+mn-ea"/>
                          <a:cs typeface="+mn-cs"/>
                        </a:rPr>
                        <a:t>Recommended</a:t>
                      </a:r>
                    </a:p>
                  </a:txBody>
                  <a:tcPr marL="68580" marR="68580" marT="34290" marB="34290" anchor="ctr">
                    <a:lnL w="12700" cap="flat" cmpd="sng" algn="ctr">
                      <a:solidFill>
                        <a:srgbClr val="FFFFFF"/>
                      </a:solidFill>
                      <a:prstDash val="solid"/>
                      <a:round/>
                      <a:headEnd type="none" w="med" len="med"/>
                      <a:tailEnd type="none" w="med" len="med"/>
                    </a:lnL>
                    <a:lnR w="12700" cmpd="sng">
                      <a:solidFill>
                        <a:srgbClr val="FFFFFF"/>
                      </a:solidFill>
                    </a:lnR>
                    <a:lnT w="12700" cmpd="sng">
                      <a:solidFill>
                        <a:srgbClr val="FFFFFF"/>
                      </a:solidFill>
                    </a:lnT>
                    <a:lnB w="12700" cap="flat" cmpd="sng" algn="ctr">
                      <a:solidFill>
                        <a:srgbClr val="FFFFFF"/>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extLst>
                  <a:ext uri="{0D108BD9-81ED-4DB2-BD59-A6C34878D82A}">
                    <a16:rowId xmlns:a16="http://schemas.microsoft.com/office/drawing/2014/main" val="4176298296"/>
                  </a:ext>
                </a:extLst>
              </a:tr>
              <a:tr h="350784">
                <a:tc>
                  <a:txBody>
                    <a:bodyPr/>
                    <a:lstStyle/>
                    <a:p>
                      <a:pPr marL="0" marR="0" lvl="0" indent="0" algn="ctr" defTabSz="685777" rtl="0" eaLnBrk="1" fontAlgn="auto" latinLnBrk="0" hangingPunct="1">
                        <a:lnSpc>
                          <a:spcPct val="100000"/>
                        </a:lnSpc>
                        <a:spcBef>
                          <a:spcPts val="0"/>
                        </a:spcBef>
                        <a:spcAft>
                          <a:spcPts val="0"/>
                        </a:spcAft>
                        <a:buClrTx/>
                        <a:buSzTx/>
                        <a:buFontTx/>
                        <a:buNone/>
                        <a:tabLst/>
                        <a:defRPr/>
                      </a:pPr>
                      <a:r>
                        <a:rPr lang="en-US" sz="1100" kern="1200" dirty="0">
                          <a:solidFill>
                            <a:schemeClr val="dk1"/>
                          </a:solidFill>
                          <a:latin typeface="Arial"/>
                          <a:ea typeface="+mn-ea"/>
                          <a:cs typeface="+mn-cs"/>
                        </a:rPr>
                        <a:t>7.4.5</a:t>
                      </a:r>
                    </a:p>
                  </a:txBody>
                  <a:tcPr marL="68580" marR="68580" marT="34290" marB="34290" anchor="ctr">
                    <a:lnL w="12700" cmpd="sng">
                      <a:solidFill>
                        <a:srgbClr val="FFFFFF"/>
                      </a:solidFill>
                    </a:lnL>
                    <a:lnR w="12700" cap="flat" cmpd="sng" algn="ctr">
                      <a:solidFill>
                        <a:srgbClr val="FFFFFF"/>
                      </a:solidFill>
                      <a:prstDash val="solid"/>
                      <a:round/>
                      <a:headEnd type="none" w="med" len="med"/>
                      <a:tailEnd type="none" w="med" len="med"/>
                    </a:lnR>
                    <a:lnT w="12700" cmpd="sng">
                      <a:solidFill>
                        <a:srgbClr val="FFFFFF"/>
                      </a:solidFill>
                    </a:lnT>
                    <a:lnB w="12700" cap="flat" cmpd="sng" algn="ctr">
                      <a:solidFill>
                        <a:srgbClr val="FFFFFF"/>
                      </a:solidFill>
                      <a:prstDash val="solid"/>
                      <a:round/>
                      <a:headEnd type="none" w="med" len="med"/>
                      <a:tailEnd type="none" w="med" len="med"/>
                    </a:lnB>
                    <a:lnTlToBr w="12700" cmpd="sng">
                      <a:noFill/>
                      <a:prstDash val="solid"/>
                    </a:lnTlToBr>
                    <a:lnBlToTr w="12700" cmpd="sng">
                      <a:noFill/>
                      <a:prstDash val="solid"/>
                    </a:lnBlToTr>
                    <a:solidFill>
                      <a:srgbClr val="004C69">
                        <a:tint val="40000"/>
                      </a:srgbClr>
                    </a:solidFill>
                  </a:tcPr>
                </a:tc>
                <a:tc>
                  <a:txBody>
                    <a:bodyPr/>
                    <a:lstStyle/>
                    <a:p>
                      <a:pPr marL="0" marR="0" lvl="0" indent="0" algn="l" defTabSz="685777" rtl="0" eaLnBrk="1" fontAlgn="auto" latinLnBrk="0" hangingPunct="1">
                        <a:lnSpc>
                          <a:spcPct val="100000"/>
                        </a:lnSpc>
                        <a:spcBef>
                          <a:spcPts val="0"/>
                        </a:spcBef>
                        <a:spcAft>
                          <a:spcPts val="0"/>
                        </a:spcAft>
                        <a:buClrTx/>
                        <a:buSzTx/>
                        <a:buFontTx/>
                        <a:buNone/>
                        <a:tabLst/>
                        <a:defRPr/>
                      </a:pPr>
                      <a:r>
                        <a:rPr lang="en-US" sz="1100" kern="1200" dirty="0">
                          <a:solidFill>
                            <a:schemeClr val="dk1"/>
                          </a:solidFill>
                          <a:latin typeface="Arial"/>
                          <a:ea typeface="+mn-ea"/>
                          <a:cs typeface="+mn-cs"/>
                        </a:rPr>
                        <a:t>Syntax Checker</a:t>
                      </a:r>
                    </a:p>
                  </a:txBody>
                  <a:tcPr marL="68580" marR="68580" marT="34290" marB="3429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mpd="sng">
                      <a:solidFill>
                        <a:srgbClr val="FFFFFF"/>
                      </a:solidFill>
                    </a:lnT>
                    <a:lnB w="12700" cap="flat" cmpd="sng" algn="ctr">
                      <a:solidFill>
                        <a:srgbClr val="FFFFFF"/>
                      </a:solidFill>
                      <a:prstDash val="solid"/>
                      <a:round/>
                      <a:headEnd type="none" w="med" len="med"/>
                      <a:tailEnd type="none" w="med" len="med"/>
                    </a:lnB>
                    <a:lnTlToBr w="12700" cmpd="sng">
                      <a:noFill/>
                      <a:prstDash val="solid"/>
                    </a:lnTlToBr>
                    <a:lnBlToTr w="12700" cmpd="sng">
                      <a:noFill/>
                      <a:prstDash val="solid"/>
                    </a:lnBlToTr>
                    <a:solidFill>
                      <a:srgbClr val="004C69">
                        <a:tint val="40000"/>
                      </a:srgbClr>
                    </a:solidFill>
                  </a:tcPr>
                </a:tc>
                <a:tc>
                  <a:txBody>
                    <a:bodyPr/>
                    <a:lstStyle/>
                    <a:p>
                      <a:pPr marL="0" marR="0" lvl="0" indent="0" algn="l" defTabSz="685777" rtl="0" eaLnBrk="1" fontAlgn="auto" latinLnBrk="0" hangingPunct="1">
                        <a:lnSpc>
                          <a:spcPct val="100000"/>
                        </a:lnSpc>
                        <a:spcBef>
                          <a:spcPts val="0"/>
                        </a:spcBef>
                        <a:spcAft>
                          <a:spcPts val="0"/>
                        </a:spcAft>
                        <a:buClrTx/>
                        <a:buSzTx/>
                        <a:buFontTx/>
                        <a:buNone/>
                        <a:tabLst/>
                        <a:defRPr/>
                      </a:pPr>
                      <a:r>
                        <a:rPr lang="en-US" sz="1100" kern="1200" dirty="0">
                          <a:solidFill>
                            <a:schemeClr val="dk1"/>
                          </a:solidFill>
                          <a:latin typeface="Arial"/>
                          <a:ea typeface="+mn-ea"/>
                          <a:cs typeface="+mn-cs"/>
                        </a:rPr>
                        <a:t>Configure Server-Based AAA Authentication</a:t>
                      </a:r>
                    </a:p>
                  </a:txBody>
                  <a:tcPr marL="68580" marR="68580" marT="34290" marB="3429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mpd="sng">
                      <a:solidFill>
                        <a:srgbClr val="FFFFFF"/>
                      </a:solidFill>
                    </a:lnT>
                    <a:lnB w="12700" cap="flat" cmpd="sng" algn="ctr">
                      <a:solidFill>
                        <a:srgbClr val="FFFFFF"/>
                      </a:solidFill>
                      <a:prstDash val="solid"/>
                      <a:round/>
                      <a:headEnd type="none" w="med" len="med"/>
                      <a:tailEnd type="none" w="med" len="med"/>
                    </a:lnB>
                    <a:lnTlToBr w="12700" cmpd="sng">
                      <a:noFill/>
                      <a:prstDash val="solid"/>
                    </a:lnTlToBr>
                    <a:lnBlToTr w="12700" cmpd="sng">
                      <a:noFill/>
                      <a:prstDash val="solid"/>
                    </a:lnBlToTr>
                    <a:solidFill>
                      <a:srgbClr val="004C69">
                        <a:tint val="40000"/>
                      </a:srgbClr>
                    </a:solidFill>
                  </a:tcPr>
                </a:tc>
                <a:tc>
                  <a:txBody>
                    <a:bodyPr/>
                    <a:lstStyle/>
                    <a:p>
                      <a:pPr marL="0" marR="0" lvl="0" indent="0" algn="l" defTabSz="685777" rtl="0" eaLnBrk="1" fontAlgn="auto" latinLnBrk="0" hangingPunct="1">
                        <a:lnSpc>
                          <a:spcPct val="100000"/>
                        </a:lnSpc>
                        <a:spcBef>
                          <a:spcPts val="0"/>
                        </a:spcBef>
                        <a:spcAft>
                          <a:spcPts val="0"/>
                        </a:spcAft>
                        <a:buClrTx/>
                        <a:buSzTx/>
                        <a:buFontTx/>
                        <a:buNone/>
                        <a:tabLst/>
                        <a:defRPr/>
                      </a:pPr>
                      <a:r>
                        <a:rPr lang="en-US" sz="1100" kern="1200" noProof="0" dirty="0">
                          <a:solidFill>
                            <a:schemeClr val="dk1"/>
                          </a:solidFill>
                          <a:latin typeface="Arial"/>
                          <a:ea typeface="+mn-ea"/>
                          <a:cs typeface="+mn-cs"/>
                        </a:rPr>
                        <a:t>Recommended</a:t>
                      </a:r>
                    </a:p>
                  </a:txBody>
                  <a:tcPr marL="68580" marR="68580" marT="34290" marB="34290" anchor="ctr">
                    <a:lnL w="12700" cap="flat" cmpd="sng" algn="ctr">
                      <a:solidFill>
                        <a:srgbClr val="FFFFFF"/>
                      </a:solidFill>
                      <a:prstDash val="solid"/>
                      <a:round/>
                      <a:headEnd type="none" w="med" len="med"/>
                      <a:tailEnd type="none" w="med" len="med"/>
                    </a:lnL>
                    <a:lnR w="12700" cmpd="sng">
                      <a:solidFill>
                        <a:srgbClr val="FFFFFF"/>
                      </a:solidFill>
                    </a:lnR>
                    <a:lnT w="12700" cmpd="sng">
                      <a:solidFill>
                        <a:srgbClr val="FFFFFF"/>
                      </a:solidFill>
                    </a:lnT>
                    <a:lnB w="12700" cap="flat" cmpd="sng" algn="ctr">
                      <a:solidFill>
                        <a:srgbClr val="FFFFFF"/>
                      </a:solidFill>
                      <a:prstDash val="solid"/>
                      <a:round/>
                      <a:headEnd type="none" w="med" len="med"/>
                      <a:tailEnd type="none" w="med" len="med"/>
                    </a:lnB>
                    <a:lnTlToBr w="12700" cmpd="sng">
                      <a:noFill/>
                      <a:prstDash val="solid"/>
                    </a:lnTlToBr>
                    <a:lnBlToTr w="12700" cmpd="sng">
                      <a:noFill/>
                      <a:prstDash val="solid"/>
                    </a:lnBlToTr>
                    <a:solidFill>
                      <a:srgbClr val="004C69">
                        <a:tint val="40000"/>
                      </a:srgbClr>
                    </a:solidFill>
                  </a:tcPr>
                </a:tc>
                <a:extLst>
                  <a:ext uri="{0D108BD9-81ED-4DB2-BD59-A6C34878D82A}">
                    <a16:rowId xmlns:a16="http://schemas.microsoft.com/office/drawing/2014/main" val="4087648175"/>
                  </a:ext>
                </a:extLst>
              </a:tr>
              <a:tr h="350784">
                <a:tc>
                  <a:txBody>
                    <a:bodyPr/>
                    <a:lstStyle/>
                    <a:p>
                      <a:pPr marL="0" marR="0" lvl="0" indent="0" algn="ctr" defTabSz="685777" rtl="0" eaLnBrk="1" fontAlgn="auto" latinLnBrk="0" hangingPunct="1">
                        <a:lnSpc>
                          <a:spcPct val="100000"/>
                        </a:lnSpc>
                        <a:spcBef>
                          <a:spcPts val="0"/>
                        </a:spcBef>
                        <a:spcAft>
                          <a:spcPts val="0"/>
                        </a:spcAft>
                        <a:buClrTx/>
                        <a:buSzTx/>
                        <a:buFontTx/>
                        <a:buNone/>
                        <a:tabLst/>
                        <a:defRPr/>
                      </a:pPr>
                      <a:r>
                        <a:rPr lang="en-US" sz="1100" kern="1200" dirty="0">
                          <a:solidFill>
                            <a:schemeClr val="dk1"/>
                          </a:solidFill>
                          <a:latin typeface="Arial"/>
                          <a:ea typeface="+mn-ea"/>
                          <a:cs typeface="+mn-cs"/>
                        </a:rPr>
                        <a:t>7.4.6</a:t>
                      </a:r>
                    </a:p>
                  </a:txBody>
                  <a:tcPr marL="68580" marR="68580" marT="34290" marB="34290" anchor="ctr">
                    <a:lnL w="12700" cmpd="sng">
                      <a:solidFill>
                        <a:srgbClr val="FFFFFF"/>
                      </a:solidFill>
                    </a:lnL>
                    <a:lnR w="12700" cap="flat" cmpd="sng" algn="ctr">
                      <a:solidFill>
                        <a:srgbClr val="FFFFFF"/>
                      </a:solidFill>
                      <a:prstDash val="solid"/>
                      <a:round/>
                      <a:headEnd type="none" w="med" len="med"/>
                      <a:tailEnd type="none" w="med" len="med"/>
                    </a:lnR>
                    <a:lnT w="12700" cmpd="sng">
                      <a:solidFill>
                        <a:srgbClr val="FFFFFF"/>
                      </a:solidFill>
                    </a:lnT>
                    <a:lnB w="12700" cmpd="sng">
                      <a:solidFill>
                        <a:srgbClr val="FFFFFF"/>
                      </a:solidFill>
                    </a:lnB>
                    <a:lnTlToBr w="12700" cmpd="sng">
                      <a:noFill/>
                      <a:prstDash val="solid"/>
                    </a:lnTlToBr>
                    <a:lnBlToTr w="12700" cmpd="sng">
                      <a:noFill/>
                      <a:prstDash val="solid"/>
                    </a:lnBlToTr>
                    <a:solidFill>
                      <a:schemeClr val="bg1">
                        <a:lumMod val="95000"/>
                      </a:schemeClr>
                    </a:solidFill>
                  </a:tcPr>
                </a:tc>
                <a:tc>
                  <a:txBody>
                    <a:bodyPr/>
                    <a:lstStyle/>
                    <a:p>
                      <a:pPr marL="0" marR="0" lvl="0" indent="0" algn="l" defTabSz="685777" rtl="0" eaLnBrk="1" fontAlgn="auto" latinLnBrk="0" hangingPunct="1">
                        <a:lnSpc>
                          <a:spcPct val="100000"/>
                        </a:lnSpc>
                        <a:spcBef>
                          <a:spcPts val="0"/>
                        </a:spcBef>
                        <a:spcAft>
                          <a:spcPts val="0"/>
                        </a:spcAft>
                        <a:buClrTx/>
                        <a:buSzTx/>
                        <a:buFontTx/>
                        <a:buNone/>
                        <a:tabLst/>
                        <a:defRPr/>
                      </a:pPr>
                      <a:r>
                        <a:rPr lang="en-US" sz="1100" kern="1200" dirty="0">
                          <a:solidFill>
                            <a:schemeClr val="dk1"/>
                          </a:solidFill>
                          <a:latin typeface="Arial"/>
                          <a:ea typeface="+mn-ea"/>
                          <a:cs typeface="+mn-cs"/>
                        </a:rPr>
                        <a:t>Video</a:t>
                      </a:r>
                    </a:p>
                  </a:txBody>
                  <a:tcPr marL="68580" marR="68580" marT="34290" marB="3429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mpd="sng">
                      <a:solidFill>
                        <a:srgbClr val="FFFFFF"/>
                      </a:solidFill>
                    </a:lnT>
                    <a:lnB w="12700" cmpd="sng">
                      <a:solidFill>
                        <a:srgbClr val="FFFFFF"/>
                      </a:solidFill>
                    </a:lnB>
                    <a:lnTlToBr w="12700" cmpd="sng">
                      <a:noFill/>
                      <a:prstDash val="solid"/>
                    </a:lnTlToBr>
                    <a:lnBlToTr w="12700" cmpd="sng">
                      <a:noFill/>
                      <a:prstDash val="solid"/>
                    </a:lnBlToTr>
                    <a:solidFill>
                      <a:schemeClr val="bg1">
                        <a:lumMod val="95000"/>
                      </a:schemeClr>
                    </a:solidFill>
                  </a:tcPr>
                </a:tc>
                <a:tc>
                  <a:txBody>
                    <a:bodyPr/>
                    <a:lstStyle/>
                    <a:p>
                      <a:pPr marL="0" marR="0" lvl="0" indent="0" algn="l" defTabSz="685777" rtl="0" eaLnBrk="1" fontAlgn="auto" latinLnBrk="0" hangingPunct="1">
                        <a:lnSpc>
                          <a:spcPct val="100000"/>
                        </a:lnSpc>
                        <a:spcBef>
                          <a:spcPts val="0"/>
                        </a:spcBef>
                        <a:spcAft>
                          <a:spcPts val="0"/>
                        </a:spcAft>
                        <a:buClrTx/>
                        <a:buSzTx/>
                        <a:buFontTx/>
                        <a:buNone/>
                        <a:tabLst/>
                        <a:defRPr/>
                      </a:pPr>
                      <a:r>
                        <a:rPr lang="en-US" sz="1100" kern="1200" dirty="0">
                          <a:solidFill>
                            <a:schemeClr val="dk1"/>
                          </a:solidFill>
                          <a:latin typeface="Arial"/>
                          <a:ea typeface="+mn-ea"/>
                          <a:cs typeface="+mn-cs"/>
                        </a:rPr>
                        <a:t>Configure a Cisco Router to Access a AAA RADIUS Server</a:t>
                      </a:r>
                    </a:p>
                  </a:txBody>
                  <a:tcPr marL="68580" marR="68580" marT="34290" marB="3429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mpd="sng">
                      <a:solidFill>
                        <a:srgbClr val="FFFFFF"/>
                      </a:solidFill>
                    </a:lnT>
                    <a:lnB w="12700" cmpd="sng">
                      <a:solidFill>
                        <a:srgbClr val="FFFFFF"/>
                      </a:solidFill>
                    </a:lnB>
                    <a:lnTlToBr w="12700" cmpd="sng">
                      <a:noFill/>
                      <a:prstDash val="solid"/>
                    </a:lnTlToBr>
                    <a:lnBlToTr w="12700" cmpd="sng">
                      <a:noFill/>
                      <a:prstDash val="solid"/>
                    </a:lnBlToTr>
                    <a:solidFill>
                      <a:schemeClr val="bg1">
                        <a:lumMod val="95000"/>
                      </a:schemeClr>
                    </a:solidFill>
                  </a:tcPr>
                </a:tc>
                <a:tc>
                  <a:txBody>
                    <a:bodyPr/>
                    <a:lstStyle/>
                    <a:p>
                      <a:pPr marL="0" marR="0" lvl="0" indent="0" algn="l" defTabSz="685777" rtl="0" eaLnBrk="1" fontAlgn="auto" latinLnBrk="0" hangingPunct="1">
                        <a:lnSpc>
                          <a:spcPct val="100000"/>
                        </a:lnSpc>
                        <a:spcBef>
                          <a:spcPts val="0"/>
                        </a:spcBef>
                        <a:spcAft>
                          <a:spcPts val="0"/>
                        </a:spcAft>
                        <a:buClrTx/>
                        <a:buSzTx/>
                        <a:buFontTx/>
                        <a:buNone/>
                        <a:tabLst/>
                        <a:defRPr/>
                      </a:pPr>
                      <a:r>
                        <a:rPr lang="en-US" sz="1100" kern="1200" noProof="0" dirty="0">
                          <a:solidFill>
                            <a:schemeClr val="dk1"/>
                          </a:solidFill>
                          <a:latin typeface="Arial"/>
                          <a:ea typeface="+mn-ea"/>
                          <a:cs typeface="+mn-cs"/>
                        </a:rPr>
                        <a:t>Recommended</a:t>
                      </a:r>
                    </a:p>
                  </a:txBody>
                  <a:tcPr marL="68580" marR="68580" marT="34290" marB="34290" anchor="ctr">
                    <a:lnL w="12700" cap="flat" cmpd="sng" algn="ctr">
                      <a:solidFill>
                        <a:srgbClr val="FFFFFF"/>
                      </a:solidFill>
                      <a:prstDash val="solid"/>
                      <a:round/>
                      <a:headEnd type="none" w="med" len="med"/>
                      <a:tailEnd type="none" w="med" len="med"/>
                    </a:lnL>
                    <a:lnR w="12700" cmpd="sng">
                      <a:solidFill>
                        <a:srgbClr val="FFFFFF"/>
                      </a:solidFill>
                    </a:lnR>
                    <a:lnT w="12700" cmpd="sng">
                      <a:solidFill>
                        <a:srgbClr val="FFFFFF"/>
                      </a:solidFill>
                    </a:lnT>
                    <a:lnB w="12700" cmpd="sng">
                      <a:solidFill>
                        <a:srgbClr val="FFFFFF"/>
                      </a:solidFill>
                    </a:lnB>
                    <a:lnTlToBr w="12700" cmpd="sng">
                      <a:noFill/>
                      <a:prstDash val="solid"/>
                    </a:lnTlToBr>
                    <a:lnBlToTr w="12700" cmpd="sng">
                      <a:noFill/>
                      <a:prstDash val="solid"/>
                    </a:lnBlToTr>
                    <a:solidFill>
                      <a:schemeClr val="bg1">
                        <a:lumMod val="95000"/>
                      </a:schemeClr>
                    </a:solidFill>
                  </a:tcPr>
                </a:tc>
                <a:extLst>
                  <a:ext uri="{0D108BD9-81ED-4DB2-BD59-A6C34878D82A}">
                    <a16:rowId xmlns:a16="http://schemas.microsoft.com/office/drawing/2014/main" val="4134126316"/>
                  </a:ext>
                </a:extLst>
              </a:tr>
            </a:tbl>
          </a:graphicData>
        </a:graphic>
      </p:graphicFrame>
      <p:sp>
        <p:nvSpPr>
          <p:cNvPr id="25" name="Slide Number Placeholder 24"/>
          <p:cNvSpPr>
            <a:spLocks noGrp="1"/>
          </p:cNvSpPr>
          <p:nvPr>
            <p:ph type="sldNum" sz="quarter" idx="4294967295"/>
          </p:nvPr>
        </p:nvSpPr>
        <p:spPr>
          <a:xfrm>
            <a:off x="8686800" y="4629150"/>
            <a:ext cx="457200" cy="228600"/>
          </a:xfrm>
          <a:prstGeom prst="rect">
            <a:avLst/>
          </a:prstGeom>
          <a:extLst>
            <a:ext uri="{C572A759-6A51-4108-AA02-DFA0A04FC94B}">
              <ma14:wrappingTextBoxFlag xmlns:ma14="http://schemas.microsoft.com/office/mac/drawingml/2011/main" xmlns="" val="0"/>
            </a:ext>
          </a:extLst>
        </p:spPr>
        <p:txBody>
          <a:bodyPr/>
          <a:lstStyle>
            <a:lvl1pPr>
              <a:defRPr sz="600">
                <a:solidFill>
                  <a:srgbClr val="D9D9D9"/>
                </a:solidFill>
              </a:defRPr>
            </a:lvl1p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600" b="0" i="0" u="none" strike="noStrike" kern="1200" cap="none" spc="0" normalizeH="0" baseline="0" noProof="0">
                <a:ln>
                  <a:noFill/>
                </a:ln>
                <a:solidFill>
                  <a:srgbClr val="D9D9D9"/>
                </a:solidFill>
                <a:effectLst/>
                <a:uLnTx/>
                <a:uFillTx/>
                <a:latin typeface="Calibri" panose="020F050202020403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6</a:t>
            </a:fld>
            <a:endParaRPr kumimoji="0" lang="en-US" sz="600" b="0" i="0" u="none" strike="noStrike" kern="1200" cap="none" spc="0" normalizeH="0" baseline="0" noProof="0" dirty="0">
              <a:ln>
                <a:noFill/>
              </a:ln>
              <a:solidFill>
                <a:srgbClr val="D9D9D9"/>
              </a:solidFill>
              <a:effectLst/>
              <a:uLnTx/>
              <a:uFillTx/>
              <a:latin typeface="Calibri" panose="020F0502020204030204"/>
              <a:ea typeface="+mn-ea"/>
              <a:cs typeface="+mn-cs"/>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1"/>
          <p:cNvSpPr>
            <a:spLocks noGrp="1"/>
          </p:cNvSpPr>
          <p:nvPr>
            <p:ph type="body" idx="100" hasCustomPrompt="1"/>
          </p:nvPr>
        </p:nvSpPr>
        <p:spPr>
          <a:xfrm>
            <a:off x="0" y="0"/>
            <a:ext cx="9144000" cy="274320"/>
          </a:xfrm>
          <a:prstGeom prst="rect">
            <a:avLst/>
          </a:prstGeom>
          <a:noFill/>
          <a:ln/>
        </p:spPr>
        <p:txBody>
          <a:bodyPr wrap="square" rtlCol="0"/>
          <a:lstStyle/>
          <a:p>
            <a:pPr marL="0" indent="0">
              <a:buNone/>
            </a:pPr>
            <a:r>
              <a:rPr lang="en-US" dirty="0"/>
              <a:t>Module 7: Activities</a:t>
            </a:r>
          </a:p>
        </p:txBody>
      </p:sp>
      <p:sp>
        <p:nvSpPr>
          <p:cNvPr id="3" name="Object2"/>
          <p:cNvSpPr/>
          <p:nvPr/>
        </p:nvSpPr>
        <p:spPr>
          <a:xfrm>
            <a:off x="0" y="457200"/>
            <a:ext cx="8229600" cy="361950"/>
          </a:xfrm>
          <a:prstGeom prst="rect">
            <a:avLst/>
          </a:prstGeom>
          <a:noFill/>
          <a:ln/>
        </p:spPr>
        <p:txBody>
          <a:bodyPr wrap="square" rtlCol="0" anchor="t"/>
          <a:lstStyle/>
          <a:p>
            <a:pPr marL="0" marR="0" lvl="0" indent="0" algn="l" defTabSz="914400" rtl="0" eaLnBrk="1" fontAlgn="auto" latinLnBrk="0" hangingPunct="1">
              <a:lnSpc>
                <a:spcPts val="2000"/>
              </a:lnSpc>
              <a:spcBef>
                <a:spcPts val="0"/>
              </a:spcBef>
              <a:spcAft>
                <a:spcPts val="0"/>
              </a:spcAft>
              <a:buClrTx/>
              <a:buSzTx/>
              <a:buFontTx/>
              <a:buNone/>
              <a:tabLst/>
              <a:defRPr/>
            </a:pPr>
            <a:r>
              <a:rPr kumimoji="0" lang="en-US" sz="1400" b="0" i="0" u="none" strike="noStrike" kern="1200" cap="none" spc="0" normalizeH="0" baseline="0" noProof="0" dirty="0">
                <a:ln>
                  <a:noFill/>
                </a:ln>
                <a:solidFill>
                  <a:srgbClr val="000000"/>
                </a:solidFill>
                <a:effectLst/>
                <a:uLnTx/>
                <a:uFillTx/>
                <a:latin typeface="Arial" pitchFamily="34" charset="0"/>
                <a:ea typeface="Arial" pitchFamily="34" charset="-122"/>
                <a:cs typeface="Arial" pitchFamily="34" charset="-120"/>
              </a:rPr>
              <a:t>What activities are associated with this module?</a:t>
            </a:r>
            <a:endParaRPr kumimoji="0" lang="en-US" sz="14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graphicFrame>
        <p:nvGraphicFramePr>
          <p:cNvPr id="8" name="Content Placeholder 3">
            <a:extLst>
              <a:ext uri="{FF2B5EF4-FFF2-40B4-BE49-F238E27FC236}">
                <a16:creationId xmlns:a16="http://schemas.microsoft.com/office/drawing/2014/main" id="{2334105E-9CC5-47D6-A20B-E5E2B607CFAE}"/>
              </a:ext>
            </a:extLst>
          </p:cNvPr>
          <p:cNvGraphicFramePr>
            <a:graphicFrameLocks/>
          </p:cNvGraphicFramePr>
          <p:nvPr>
            <p:extLst>
              <p:ext uri="{D42A27DB-BD31-4B8C-83A1-F6EECF244321}">
                <p14:modId xmlns:p14="http://schemas.microsoft.com/office/powerpoint/2010/main" val="4222160051"/>
              </p:ext>
            </p:extLst>
          </p:nvPr>
        </p:nvGraphicFramePr>
        <p:xfrm>
          <a:off x="455999" y="1147358"/>
          <a:ext cx="8229418" cy="2459214"/>
        </p:xfrm>
        <a:graphic>
          <a:graphicData uri="http://schemas.openxmlformats.org/drawingml/2006/table">
            <a:tbl>
              <a:tblPr firstRow="1" bandRow="1"/>
              <a:tblGrid>
                <a:gridCol w="1129733">
                  <a:extLst>
                    <a:ext uri="{9D8B030D-6E8A-4147-A177-3AD203B41FA5}">
                      <a16:colId xmlns:a16="http://schemas.microsoft.com/office/drawing/2014/main" val="20001"/>
                    </a:ext>
                  </a:extLst>
                </a:gridCol>
                <a:gridCol w="1857736">
                  <a:extLst>
                    <a:ext uri="{9D8B030D-6E8A-4147-A177-3AD203B41FA5}">
                      <a16:colId xmlns:a16="http://schemas.microsoft.com/office/drawing/2014/main" val="3156509146"/>
                    </a:ext>
                  </a:extLst>
                </a:gridCol>
                <a:gridCol w="4080076">
                  <a:extLst>
                    <a:ext uri="{9D8B030D-6E8A-4147-A177-3AD203B41FA5}">
                      <a16:colId xmlns:a16="http://schemas.microsoft.com/office/drawing/2014/main" val="20002"/>
                    </a:ext>
                  </a:extLst>
                </a:gridCol>
                <a:gridCol w="1161873">
                  <a:extLst>
                    <a:ext uri="{9D8B030D-6E8A-4147-A177-3AD203B41FA5}">
                      <a16:colId xmlns:a16="http://schemas.microsoft.com/office/drawing/2014/main" val="20003"/>
                    </a:ext>
                  </a:extLst>
                </a:gridCol>
              </a:tblGrid>
              <a:tr h="301434">
                <a:tc>
                  <a:txBody>
                    <a:bodyPr/>
                    <a:lstStyle>
                      <a:lvl1pPr marL="0" algn="l" defTabSz="914400" rtl="0" eaLnBrk="1" latinLnBrk="0" hangingPunct="1">
                        <a:defRPr sz="1800" b="1" kern="1200">
                          <a:solidFill>
                            <a:schemeClr val="lt1"/>
                          </a:solidFill>
                          <a:latin typeface="Arial"/>
                        </a:defRPr>
                      </a:lvl1pPr>
                      <a:lvl2pPr marL="457200" algn="l" defTabSz="914400" rtl="0" eaLnBrk="1" latinLnBrk="0" hangingPunct="1">
                        <a:defRPr sz="1800" b="1" kern="1200">
                          <a:solidFill>
                            <a:schemeClr val="lt1"/>
                          </a:solidFill>
                          <a:latin typeface="Arial"/>
                        </a:defRPr>
                      </a:lvl2pPr>
                      <a:lvl3pPr marL="914400" algn="l" defTabSz="914400" rtl="0" eaLnBrk="1" latinLnBrk="0" hangingPunct="1">
                        <a:defRPr sz="1800" b="1" kern="1200">
                          <a:solidFill>
                            <a:schemeClr val="lt1"/>
                          </a:solidFill>
                          <a:latin typeface="Arial"/>
                        </a:defRPr>
                      </a:lvl3pPr>
                      <a:lvl4pPr marL="1371600" algn="l" defTabSz="914400" rtl="0" eaLnBrk="1" latinLnBrk="0" hangingPunct="1">
                        <a:defRPr sz="1800" b="1" kern="1200">
                          <a:solidFill>
                            <a:schemeClr val="lt1"/>
                          </a:solidFill>
                          <a:latin typeface="Arial"/>
                        </a:defRPr>
                      </a:lvl4pPr>
                      <a:lvl5pPr marL="1828800" algn="l" defTabSz="914400" rtl="0" eaLnBrk="1" latinLnBrk="0" hangingPunct="1">
                        <a:defRPr sz="1800" b="1" kern="1200">
                          <a:solidFill>
                            <a:schemeClr val="lt1"/>
                          </a:solidFill>
                          <a:latin typeface="Arial"/>
                        </a:defRPr>
                      </a:lvl5pPr>
                      <a:lvl6pPr marL="2286000" algn="l" defTabSz="914400" rtl="0" eaLnBrk="1" latinLnBrk="0" hangingPunct="1">
                        <a:defRPr sz="1800" b="1" kern="1200">
                          <a:solidFill>
                            <a:schemeClr val="lt1"/>
                          </a:solidFill>
                          <a:latin typeface="Arial"/>
                        </a:defRPr>
                      </a:lvl6pPr>
                      <a:lvl7pPr marL="2743200" algn="l" defTabSz="914400" rtl="0" eaLnBrk="1" latinLnBrk="0" hangingPunct="1">
                        <a:defRPr sz="1800" b="1" kern="1200">
                          <a:solidFill>
                            <a:schemeClr val="lt1"/>
                          </a:solidFill>
                          <a:latin typeface="Arial"/>
                        </a:defRPr>
                      </a:lvl7pPr>
                      <a:lvl8pPr marL="3200400" algn="l" defTabSz="914400" rtl="0" eaLnBrk="1" latinLnBrk="0" hangingPunct="1">
                        <a:defRPr sz="1800" b="1" kern="1200">
                          <a:solidFill>
                            <a:schemeClr val="lt1"/>
                          </a:solidFill>
                          <a:latin typeface="Arial"/>
                        </a:defRPr>
                      </a:lvl8pPr>
                      <a:lvl9pPr marL="3657600" algn="l" defTabSz="914400" rtl="0" eaLnBrk="1" latinLnBrk="0" hangingPunct="1">
                        <a:defRPr sz="1800" b="1" kern="1200">
                          <a:solidFill>
                            <a:schemeClr val="lt1"/>
                          </a:solidFill>
                          <a:latin typeface="Arial"/>
                        </a:defRPr>
                      </a:lvl9pPr>
                    </a:lstStyle>
                    <a:p>
                      <a:pPr marL="0" marR="0" lvl="0" indent="0" algn="ctr" defTabSz="685777" rtl="0" eaLnBrk="1" fontAlgn="auto" latinLnBrk="0" hangingPunct="1">
                        <a:lnSpc>
                          <a:spcPct val="100000"/>
                        </a:lnSpc>
                        <a:spcBef>
                          <a:spcPts val="0"/>
                        </a:spcBef>
                        <a:spcAft>
                          <a:spcPts val="0"/>
                        </a:spcAft>
                        <a:buClrTx/>
                        <a:buSzTx/>
                        <a:buFontTx/>
                        <a:buNone/>
                        <a:tabLst/>
                        <a:defRPr/>
                      </a:pPr>
                      <a:r>
                        <a:rPr lang="en-US" sz="1200" dirty="0"/>
                        <a:t>Page #</a:t>
                      </a:r>
                    </a:p>
                  </a:txBody>
                  <a:tcPr marL="68580" marR="68580" marT="34290" marB="34290" anchor="ctr">
                    <a:lnL w="12700" cmpd="sng">
                      <a:solidFill>
                        <a:srgbClr val="FFFFFF"/>
                      </a:solidFill>
                    </a:lnL>
                    <a:lnR w="12700" cmpd="sng">
                      <a:solidFill>
                        <a:srgbClr val="FFFFFF"/>
                      </a:solidFill>
                    </a:lnR>
                    <a:lnT w="12700" cmpd="sng">
                      <a:solidFill>
                        <a:srgbClr val="FFFFFF"/>
                      </a:solidFill>
                    </a:lnT>
                    <a:lnB w="38100" cmpd="sng">
                      <a:solidFill>
                        <a:srgbClr val="FFFFFF"/>
                      </a:solidFill>
                    </a:lnB>
                    <a:lnTlToBr w="12700" cmpd="sng">
                      <a:noFill/>
                      <a:prstDash val="solid"/>
                    </a:lnTlToBr>
                    <a:lnBlToTr w="12700" cmpd="sng">
                      <a:noFill/>
                      <a:prstDash val="solid"/>
                    </a:lnBlToTr>
                    <a:solidFill>
                      <a:srgbClr val="004C69"/>
                    </a:solidFill>
                  </a:tcPr>
                </a:tc>
                <a:tc>
                  <a:txBody>
                    <a:bodyPr/>
                    <a:lstStyle>
                      <a:lvl1pPr marL="0" algn="l" defTabSz="914400" rtl="0" eaLnBrk="1" latinLnBrk="0" hangingPunct="1">
                        <a:defRPr sz="1800" b="1" kern="1200">
                          <a:solidFill>
                            <a:schemeClr val="lt1"/>
                          </a:solidFill>
                          <a:latin typeface="Arial"/>
                        </a:defRPr>
                      </a:lvl1pPr>
                      <a:lvl2pPr marL="457200" algn="l" defTabSz="914400" rtl="0" eaLnBrk="1" latinLnBrk="0" hangingPunct="1">
                        <a:defRPr sz="1800" b="1" kern="1200">
                          <a:solidFill>
                            <a:schemeClr val="lt1"/>
                          </a:solidFill>
                          <a:latin typeface="Arial"/>
                        </a:defRPr>
                      </a:lvl2pPr>
                      <a:lvl3pPr marL="914400" algn="l" defTabSz="914400" rtl="0" eaLnBrk="1" latinLnBrk="0" hangingPunct="1">
                        <a:defRPr sz="1800" b="1" kern="1200">
                          <a:solidFill>
                            <a:schemeClr val="lt1"/>
                          </a:solidFill>
                          <a:latin typeface="Arial"/>
                        </a:defRPr>
                      </a:lvl3pPr>
                      <a:lvl4pPr marL="1371600" algn="l" defTabSz="914400" rtl="0" eaLnBrk="1" latinLnBrk="0" hangingPunct="1">
                        <a:defRPr sz="1800" b="1" kern="1200">
                          <a:solidFill>
                            <a:schemeClr val="lt1"/>
                          </a:solidFill>
                          <a:latin typeface="Arial"/>
                        </a:defRPr>
                      </a:lvl4pPr>
                      <a:lvl5pPr marL="1828800" algn="l" defTabSz="914400" rtl="0" eaLnBrk="1" latinLnBrk="0" hangingPunct="1">
                        <a:defRPr sz="1800" b="1" kern="1200">
                          <a:solidFill>
                            <a:schemeClr val="lt1"/>
                          </a:solidFill>
                          <a:latin typeface="Arial"/>
                        </a:defRPr>
                      </a:lvl5pPr>
                      <a:lvl6pPr marL="2286000" algn="l" defTabSz="914400" rtl="0" eaLnBrk="1" latinLnBrk="0" hangingPunct="1">
                        <a:defRPr sz="1800" b="1" kern="1200">
                          <a:solidFill>
                            <a:schemeClr val="lt1"/>
                          </a:solidFill>
                          <a:latin typeface="Arial"/>
                        </a:defRPr>
                      </a:lvl6pPr>
                      <a:lvl7pPr marL="2743200" algn="l" defTabSz="914400" rtl="0" eaLnBrk="1" latinLnBrk="0" hangingPunct="1">
                        <a:defRPr sz="1800" b="1" kern="1200">
                          <a:solidFill>
                            <a:schemeClr val="lt1"/>
                          </a:solidFill>
                          <a:latin typeface="Arial"/>
                        </a:defRPr>
                      </a:lvl7pPr>
                      <a:lvl8pPr marL="3200400" algn="l" defTabSz="914400" rtl="0" eaLnBrk="1" latinLnBrk="0" hangingPunct="1">
                        <a:defRPr sz="1800" b="1" kern="1200">
                          <a:solidFill>
                            <a:schemeClr val="lt1"/>
                          </a:solidFill>
                          <a:latin typeface="Arial"/>
                        </a:defRPr>
                      </a:lvl8pPr>
                      <a:lvl9pPr marL="3657600" algn="l" defTabSz="914400" rtl="0" eaLnBrk="1" latinLnBrk="0" hangingPunct="1">
                        <a:defRPr sz="1800" b="1" kern="1200">
                          <a:solidFill>
                            <a:schemeClr val="lt1"/>
                          </a:solidFill>
                          <a:latin typeface="Arial"/>
                        </a:defRPr>
                      </a:lvl9pPr>
                    </a:lstStyle>
                    <a:p>
                      <a:pPr marL="0" marR="0" lvl="0" indent="0" algn="l" defTabSz="685777" rtl="0" eaLnBrk="1" fontAlgn="auto" latinLnBrk="0" hangingPunct="1">
                        <a:lnSpc>
                          <a:spcPct val="100000"/>
                        </a:lnSpc>
                        <a:spcBef>
                          <a:spcPts val="0"/>
                        </a:spcBef>
                        <a:spcAft>
                          <a:spcPts val="0"/>
                        </a:spcAft>
                        <a:buClrTx/>
                        <a:buSzTx/>
                        <a:buFontTx/>
                        <a:buNone/>
                        <a:tabLst/>
                        <a:defRPr/>
                      </a:pPr>
                      <a:r>
                        <a:rPr lang="en-US" sz="1200" dirty="0"/>
                        <a:t>Activity Type</a:t>
                      </a:r>
                    </a:p>
                  </a:txBody>
                  <a:tcPr marL="68580" marR="68580" marT="34290" marB="34290" anchor="ctr">
                    <a:lnL w="12700" cmpd="sng">
                      <a:solidFill>
                        <a:srgbClr val="FFFFFF"/>
                      </a:solidFill>
                    </a:lnL>
                    <a:lnR w="12700" cmpd="sng">
                      <a:solidFill>
                        <a:srgbClr val="FFFFFF"/>
                      </a:solidFill>
                    </a:lnR>
                    <a:lnT w="12700" cmpd="sng">
                      <a:solidFill>
                        <a:srgbClr val="FFFFFF"/>
                      </a:solidFill>
                    </a:lnT>
                    <a:lnB w="38100" cmpd="sng">
                      <a:solidFill>
                        <a:srgbClr val="FFFFFF"/>
                      </a:solidFill>
                    </a:lnB>
                    <a:lnTlToBr w="12700" cmpd="sng">
                      <a:noFill/>
                      <a:prstDash val="solid"/>
                    </a:lnTlToBr>
                    <a:lnBlToTr w="12700" cmpd="sng">
                      <a:noFill/>
                      <a:prstDash val="solid"/>
                    </a:lnBlToTr>
                    <a:solidFill>
                      <a:srgbClr val="004C69"/>
                    </a:solidFill>
                  </a:tcPr>
                </a:tc>
                <a:tc>
                  <a:txBody>
                    <a:bodyPr/>
                    <a:lstStyle>
                      <a:lvl1pPr marL="0" algn="l" defTabSz="914400" rtl="0" eaLnBrk="1" latinLnBrk="0" hangingPunct="1">
                        <a:defRPr sz="1800" b="1" kern="1200">
                          <a:solidFill>
                            <a:schemeClr val="lt1"/>
                          </a:solidFill>
                          <a:latin typeface="Arial"/>
                        </a:defRPr>
                      </a:lvl1pPr>
                      <a:lvl2pPr marL="457200" algn="l" defTabSz="914400" rtl="0" eaLnBrk="1" latinLnBrk="0" hangingPunct="1">
                        <a:defRPr sz="1800" b="1" kern="1200">
                          <a:solidFill>
                            <a:schemeClr val="lt1"/>
                          </a:solidFill>
                          <a:latin typeface="Arial"/>
                        </a:defRPr>
                      </a:lvl2pPr>
                      <a:lvl3pPr marL="914400" algn="l" defTabSz="914400" rtl="0" eaLnBrk="1" latinLnBrk="0" hangingPunct="1">
                        <a:defRPr sz="1800" b="1" kern="1200">
                          <a:solidFill>
                            <a:schemeClr val="lt1"/>
                          </a:solidFill>
                          <a:latin typeface="Arial"/>
                        </a:defRPr>
                      </a:lvl3pPr>
                      <a:lvl4pPr marL="1371600" algn="l" defTabSz="914400" rtl="0" eaLnBrk="1" latinLnBrk="0" hangingPunct="1">
                        <a:defRPr sz="1800" b="1" kern="1200">
                          <a:solidFill>
                            <a:schemeClr val="lt1"/>
                          </a:solidFill>
                          <a:latin typeface="Arial"/>
                        </a:defRPr>
                      </a:lvl4pPr>
                      <a:lvl5pPr marL="1828800" algn="l" defTabSz="914400" rtl="0" eaLnBrk="1" latinLnBrk="0" hangingPunct="1">
                        <a:defRPr sz="1800" b="1" kern="1200">
                          <a:solidFill>
                            <a:schemeClr val="lt1"/>
                          </a:solidFill>
                          <a:latin typeface="Arial"/>
                        </a:defRPr>
                      </a:lvl5pPr>
                      <a:lvl6pPr marL="2286000" algn="l" defTabSz="914400" rtl="0" eaLnBrk="1" latinLnBrk="0" hangingPunct="1">
                        <a:defRPr sz="1800" b="1" kern="1200">
                          <a:solidFill>
                            <a:schemeClr val="lt1"/>
                          </a:solidFill>
                          <a:latin typeface="Arial"/>
                        </a:defRPr>
                      </a:lvl6pPr>
                      <a:lvl7pPr marL="2743200" algn="l" defTabSz="914400" rtl="0" eaLnBrk="1" latinLnBrk="0" hangingPunct="1">
                        <a:defRPr sz="1800" b="1" kern="1200">
                          <a:solidFill>
                            <a:schemeClr val="lt1"/>
                          </a:solidFill>
                          <a:latin typeface="Arial"/>
                        </a:defRPr>
                      </a:lvl7pPr>
                      <a:lvl8pPr marL="3200400" algn="l" defTabSz="914400" rtl="0" eaLnBrk="1" latinLnBrk="0" hangingPunct="1">
                        <a:defRPr sz="1800" b="1" kern="1200">
                          <a:solidFill>
                            <a:schemeClr val="lt1"/>
                          </a:solidFill>
                          <a:latin typeface="Arial"/>
                        </a:defRPr>
                      </a:lvl8pPr>
                      <a:lvl9pPr marL="3657600" algn="l" defTabSz="914400" rtl="0" eaLnBrk="1" latinLnBrk="0" hangingPunct="1">
                        <a:defRPr sz="1800" b="1" kern="1200">
                          <a:solidFill>
                            <a:schemeClr val="lt1"/>
                          </a:solidFill>
                          <a:latin typeface="Arial"/>
                        </a:defRPr>
                      </a:lvl9pPr>
                    </a:lstStyle>
                    <a:p>
                      <a:r>
                        <a:rPr lang="en-US" sz="1200" dirty="0"/>
                        <a:t>Activity Name</a:t>
                      </a:r>
                    </a:p>
                  </a:txBody>
                  <a:tcPr marL="68580" marR="68580" marT="34290" marB="34290" anchor="ctr">
                    <a:lnL w="12700" cmpd="sng">
                      <a:solidFill>
                        <a:srgbClr val="FFFFFF"/>
                      </a:solidFill>
                    </a:lnL>
                    <a:lnR w="12700" cmpd="sng">
                      <a:solidFill>
                        <a:srgbClr val="FFFFFF"/>
                      </a:solidFill>
                    </a:lnR>
                    <a:lnT w="12700" cmpd="sng">
                      <a:solidFill>
                        <a:srgbClr val="FFFFFF"/>
                      </a:solidFill>
                    </a:lnT>
                    <a:lnB w="38100" cmpd="sng">
                      <a:solidFill>
                        <a:srgbClr val="FFFFFF"/>
                      </a:solidFill>
                    </a:lnB>
                    <a:lnTlToBr w="12700" cmpd="sng">
                      <a:noFill/>
                      <a:prstDash val="solid"/>
                    </a:lnTlToBr>
                    <a:lnBlToTr w="12700" cmpd="sng">
                      <a:noFill/>
                      <a:prstDash val="solid"/>
                    </a:lnBlToTr>
                    <a:solidFill>
                      <a:srgbClr val="004C69"/>
                    </a:solidFill>
                  </a:tcPr>
                </a:tc>
                <a:tc>
                  <a:txBody>
                    <a:bodyPr/>
                    <a:lstStyle>
                      <a:lvl1pPr marL="0" algn="l" defTabSz="914400" rtl="0" eaLnBrk="1" latinLnBrk="0" hangingPunct="1">
                        <a:defRPr sz="1800" b="1" kern="1200">
                          <a:solidFill>
                            <a:schemeClr val="lt1"/>
                          </a:solidFill>
                          <a:latin typeface="Arial"/>
                        </a:defRPr>
                      </a:lvl1pPr>
                      <a:lvl2pPr marL="457200" algn="l" defTabSz="914400" rtl="0" eaLnBrk="1" latinLnBrk="0" hangingPunct="1">
                        <a:defRPr sz="1800" b="1" kern="1200">
                          <a:solidFill>
                            <a:schemeClr val="lt1"/>
                          </a:solidFill>
                          <a:latin typeface="Arial"/>
                        </a:defRPr>
                      </a:lvl2pPr>
                      <a:lvl3pPr marL="914400" algn="l" defTabSz="914400" rtl="0" eaLnBrk="1" latinLnBrk="0" hangingPunct="1">
                        <a:defRPr sz="1800" b="1" kern="1200">
                          <a:solidFill>
                            <a:schemeClr val="lt1"/>
                          </a:solidFill>
                          <a:latin typeface="Arial"/>
                        </a:defRPr>
                      </a:lvl3pPr>
                      <a:lvl4pPr marL="1371600" algn="l" defTabSz="914400" rtl="0" eaLnBrk="1" latinLnBrk="0" hangingPunct="1">
                        <a:defRPr sz="1800" b="1" kern="1200">
                          <a:solidFill>
                            <a:schemeClr val="lt1"/>
                          </a:solidFill>
                          <a:latin typeface="Arial"/>
                        </a:defRPr>
                      </a:lvl4pPr>
                      <a:lvl5pPr marL="1828800" algn="l" defTabSz="914400" rtl="0" eaLnBrk="1" latinLnBrk="0" hangingPunct="1">
                        <a:defRPr sz="1800" b="1" kern="1200">
                          <a:solidFill>
                            <a:schemeClr val="lt1"/>
                          </a:solidFill>
                          <a:latin typeface="Arial"/>
                        </a:defRPr>
                      </a:lvl5pPr>
                      <a:lvl6pPr marL="2286000" algn="l" defTabSz="914400" rtl="0" eaLnBrk="1" latinLnBrk="0" hangingPunct="1">
                        <a:defRPr sz="1800" b="1" kern="1200">
                          <a:solidFill>
                            <a:schemeClr val="lt1"/>
                          </a:solidFill>
                          <a:latin typeface="Arial"/>
                        </a:defRPr>
                      </a:lvl6pPr>
                      <a:lvl7pPr marL="2743200" algn="l" defTabSz="914400" rtl="0" eaLnBrk="1" latinLnBrk="0" hangingPunct="1">
                        <a:defRPr sz="1800" b="1" kern="1200">
                          <a:solidFill>
                            <a:schemeClr val="lt1"/>
                          </a:solidFill>
                          <a:latin typeface="Arial"/>
                        </a:defRPr>
                      </a:lvl7pPr>
                      <a:lvl8pPr marL="3200400" algn="l" defTabSz="914400" rtl="0" eaLnBrk="1" latinLnBrk="0" hangingPunct="1">
                        <a:defRPr sz="1800" b="1" kern="1200">
                          <a:solidFill>
                            <a:schemeClr val="lt1"/>
                          </a:solidFill>
                          <a:latin typeface="Arial"/>
                        </a:defRPr>
                      </a:lvl8pPr>
                      <a:lvl9pPr marL="3657600" algn="l" defTabSz="914400" rtl="0" eaLnBrk="1" latinLnBrk="0" hangingPunct="1">
                        <a:defRPr sz="1800" b="1" kern="1200">
                          <a:solidFill>
                            <a:schemeClr val="lt1"/>
                          </a:solidFill>
                          <a:latin typeface="Arial"/>
                        </a:defRPr>
                      </a:lvl9pPr>
                    </a:lstStyle>
                    <a:p>
                      <a:r>
                        <a:rPr lang="en-US" sz="1200" dirty="0"/>
                        <a:t>Optional?</a:t>
                      </a:r>
                    </a:p>
                  </a:txBody>
                  <a:tcPr marL="68580" marR="68580" marT="34290" marB="34290" anchor="ctr">
                    <a:lnL w="12700" cmpd="sng">
                      <a:solidFill>
                        <a:srgbClr val="FFFFFF"/>
                      </a:solidFill>
                    </a:lnL>
                    <a:lnR w="12700" cmpd="sng">
                      <a:solidFill>
                        <a:srgbClr val="FFFFFF"/>
                      </a:solidFill>
                    </a:lnR>
                    <a:lnT w="12700" cmpd="sng">
                      <a:solidFill>
                        <a:srgbClr val="FFFFFF"/>
                      </a:solidFill>
                    </a:lnT>
                    <a:lnB w="38100" cmpd="sng">
                      <a:solidFill>
                        <a:srgbClr val="FFFFFF"/>
                      </a:solidFill>
                    </a:lnB>
                    <a:lnTlToBr w="12700" cmpd="sng">
                      <a:noFill/>
                      <a:prstDash val="solid"/>
                    </a:lnTlToBr>
                    <a:lnBlToTr w="12700" cmpd="sng">
                      <a:noFill/>
                      <a:prstDash val="solid"/>
                    </a:lnBlToTr>
                    <a:solidFill>
                      <a:srgbClr val="004C69"/>
                    </a:solidFill>
                  </a:tcPr>
                </a:tc>
                <a:extLst>
                  <a:ext uri="{0D108BD9-81ED-4DB2-BD59-A6C34878D82A}">
                    <a16:rowId xmlns:a16="http://schemas.microsoft.com/office/drawing/2014/main" val="10000"/>
                  </a:ext>
                </a:extLst>
              </a:tr>
              <a:tr h="350784">
                <a:tc>
                  <a:txBody>
                    <a:bodyPr/>
                    <a:lstStyle/>
                    <a:p>
                      <a:pPr algn="ctr"/>
                      <a:r>
                        <a:rPr lang="en-US" sz="1100" dirty="0">
                          <a:latin typeface="Arial" panose="020B0604020202020204" pitchFamily="34" charset="0"/>
                          <a:cs typeface="Arial" panose="020B0604020202020204" pitchFamily="34" charset="0"/>
                        </a:rPr>
                        <a:t>7.4.7</a:t>
                      </a:r>
                    </a:p>
                  </a:txBody>
                  <a:tcPr marL="68580" marR="68580" marT="34290" marB="34290" anchor="ctr">
                    <a:lnL w="12700" cmpd="sng">
                      <a:solidFill>
                        <a:srgbClr val="FFFFFF"/>
                      </a:solidFill>
                    </a:lnL>
                    <a:lnR w="12700" cap="flat" cmpd="sng" algn="ctr">
                      <a:solidFill>
                        <a:srgbClr val="FFFFFF"/>
                      </a:solidFill>
                      <a:prstDash val="solid"/>
                      <a:round/>
                      <a:headEnd type="none" w="med" len="med"/>
                      <a:tailEnd type="none" w="med" len="med"/>
                    </a:lnR>
                    <a:lnT w="38100" cmpd="sng">
                      <a:solidFill>
                        <a:srgbClr val="FFFFFF"/>
                      </a:solidFill>
                    </a:lnT>
                    <a:lnB w="38100" cap="flat" cmpd="sng" algn="ctr">
                      <a:solidFill>
                        <a:srgbClr val="FFFFFF"/>
                      </a:solidFill>
                      <a:prstDash val="solid"/>
                      <a:round/>
                      <a:headEnd type="none" w="med" len="med"/>
                      <a:tailEnd type="none" w="med" len="med"/>
                    </a:lnB>
                    <a:lnTlToBr w="12700" cmpd="sng">
                      <a:noFill/>
                      <a:prstDash val="solid"/>
                    </a:lnTlToBr>
                    <a:lnBlToTr w="12700" cmpd="sng">
                      <a:noFill/>
                      <a:prstDash val="solid"/>
                    </a:lnBlToTr>
                    <a:solidFill>
                      <a:srgbClr val="004C69">
                        <a:tint val="40000"/>
                      </a:srgbClr>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100" dirty="0">
                          <a:latin typeface="Arial" panose="020B0604020202020204" pitchFamily="34" charset="0"/>
                          <a:cs typeface="Arial" panose="020B0604020202020204" pitchFamily="34" charset="0"/>
                        </a:rPr>
                        <a:t>Lab</a:t>
                      </a:r>
                    </a:p>
                  </a:txBody>
                  <a:tcPr marL="68580" marR="68580" marT="34290" marB="3429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38100" cmpd="sng">
                      <a:solidFill>
                        <a:srgbClr val="FFFFFF"/>
                      </a:solidFill>
                    </a:lnT>
                    <a:lnB w="38100" cap="flat" cmpd="sng" algn="ctr">
                      <a:solidFill>
                        <a:srgbClr val="FFFFFF"/>
                      </a:solidFill>
                      <a:prstDash val="solid"/>
                      <a:round/>
                      <a:headEnd type="none" w="med" len="med"/>
                      <a:tailEnd type="none" w="med" len="med"/>
                    </a:lnB>
                    <a:lnTlToBr w="12700" cmpd="sng">
                      <a:noFill/>
                      <a:prstDash val="solid"/>
                    </a:lnTlToBr>
                    <a:lnBlToTr w="12700" cmpd="sng">
                      <a:noFill/>
                      <a:prstDash val="solid"/>
                    </a:lnBlToTr>
                    <a:solidFill>
                      <a:srgbClr val="004C69">
                        <a:tint val="40000"/>
                      </a:srgbClr>
                    </a:solidFill>
                  </a:tcPr>
                </a:tc>
                <a:tc>
                  <a:txBody>
                    <a:bodyPr/>
                    <a:lstStyle/>
                    <a:p>
                      <a:r>
                        <a:rPr lang="en-US" sz="1100" dirty="0">
                          <a:latin typeface="Arial" panose="020B0604020202020204" pitchFamily="34" charset="0"/>
                          <a:cs typeface="Arial" panose="020B0604020202020204" pitchFamily="34" charset="0"/>
                        </a:rPr>
                        <a:t>Install the Virtual Machine</a:t>
                      </a:r>
                    </a:p>
                  </a:txBody>
                  <a:tcPr marL="68580" marR="68580" marT="34290" marB="3429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38100" cmpd="sng">
                      <a:solidFill>
                        <a:srgbClr val="FFFFFF"/>
                      </a:solidFill>
                    </a:lnT>
                    <a:lnB w="38100" cap="flat" cmpd="sng" algn="ctr">
                      <a:solidFill>
                        <a:srgbClr val="FFFFFF"/>
                      </a:solidFill>
                      <a:prstDash val="solid"/>
                      <a:round/>
                      <a:headEnd type="none" w="med" len="med"/>
                      <a:tailEnd type="none" w="med" len="med"/>
                    </a:lnB>
                    <a:lnTlToBr w="12700" cmpd="sng">
                      <a:noFill/>
                      <a:prstDash val="solid"/>
                    </a:lnTlToBr>
                    <a:lnBlToTr w="12700" cmpd="sng">
                      <a:noFill/>
                      <a:prstDash val="solid"/>
                    </a:lnBlToTr>
                    <a:solidFill>
                      <a:srgbClr val="004C69">
                        <a:tint val="40000"/>
                      </a:srgbClr>
                    </a:solidFill>
                  </a:tcPr>
                </a:tc>
                <a:tc>
                  <a:txBody>
                    <a:bodyPr/>
                    <a:lstStyle/>
                    <a:p>
                      <a:r>
                        <a:rPr lang="en-US" sz="1100" dirty="0">
                          <a:solidFill>
                            <a:schemeClr val="tx1"/>
                          </a:solidFill>
                          <a:latin typeface="Arial" panose="020B0604020202020204" pitchFamily="34" charset="0"/>
                          <a:cs typeface="Arial" panose="020B0604020202020204" pitchFamily="34" charset="0"/>
                        </a:rPr>
                        <a:t>Recommended</a:t>
                      </a:r>
                    </a:p>
                  </a:txBody>
                  <a:tcPr marL="68580" marR="68580" marT="34290" marB="34290" anchor="ctr">
                    <a:lnL w="12700" cap="flat" cmpd="sng" algn="ctr">
                      <a:solidFill>
                        <a:srgbClr val="FFFFFF"/>
                      </a:solidFill>
                      <a:prstDash val="solid"/>
                      <a:round/>
                      <a:headEnd type="none" w="med" len="med"/>
                      <a:tailEnd type="none" w="med" len="med"/>
                    </a:lnL>
                    <a:lnR w="12700" cmpd="sng">
                      <a:solidFill>
                        <a:srgbClr val="FFFFFF"/>
                      </a:solidFill>
                    </a:lnR>
                    <a:lnT w="38100" cmpd="sng">
                      <a:solidFill>
                        <a:srgbClr val="FFFFFF"/>
                      </a:solidFill>
                    </a:lnT>
                    <a:lnB w="38100" cap="flat" cmpd="sng" algn="ctr">
                      <a:solidFill>
                        <a:srgbClr val="FFFFFF"/>
                      </a:solidFill>
                      <a:prstDash val="solid"/>
                      <a:round/>
                      <a:headEnd type="none" w="med" len="med"/>
                      <a:tailEnd type="none" w="med" len="med"/>
                    </a:lnB>
                    <a:lnTlToBr w="12700" cmpd="sng">
                      <a:noFill/>
                      <a:prstDash val="solid"/>
                    </a:lnTlToBr>
                    <a:lnBlToTr w="12700" cmpd="sng">
                      <a:noFill/>
                      <a:prstDash val="solid"/>
                    </a:lnBlToTr>
                    <a:solidFill>
                      <a:srgbClr val="004C69">
                        <a:tint val="40000"/>
                      </a:srgbClr>
                    </a:solidFill>
                  </a:tcPr>
                </a:tc>
                <a:extLst>
                  <a:ext uri="{0D108BD9-81ED-4DB2-BD59-A6C34878D82A}">
                    <a16:rowId xmlns:a16="http://schemas.microsoft.com/office/drawing/2014/main" val="2695596071"/>
                  </a:ext>
                </a:extLst>
              </a:tr>
              <a:tr h="350784">
                <a:tc>
                  <a:txBody>
                    <a:bodyPr/>
                    <a:lstStyle>
                      <a:lvl1pPr marL="0" algn="l" defTabSz="914400" rtl="0" eaLnBrk="1" latinLnBrk="0" hangingPunct="1">
                        <a:defRPr sz="1800" kern="1200">
                          <a:solidFill>
                            <a:schemeClr val="dk1"/>
                          </a:solidFill>
                          <a:latin typeface="Arial"/>
                        </a:defRPr>
                      </a:lvl1pPr>
                      <a:lvl2pPr marL="457200" algn="l" defTabSz="914400" rtl="0" eaLnBrk="1" latinLnBrk="0" hangingPunct="1">
                        <a:defRPr sz="1800" kern="1200">
                          <a:solidFill>
                            <a:schemeClr val="dk1"/>
                          </a:solidFill>
                          <a:latin typeface="Arial"/>
                        </a:defRPr>
                      </a:lvl2pPr>
                      <a:lvl3pPr marL="914400" algn="l" defTabSz="914400" rtl="0" eaLnBrk="1" latinLnBrk="0" hangingPunct="1">
                        <a:defRPr sz="1800" kern="1200">
                          <a:solidFill>
                            <a:schemeClr val="dk1"/>
                          </a:solidFill>
                          <a:latin typeface="Arial"/>
                        </a:defRPr>
                      </a:lvl3pPr>
                      <a:lvl4pPr marL="1371600" algn="l" defTabSz="914400" rtl="0" eaLnBrk="1" latinLnBrk="0" hangingPunct="1">
                        <a:defRPr sz="1800" kern="1200">
                          <a:solidFill>
                            <a:schemeClr val="dk1"/>
                          </a:solidFill>
                          <a:latin typeface="Arial"/>
                        </a:defRPr>
                      </a:lvl4pPr>
                      <a:lvl5pPr marL="1828800" algn="l" defTabSz="914400" rtl="0" eaLnBrk="1" latinLnBrk="0" hangingPunct="1">
                        <a:defRPr sz="1800" kern="1200">
                          <a:solidFill>
                            <a:schemeClr val="dk1"/>
                          </a:solidFill>
                          <a:latin typeface="Arial"/>
                        </a:defRPr>
                      </a:lvl5pPr>
                      <a:lvl6pPr marL="2286000" algn="l" defTabSz="914400" rtl="0" eaLnBrk="1" latinLnBrk="0" hangingPunct="1">
                        <a:defRPr sz="1800" kern="1200">
                          <a:solidFill>
                            <a:schemeClr val="dk1"/>
                          </a:solidFill>
                          <a:latin typeface="Arial"/>
                        </a:defRPr>
                      </a:lvl6pPr>
                      <a:lvl7pPr marL="2743200" algn="l" defTabSz="914400" rtl="0" eaLnBrk="1" latinLnBrk="0" hangingPunct="1">
                        <a:defRPr sz="1800" kern="1200">
                          <a:solidFill>
                            <a:schemeClr val="dk1"/>
                          </a:solidFill>
                          <a:latin typeface="Arial"/>
                        </a:defRPr>
                      </a:lvl7pPr>
                      <a:lvl8pPr marL="3200400" algn="l" defTabSz="914400" rtl="0" eaLnBrk="1" latinLnBrk="0" hangingPunct="1">
                        <a:defRPr sz="1800" kern="1200">
                          <a:solidFill>
                            <a:schemeClr val="dk1"/>
                          </a:solidFill>
                          <a:latin typeface="Arial"/>
                        </a:defRPr>
                      </a:lvl8pPr>
                      <a:lvl9pPr marL="3657600" algn="l" defTabSz="914400" rtl="0" eaLnBrk="1" latinLnBrk="0" hangingPunct="1">
                        <a:defRPr sz="1800" kern="1200">
                          <a:solidFill>
                            <a:schemeClr val="dk1"/>
                          </a:solidFill>
                          <a:latin typeface="Arial"/>
                        </a:defRPr>
                      </a:lvl9pPr>
                    </a:lstStyle>
                    <a:p>
                      <a:pPr algn="ctr"/>
                      <a:r>
                        <a:rPr lang="en-US" sz="1100" dirty="0"/>
                        <a:t>7.4.8</a:t>
                      </a:r>
                    </a:p>
                  </a:txBody>
                  <a:tcPr marL="68580" marR="68580" marT="34290" marB="34290" anchor="ctr">
                    <a:lnL w="12700" cmpd="sng">
                      <a:solidFill>
                        <a:srgbClr val="FFFFFF"/>
                      </a:solidFill>
                    </a:lnL>
                    <a:lnR w="12700" cmpd="sng">
                      <a:solidFill>
                        <a:srgbClr val="FFFFFF"/>
                      </a:solidFill>
                    </a:lnR>
                    <a:lnT w="38100" cmpd="sng">
                      <a:solidFill>
                        <a:srgbClr val="FFFFFF"/>
                      </a:solidFill>
                    </a:lnT>
                    <a:lnB w="12700" cmpd="sng">
                      <a:solidFill>
                        <a:srgbClr val="FFFFFF"/>
                      </a:solidFill>
                    </a:lnB>
                    <a:lnTlToBr w="12700" cmpd="sng">
                      <a:noFill/>
                      <a:prstDash val="solid"/>
                    </a:lnTlToBr>
                    <a:lnBlToTr w="12700" cmpd="sng">
                      <a:noFill/>
                      <a:prstDash val="solid"/>
                    </a:lnBlToTr>
                    <a:solidFill>
                      <a:srgbClr val="004C69">
                        <a:tint val="40000"/>
                      </a:srgbClr>
                    </a:solidFill>
                  </a:tcPr>
                </a:tc>
                <a:tc>
                  <a:txBody>
                    <a:bodyPr/>
                    <a:lstStyle>
                      <a:lvl1pPr marL="0" algn="l" defTabSz="914400" rtl="0" eaLnBrk="1" latinLnBrk="0" hangingPunct="1">
                        <a:defRPr sz="1800" kern="1200">
                          <a:solidFill>
                            <a:schemeClr val="dk1"/>
                          </a:solidFill>
                          <a:latin typeface="Arial"/>
                        </a:defRPr>
                      </a:lvl1pPr>
                      <a:lvl2pPr marL="457200" algn="l" defTabSz="914400" rtl="0" eaLnBrk="1" latinLnBrk="0" hangingPunct="1">
                        <a:defRPr sz="1800" kern="1200">
                          <a:solidFill>
                            <a:schemeClr val="dk1"/>
                          </a:solidFill>
                          <a:latin typeface="Arial"/>
                        </a:defRPr>
                      </a:lvl2pPr>
                      <a:lvl3pPr marL="914400" algn="l" defTabSz="914400" rtl="0" eaLnBrk="1" latinLnBrk="0" hangingPunct="1">
                        <a:defRPr sz="1800" kern="1200">
                          <a:solidFill>
                            <a:schemeClr val="dk1"/>
                          </a:solidFill>
                          <a:latin typeface="Arial"/>
                        </a:defRPr>
                      </a:lvl3pPr>
                      <a:lvl4pPr marL="1371600" algn="l" defTabSz="914400" rtl="0" eaLnBrk="1" latinLnBrk="0" hangingPunct="1">
                        <a:defRPr sz="1800" kern="1200">
                          <a:solidFill>
                            <a:schemeClr val="dk1"/>
                          </a:solidFill>
                          <a:latin typeface="Arial"/>
                        </a:defRPr>
                      </a:lvl4pPr>
                      <a:lvl5pPr marL="1828800" algn="l" defTabSz="914400" rtl="0" eaLnBrk="1" latinLnBrk="0" hangingPunct="1">
                        <a:defRPr sz="1800" kern="1200">
                          <a:solidFill>
                            <a:schemeClr val="dk1"/>
                          </a:solidFill>
                          <a:latin typeface="Arial"/>
                        </a:defRPr>
                      </a:lvl5pPr>
                      <a:lvl6pPr marL="2286000" algn="l" defTabSz="914400" rtl="0" eaLnBrk="1" latinLnBrk="0" hangingPunct="1">
                        <a:defRPr sz="1800" kern="1200">
                          <a:solidFill>
                            <a:schemeClr val="dk1"/>
                          </a:solidFill>
                          <a:latin typeface="Arial"/>
                        </a:defRPr>
                      </a:lvl6pPr>
                      <a:lvl7pPr marL="2743200" algn="l" defTabSz="914400" rtl="0" eaLnBrk="1" latinLnBrk="0" hangingPunct="1">
                        <a:defRPr sz="1800" kern="1200">
                          <a:solidFill>
                            <a:schemeClr val="dk1"/>
                          </a:solidFill>
                          <a:latin typeface="Arial"/>
                        </a:defRPr>
                      </a:lvl7pPr>
                      <a:lvl8pPr marL="3200400" algn="l" defTabSz="914400" rtl="0" eaLnBrk="1" latinLnBrk="0" hangingPunct="1">
                        <a:defRPr sz="1800" kern="1200">
                          <a:solidFill>
                            <a:schemeClr val="dk1"/>
                          </a:solidFill>
                          <a:latin typeface="Arial"/>
                        </a:defRPr>
                      </a:lvl8pPr>
                      <a:lvl9pPr marL="3657600" algn="l" defTabSz="914400" rtl="0" eaLnBrk="1" latinLnBrk="0" hangingPunct="1">
                        <a:defRPr sz="1800" kern="1200">
                          <a:solidFill>
                            <a:schemeClr val="dk1"/>
                          </a:solidFill>
                          <a:latin typeface="Arial"/>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100" dirty="0"/>
                        <a:t>Lab</a:t>
                      </a:r>
                    </a:p>
                  </a:txBody>
                  <a:tcPr marL="68580" marR="68580" marT="34290" marB="34290" anchor="ctr">
                    <a:lnL w="12700" cmpd="sng">
                      <a:solidFill>
                        <a:srgbClr val="FFFFFF"/>
                      </a:solidFill>
                    </a:lnL>
                    <a:lnR w="12700" cmpd="sng">
                      <a:solidFill>
                        <a:srgbClr val="FFFFFF"/>
                      </a:solidFill>
                    </a:lnR>
                    <a:lnT w="38100" cmpd="sng">
                      <a:solidFill>
                        <a:srgbClr val="FFFFFF"/>
                      </a:solidFill>
                    </a:lnT>
                    <a:lnB w="12700" cmpd="sng">
                      <a:solidFill>
                        <a:srgbClr val="FFFFFF"/>
                      </a:solidFill>
                    </a:lnB>
                    <a:lnTlToBr w="12700" cmpd="sng">
                      <a:noFill/>
                      <a:prstDash val="solid"/>
                    </a:lnTlToBr>
                    <a:lnBlToTr w="12700" cmpd="sng">
                      <a:noFill/>
                      <a:prstDash val="solid"/>
                    </a:lnBlToTr>
                    <a:solidFill>
                      <a:srgbClr val="004C69">
                        <a:tint val="40000"/>
                      </a:srgbClr>
                    </a:solidFill>
                  </a:tcPr>
                </a:tc>
                <a:tc>
                  <a:txBody>
                    <a:bodyPr/>
                    <a:lstStyle>
                      <a:lvl1pPr marL="0" algn="l" defTabSz="914400" rtl="0" eaLnBrk="1" latinLnBrk="0" hangingPunct="1">
                        <a:defRPr sz="1800" kern="1200">
                          <a:solidFill>
                            <a:schemeClr val="dk1"/>
                          </a:solidFill>
                          <a:latin typeface="Arial"/>
                        </a:defRPr>
                      </a:lvl1pPr>
                      <a:lvl2pPr marL="457200" algn="l" defTabSz="914400" rtl="0" eaLnBrk="1" latinLnBrk="0" hangingPunct="1">
                        <a:defRPr sz="1800" kern="1200">
                          <a:solidFill>
                            <a:schemeClr val="dk1"/>
                          </a:solidFill>
                          <a:latin typeface="Arial"/>
                        </a:defRPr>
                      </a:lvl2pPr>
                      <a:lvl3pPr marL="914400" algn="l" defTabSz="914400" rtl="0" eaLnBrk="1" latinLnBrk="0" hangingPunct="1">
                        <a:defRPr sz="1800" kern="1200">
                          <a:solidFill>
                            <a:schemeClr val="dk1"/>
                          </a:solidFill>
                          <a:latin typeface="Arial"/>
                        </a:defRPr>
                      </a:lvl3pPr>
                      <a:lvl4pPr marL="1371600" algn="l" defTabSz="914400" rtl="0" eaLnBrk="1" latinLnBrk="0" hangingPunct="1">
                        <a:defRPr sz="1800" kern="1200">
                          <a:solidFill>
                            <a:schemeClr val="dk1"/>
                          </a:solidFill>
                          <a:latin typeface="Arial"/>
                        </a:defRPr>
                      </a:lvl4pPr>
                      <a:lvl5pPr marL="1828800" algn="l" defTabSz="914400" rtl="0" eaLnBrk="1" latinLnBrk="0" hangingPunct="1">
                        <a:defRPr sz="1800" kern="1200">
                          <a:solidFill>
                            <a:schemeClr val="dk1"/>
                          </a:solidFill>
                          <a:latin typeface="Arial"/>
                        </a:defRPr>
                      </a:lvl5pPr>
                      <a:lvl6pPr marL="2286000" algn="l" defTabSz="914400" rtl="0" eaLnBrk="1" latinLnBrk="0" hangingPunct="1">
                        <a:defRPr sz="1800" kern="1200">
                          <a:solidFill>
                            <a:schemeClr val="dk1"/>
                          </a:solidFill>
                          <a:latin typeface="Arial"/>
                        </a:defRPr>
                      </a:lvl6pPr>
                      <a:lvl7pPr marL="2743200" algn="l" defTabSz="914400" rtl="0" eaLnBrk="1" latinLnBrk="0" hangingPunct="1">
                        <a:defRPr sz="1800" kern="1200">
                          <a:solidFill>
                            <a:schemeClr val="dk1"/>
                          </a:solidFill>
                          <a:latin typeface="Arial"/>
                        </a:defRPr>
                      </a:lvl7pPr>
                      <a:lvl8pPr marL="3200400" algn="l" defTabSz="914400" rtl="0" eaLnBrk="1" latinLnBrk="0" hangingPunct="1">
                        <a:defRPr sz="1800" kern="1200">
                          <a:solidFill>
                            <a:schemeClr val="dk1"/>
                          </a:solidFill>
                          <a:latin typeface="Arial"/>
                        </a:defRPr>
                      </a:lvl8pPr>
                      <a:lvl9pPr marL="3657600" algn="l" defTabSz="914400" rtl="0" eaLnBrk="1" latinLnBrk="0" hangingPunct="1">
                        <a:defRPr sz="1800" kern="1200">
                          <a:solidFill>
                            <a:schemeClr val="dk1"/>
                          </a:solidFill>
                          <a:latin typeface="Arial"/>
                        </a:defRPr>
                      </a:lvl9pPr>
                    </a:lstStyle>
                    <a:p>
                      <a:r>
                        <a:rPr lang="en-US" sz="1100" dirty="0"/>
                        <a:t>Configure Server-Based Authentication with RADIUS</a:t>
                      </a:r>
                    </a:p>
                  </a:txBody>
                  <a:tcPr marL="68580" marR="68580" marT="34290" marB="34290" anchor="ctr">
                    <a:lnL w="12700" cmpd="sng">
                      <a:solidFill>
                        <a:srgbClr val="FFFFFF"/>
                      </a:solidFill>
                    </a:lnL>
                    <a:lnR w="12700" cmpd="sng">
                      <a:solidFill>
                        <a:srgbClr val="FFFFFF"/>
                      </a:solidFill>
                    </a:lnR>
                    <a:lnT w="38100" cmpd="sng">
                      <a:solidFill>
                        <a:srgbClr val="FFFFFF"/>
                      </a:solidFill>
                    </a:lnT>
                    <a:lnB w="12700" cap="flat" cmpd="sng" algn="ctr">
                      <a:solidFill>
                        <a:srgbClr val="FFFFFF"/>
                      </a:solidFill>
                      <a:prstDash val="solid"/>
                      <a:round/>
                      <a:headEnd type="none" w="med" len="med"/>
                      <a:tailEnd type="none" w="med" len="med"/>
                    </a:lnB>
                    <a:lnTlToBr w="12700" cmpd="sng">
                      <a:noFill/>
                      <a:prstDash val="solid"/>
                    </a:lnTlToBr>
                    <a:lnBlToTr w="12700" cmpd="sng">
                      <a:noFill/>
                      <a:prstDash val="solid"/>
                    </a:lnBlToTr>
                    <a:solidFill>
                      <a:srgbClr val="004C69">
                        <a:tint val="40000"/>
                      </a:srgbClr>
                    </a:solidFill>
                  </a:tcPr>
                </a:tc>
                <a:tc>
                  <a:txBody>
                    <a:bodyPr/>
                    <a:lstStyle>
                      <a:lvl1pPr marL="0" algn="l" defTabSz="914400" rtl="0" eaLnBrk="1" latinLnBrk="0" hangingPunct="1">
                        <a:defRPr sz="1800" kern="1200">
                          <a:solidFill>
                            <a:schemeClr val="dk1"/>
                          </a:solidFill>
                          <a:latin typeface="Arial"/>
                        </a:defRPr>
                      </a:lvl1pPr>
                      <a:lvl2pPr marL="457200" algn="l" defTabSz="914400" rtl="0" eaLnBrk="1" latinLnBrk="0" hangingPunct="1">
                        <a:defRPr sz="1800" kern="1200">
                          <a:solidFill>
                            <a:schemeClr val="dk1"/>
                          </a:solidFill>
                          <a:latin typeface="Arial"/>
                        </a:defRPr>
                      </a:lvl2pPr>
                      <a:lvl3pPr marL="914400" algn="l" defTabSz="914400" rtl="0" eaLnBrk="1" latinLnBrk="0" hangingPunct="1">
                        <a:defRPr sz="1800" kern="1200">
                          <a:solidFill>
                            <a:schemeClr val="dk1"/>
                          </a:solidFill>
                          <a:latin typeface="Arial"/>
                        </a:defRPr>
                      </a:lvl3pPr>
                      <a:lvl4pPr marL="1371600" algn="l" defTabSz="914400" rtl="0" eaLnBrk="1" latinLnBrk="0" hangingPunct="1">
                        <a:defRPr sz="1800" kern="1200">
                          <a:solidFill>
                            <a:schemeClr val="dk1"/>
                          </a:solidFill>
                          <a:latin typeface="Arial"/>
                        </a:defRPr>
                      </a:lvl4pPr>
                      <a:lvl5pPr marL="1828800" algn="l" defTabSz="914400" rtl="0" eaLnBrk="1" latinLnBrk="0" hangingPunct="1">
                        <a:defRPr sz="1800" kern="1200">
                          <a:solidFill>
                            <a:schemeClr val="dk1"/>
                          </a:solidFill>
                          <a:latin typeface="Arial"/>
                        </a:defRPr>
                      </a:lvl5pPr>
                      <a:lvl6pPr marL="2286000" algn="l" defTabSz="914400" rtl="0" eaLnBrk="1" latinLnBrk="0" hangingPunct="1">
                        <a:defRPr sz="1800" kern="1200">
                          <a:solidFill>
                            <a:schemeClr val="dk1"/>
                          </a:solidFill>
                          <a:latin typeface="Arial"/>
                        </a:defRPr>
                      </a:lvl6pPr>
                      <a:lvl7pPr marL="2743200" algn="l" defTabSz="914400" rtl="0" eaLnBrk="1" latinLnBrk="0" hangingPunct="1">
                        <a:defRPr sz="1800" kern="1200">
                          <a:solidFill>
                            <a:schemeClr val="dk1"/>
                          </a:solidFill>
                          <a:latin typeface="Arial"/>
                        </a:defRPr>
                      </a:lvl7pPr>
                      <a:lvl8pPr marL="3200400" algn="l" defTabSz="914400" rtl="0" eaLnBrk="1" latinLnBrk="0" hangingPunct="1">
                        <a:defRPr sz="1800" kern="1200">
                          <a:solidFill>
                            <a:schemeClr val="dk1"/>
                          </a:solidFill>
                          <a:latin typeface="Arial"/>
                        </a:defRPr>
                      </a:lvl8pPr>
                      <a:lvl9pPr marL="3657600" algn="l" defTabSz="914400" rtl="0" eaLnBrk="1" latinLnBrk="0" hangingPunct="1">
                        <a:defRPr sz="1800" kern="1200">
                          <a:solidFill>
                            <a:schemeClr val="dk1"/>
                          </a:solidFill>
                          <a:latin typeface="Arial"/>
                        </a:defRPr>
                      </a:lvl9pPr>
                    </a:lstStyle>
                    <a:p>
                      <a:r>
                        <a:rPr lang="en-US" sz="1100" dirty="0"/>
                        <a:t>Recommended</a:t>
                      </a:r>
                      <a:endParaRPr lang="en-US" sz="1100" dirty="0">
                        <a:solidFill>
                          <a:schemeClr val="tx1"/>
                        </a:solidFill>
                      </a:endParaRPr>
                    </a:p>
                  </a:txBody>
                  <a:tcPr marL="68580" marR="68580" marT="34290" marB="34290" anchor="ctr">
                    <a:lnL w="12700" cmpd="sng">
                      <a:solidFill>
                        <a:srgbClr val="FFFFFF"/>
                      </a:solidFill>
                    </a:lnL>
                    <a:lnR w="12700" cmpd="sng">
                      <a:solidFill>
                        <a:srgbClr val="FFFFFF"/>
                      </a:solidFill>
                    </a:lnR>
                    <a:lnT w="38100" cmpd="sng">
                      <a:solidFill>
                        <a:srgbClr val="FFFFFF"/>
                      </a:solidFill>
                    </a:lnT>
                    <a:lnB w="12700" cap="flat" cmpd="sng" algn="ctr">
                      <a:solidFill>
                        <a:srgbClr val="FFFFFF"/>
                      </a:solidFill>
                      <a:prstDash val="solid"/>
                      <a:round/>
                      <a:headEnd type="none" w="med" len="med"/>
                      <a:tailEnd type="none" w="med" len="med"/>
                    </a:lnB>
                    <a:lnTlToBr w="12700" cmpd="sng">
                      <a:noFill/>
                      <a:prstDash val="solid"/>
                    </a:lnTlToBr>
                    <a:lnBlToTr w="12700" cmpd="sng">
                      <a:noFill/>
                      <a:prstDash val="solid"/>
                    </a:lnBlToTr>
                    <a:solidFill>
                      <a:srgbClr val="004C69">
                        <a:tint val="40000"/>
                      </a:srgbClr>
                    </a:solidFill>
                  </a:tcPr>
                </a:tc>
                <a:extLst>
                  <a:ext uri="{0D108BD9-81ED-4DB2-BD59-A6C34878D82A}">
                    <a16:rowId xmlns:a16="http://schemas.microsoft.com/office/drawing/2014/main" val="10001"/>
                  </a:ext>
                </a:extLst>
              </a:tr>
              <a:tr h="350784">
                <a:tc>
                  <a:txBody>
                    <a:bodyPr/>
                    <a:lstStyle/>
                    <a:p>
                      <a:pPr algn="ctr"/>
                      <a:r>
                        <a:rPr lang="en-US" sz="1100" dirty="0">
                          <a:latin typeface="Arial" panose="020B0604020202020204" pitchFamily="34" charset="0"/>
                          <a:cs typeface="Arial" panose="020B0604020202020204" pitchFamily="34" charset="0"/>
                        </a:rPr>
                        <a:t>7.4.9</a:t>
                      </a:r>
                    </a:p>
                  </a:txBody>
                  <a:tcPr marL="68580" marR="68580" marT="34290" marB="34290" anchor="ctr">
                    <a:lnL w="12700" cmpd="sng">
                      <a:solidFill>
                        <a:srgbClr val="FFFFFF"/>
                      </a:solidFill>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mpd="sng">
                      <a:solidFill>
                        <a:srgbClr val="FFFFFF"/>
                      </a:solidFill>
                    </a:lnB>
                    <a:lnTlToBr w="12700" cmpd="sng">
                      <a:noFill/>
                      <a:prstDash val="solid"/>
                    </a:lnTlToBr>
                    <a:lnBlToTr w="12700" cmpd="sng">
                      <a:noFill/>
                      <a:prstDash val="solid"/>
                    </a:lnBlToTr>
                    <a:solidFill>
                      <a:schemeClr val="bg1">
                        <a:lumMod val="95000"/>
                      </a:schemeClr>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100" dirty="0">
                          <a:latin typeface="Arial" panose="020B0604020202020204" pitchFamily="34" charset="0"/>
                          <a:cs typeface="Arial" panose="020B0604020202020204" pitchFamily="34" charset="0"/>
                        </a:rPr>
                        <a:t>Packet tracer</a:t>
                      </a:r>
                    </a:p>
                  </a:txBody>
                  <a:tcPr marL="68580" marR="68580" marT="34290" marB="3429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mpd="sng">
                      <a:solidFill>
                        <a:srgbClr val="FFFFFF"/>
                      </a:solidFill>
                    </a:lnB>
                    <a:lnTlToBr w="12700" cmpd="sng">
                      <a:noFill/>
                      <a:prstDash val="solid"/>
                    </a:lnTlToBr>
                    <a:lnBlToTr w="12700" cmpd="sng">
                      <a:noFill/>
                      <a:prstDash val="solid"/>
                    </a:lnBlToTr>
                    <a:solidFill>
                      <a:schemeClr val="bg1">
                        <a:lumMod val="95000"/>
                      </a:schemeClr>
                    </a:solidFill>
                  </a:tcPr>
                </a:tc>
                <a:tc>
                  <a:txBody>
                    <a:bodyPr/>
                    <a:lstStyle>
                      <a:lvl1pPr marL="0" algn="l" defTabSz="914400" rtl="0" eaLnBrk="1" latinLnBrk="0" hangingPunct="1">
                        <a:defRPr sz="1800" kern="1200">
                          <a:solidFill>
                            <a:schemeClr val="dk1"/>
                          </a:solidFill>
                          <a:latin typeface="Arial"/>
                        </a:defRPr>
                      </a:lvl1pPr>
                      <a:lvl2pPr marL="457200" algn="l" defTabSz="914400" rtl="0" eaLnBrk="1" latinLnBrk="0" hangingPunct="1">
                        <a:defRPr sz="1800" kern="1200">
                          <a:solidFill>
                            <a:schemeClr val="dk1"/>
                          </a:solidFill>
                          <a:latin typeface="Arial"/>
                        </a:defRPr>
                      </a:lvl2pPr>
                      <a:lvl3pPr marL="914400" algn="l" defTabSz="914400" rtl="0" eaLnBrk="1" latinLnBrk="0" hangingPunct="1">
                        <a:defRPr sz="1800" kern="1200">
                          <a:solidFill>
                            <a:schemeClr val="dk1"/>
                          </a:solidFill>
                          <a:latin typeface="Arial"/>
                        </a:defRPr>
                      </a:lvl3pPr>
                      <a:lvl4pPr marL="1371600" algn="l" defTabSz="914400" rtl="0" eaLnBrk="1" latinLnBrk="0" hangingPunct="1">
                        <a:defRPr sz="1800" kern="1200">
                          <a:solidFill>
                            <a:schemeClr val="dk1"/>
                          </a:solidFill>
                          <a:latin typeface="Arial"/>
                        </a:defRPr>
                      </a:lvl4pPr>
                      <a:lvl5pPr marL="1828800" algn="l" defTabSz="914400" rtl="0" eaLnBrk="1" latinLnBrk="0" hangingPunct="1">
                        <a:defRPr sz="1800" kern="1200">
                          <a:solidFill>
                            <a:schemeClr val="dk1"/>
                          </a:solidFill>
                          <a:latin typeface="Arial"/>
                        </a:defRPr>
                      </a:lvl5pPr>
                      <a:lvl6pPr marL="2286000" algn="l" defTabSz="914400" rtl="0" eaLnBrk="1" latinLnBrk="0" hangingPunct="1">
                        <a:defRPr sz="1800" kern="1200">
                          <a:solidFill>
                            <a:schemeClr val="dk1"/>
                          </a:solidFill>
                          <a:latin typeface="Arial"/>
                        </a:defRPr>
                      </a:lvl6pPr>
                      <a:lvl7pPr marL="2743200" algn="l" defTabSz="914400" rtl="0" eaLnBrk="1" latinLnBrk="0" hangingPunct="1">
                        <a:defRPr sz="1800" kern="1200">
                          <a:solidFill>
                            <a:schemeClr val="dk1"/>
                          </a:solidFill>
                          <a:latin typeface="Arial"/>
                        </a:defRPr>
                      </a:lvl7pPr>
                      <a:lvl8pPr marL="3200400" algn="l" defTabSz="914400" rtl="0" eaLnBrk="1" latinLnBrk="0" hangingPunct="1">
                        <a:defRPr sz="1800" kern="1200">
                          <a:solidFill>
                            <a:schemeClr val="dk1"/>
                          </a:solidFill>
                          <a:latin typeface="Arial"/>
                        </a:defRPr>
                      </a:lvl8pPr>
                      <a:lvl9pPr marL="3657600" algn="l" defTabSz="914400" rtl="0" eaLnBrk="1" latinLnBrk="0" hangingPunct="1">
                        <a:defRPr sz="1800" kern="1200">
                          <a:solidFill>
                            <a:schemeClr val="dk1"/>
                          </a:solidFill>
                          <a:latin typeface="Arial"/>
                        </a:defRPr>
                      </a:lvl9pPr>
                    </a:lstStyle>
                    <a:p>
                      <a:r>
                        <a:rPr lang="en-US" sz="1100" dirty="0"/>
                        <a:t>Configure Server-Based Authentication with TACACS+ and RADIUS</a:t>
                      </a:r>
                    </a:p>
                  </a:txBody>
                  <a:tcPr marL="68580" marR="68580" marT="34290" marB="3429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mpd="sng">
                      <a:solidFill>
                        <a:srgbClr val="FFFFFF"/>
                      </a:solidFill>
                    </a:lnB>
                    <a:lnTlToBr w="12700" cmpd="sng">
                      <a:noFill/>
                      <a:prstDash val="solid"/>
                    </a:lnTlToBr>
                    <a:lnBlToTr w="12700" cmpd="sng">
                      <a:noFill/>
                      <a:prstDash val="solid"/>
                    </a:lnBlToTr>
                    <a:solidFill>
                      <a:schemeClr val="bg1">
                        <a:lumMod val="95000"/>
                      </a:schemeClr>
                    </a:solidFill>
                  </a:tcPr>
                </a:tc>
                <a:tc>
                  <a:txBody>
                    <a:bodyPr/>
                    <a:lstStyle>
                      <a:lvl1pPr marL="0" algn="l" defTabSz="914400" rtl="0" eaLnBrk="1" latinLnBrk="0" hangingPunct="1">
                        <a:defRPr sz="1800" kern="1200">
                          <a:solidFill>
                            <a:schemeClr val="dk1"/>
                          </a:solidFill>
                          <a:latin typeface="Arial"/>
                        </a:defRPr>
                      </a:lvl1pPr>
                      <a:lvl2pPr marL="457200" algn="l" defTabSz="914400" rtl="0" eaLnBrk="1" latinLnBrk="0" hangingPunct="1">
                        <a:defRPr sz="1800" kern="1200">
                          <a:solidFill>
                            <a:schemeClr val="dk1"/>
                          </a:solidFill>
                          <a:latin typeface="Arial"/>
                        </a:defRPr>
                      </a:lvl2pPr>
                      <a:lvl3pPr marL="914400" algn="l" defTabSz="914400" rtl="0" eaLnBrk="1" latinLnBrk="0" hangingPunct="1">
                        <a:defRPr sz="1800" kern="1200">
                          <a:solidFill>
                            <a:schemeClr val="dk1"/>
                          </a:solidFill>
                          <a:latin typeface="Arial"/>
                        </a:defRPr>
                      </a:lvl3pPr>
                      <a:lvl4pPr marL="1371600" algn="l" defTabSz="914400" rtl="0" eaLnBrk="1" latinLnBrk="0" hangingPunct="1">
                        <a:defRPr sz="1800" kern="1200">
                          <a:solidFill>
                            <a:schemeClr val="dk1"/>
                          </a:solidFill>
                          <a:latin typeface="Arial"/>
                        </a:defRPr>
                      </a:lvl4pPr>
                      <a:lvl5pPr marL="1828800" algn="l" defTabSz="914400" rtl="0" eaLnBrk="1" latinLnBrk="0" hangingPunct="1">
                        <a:defRPr sz="1800" kern="1200">
                          <a:solidFill>
                            <a:schemeClr val="dk1"/>
                          </a:solidFill>
                          <a:latin typeface="Arial"/>
                        </a:defRPr>
                      </a:lvl5pPr>
                      <a:lvl6pPr marL="2286000" algn="l" defTabSz="914400" rtl="0" eaLnBrk="1" latinLnBrk="0" hangingPunct="1">
                        <a:defRPr sz="1800" kern="1200">
                          <a:solidFill>
                            <a:schemeClr val="dk1"/>
                          </a:solidFill>
                          <a:latin typeface="Arial"/>
                        </a:defRPr>
                      </a:lvl6pPr>
                      <a:lvl7pPr marL="2743200" algn="l" defTabSz="914400" rtl="0" eaLnBrk="1" latinLnBrk="0" hangingPunct="1">
                        <a:defRPr sz="1800" kern="1200">
                          <a:solidFill>
                            <a:schemeClr val="dk1"/>
                          </a:solidFill>
                          <a:latin typeface="Arial"/>
                        </a:defRPr>
                      </a:lvl7pPr>
                      <a:lvl8pPr marL="3200400" algn="l" defTabSz="914400" rtl="0" eaLnBrk="1" latinLnBrk="0" hangingPunct="1">
                        <a:defRPr sz="1800" kern="1200">
                          <a:solidFill>
                            <a:schemeClr val="dk1"/>
                          </a:solidFill>
                          <a:latin typeface="Arial"/>
                        </a:defRPr>
                      </a:lvl8pPr>
                      <a:lvl9pPr marL="3657600" algn="l" defTabSz="914400" rtl="0" eaLnBrk="1" latinLnBrk="0" hangingPunct="1">
                        <a:defRPr sz="1800" kern="1200">
                          <a:solidFill>
                            <a:schemeClr val="dk1"/>
                          </a:solidFill>
                          <a:latin typeface="Arial"/>
                        </a:defRPr>
                      </a:lvl9pPr>
                    </a:lstStyle>
                    <a:p>
                      <a:r>
                        <a:rPr lang="en-US" sz="1100" dirty="0"/>
                        <a:t>Recommended</a:t>
                      </a:r>
                      <a:endParaRPr lang="en-US" sz="1100" dirty="0">
                        <a:solidFill>
                          <a:schemeClr val="tx1"/>
                        </a:solidFill>
                      </a:endParaRPr>
                    </a:p>
                  </a:txBody>
                  <a:tcPr marL="68580" marR="68580" marT="34290" marB="34290" anchor="ctr">
                    <a:lnL w="12700" cap="flat" cmpd="sng" algn="ctr">
                      <a:solidFill>
                        <a:srgbClr val="FFFFFF"/>
                      </a:solidFill>
                      <a:prstDash val="solid"/>
                      <a:round/>
                      <a:headEnd type="none" w="med" len="med"/>
                      <a:tailEnd type="none" w="med" len="med"/>
                    </a:lnL>
                    <a:lnR w="12700" cmpd="sng">
                      <a:solidFill>
                        <a:srgbClr val="FFFFFF"/>
                      </a:solidFill>
                    </a:lnR>
                    <a:lnT w="12700" cap="flat" cmpd="sng" algn="ctr">
                      <a:solidFill>
                        <a:srgbClr val="FFFFFF"/>
                      </a:solidFill>
                      <a:prstDash val="solid"/>
                      <a:round/>
                      <a:headEnd type="none" w="med" len="med"/>
                      <a:tailEnd type="none" w="med" len="med"/>
                    </a:lnT>
                    <a:lnB w="12700" cmpd="sng">
                      <a:solidFill>
                        <a:srgbClr val="FFFFFF"/>
                      </a:solidFill>
                    </a:lnB>
                    <a:lnTlToBr w="12700" cmpd="sng">
                      <a:noFill/>
                      <a:prstDash val="solid"/>
                    </a:lnTlToBr>
                    <a:lnBlToTr w="12700" cmpd="sng">
                      <a:noFill/>
                      <a:prstDash val="solid"/>
                    </a:lnBlToTr>
                    <a:solidFill>
                      <a:schemeClr val="bg1">
                        <a:lumMod val="95000"/>
                      </a:schemeClr>
                    </a:solidFill>
                  </a:tcPr>
                </a:tc>
                <a:extLst>
                  <a:ext uri="{0D108BD9-81ED-4DB2-BD59-A6C34878D82A}">
                    <a16:rowId xmlns:a16="http://schemas.microsoft.com/office/drawing/2014/main" val="769454202"/>
                  </a:ext>
                </a:extLst>
              </a:tr>
              <a:tr h="350784">
                <a:tc>
                  <a:txBody>
                    <a:bodyPr/>
                    <a:lstStyle>
                      <a:lvl1pPr marL="0" algn="l" defTabSz="914400" rtl="0" eaLnBrk="1" latinLnBrk="0" hangingPunct="1">
                        <a:defRPr sz="1800" kern="1200">
                          <a:solidFill>
                            <a:schemeClr val="dk1"/>
                          </a:solidFill>
                          <a:latin typeface="Arial"/>
                        </a:defRPr>
                      </a:lvl1pPr>
                      <a:lvl2pPr marL="457200" algn="l" defTabSz="914400" rtl="0" eaLnBrk="1" latinLnBrk="0" hangingPunct="1">
                        <a:defRPr sz="1800" kern="1200">
                          <a:solidFill>
                            <a:schemeClr val="dk1"/>
                          </a:solidFill>
                          <a:latin typeface="Arial"/>
                        </a:defRPr>
                      </a:lvl2pPr>
                      <a:lvl3pPr marL="914400" algn="l" defTabSz="914400" rtl="0" eaLnBrk="1" latinLnBrk="0" hangingPunct="1">
                        <a:defRPr sz="1800" kern="1200">
                          <a:solidFill>
                            <a:schemeClr val="dk1"/>
                          </a:solidFill>
                          <a:latin typeface="Arial"/>
                        </a:defRPr>
                      </a:lvl3pPr>
                      <a:lvl4pPr marL="1371600" algn="l" defTabSz="914400" rtl="0" eaLnBrk="1" latinLnBrk="0" hangingPunct="1">
                        <a:defRPr sz="1800" kern="1200">
                          <a:solidFill>
                            <a:schemeClr val="dk1"/>
                          </a:solidFill>
                          <a:latin typeface="Arial"/>
                        </a:defRPr>
                      </a:lvl4pPr>
                      <a:lvl5pPr marL="1828800" algn="l" defTabSz="914400" rtl="0" eaLnBrk="1" latinLnBrk="0" hangingPunct="1">
                        <a:defRPr sz="1800" kern="1200">
                          <a:solidFill>
                            <a:schemeClr val="dk1"/>
                          </a:solidFill>
                          <a:latin typeface="Arial"/>
                        </a:defRPr>
                      </a:lvl5pPr>
                      <a:lvl6pPr marL="2286000" algn="l" defTabSz="914400" rtl="0" eaLnBrk="1" latinLnBrk="0" hangingPunct="1">
                        <a:defRPr sz="1800" kern="1200">
                          <a:solidFill>
                            <a:schemeClr val="dk1"/>
                          </a:solidFill>
                          <a:latin typeface="Arial"/>
                        </a:defRPr>
                      </a:lvl6pPr>
                      <a:lvl7pPr marL="2743200" algn="l" defTabSz="914400" rtl="0" eaLnBrk="1" latinLnBrk="0" hangingPunct="1">
                        <a:defRPr sz="1800" kern="1200">
                          <a:solidFill>
                            <a:schemeClr val="dk1"/>
                          </a:solidFill>
                          <a:latin typeface="Arial"/>
                        </a:defRPr>
                      </a:lvl7pPr>
                      <a:lvl8pPr marL="3200400" algn="l" defTabSz="914400" rtl="0" eaLnBrk="1" latinLnBrk="0" hangingPunct="1">
                        <a:defRPr sz="1800" kern="1200">
                          <a:solidFill>
                            <a:schemeClr val="dk1"/>
                          </a:solidFill>
                          <a:latin typeface="Arial"/>
                        </a:defRPr>
                      </a:lvl8pPr>
                      <a:lvl9pPr marL="3657600" algn="l" defTabSz="914400" rtl="0" eaLnBrk="1" latinLnBrk="0" hangingPunct="1">
                        <a:defRPr sz="1800" kern="1200">
                          <a:solidFill>
                            <a:schemeClr val="dk1"/>
                          </a:solidFill>
                          <a:latin typeface="Arial"/>
                        </a:defRPr>
                      </a:lvl9pPr>
                    </a:lstStyle>
                    <a:p>
                      <a:pPr algn="ctr"/>
                      <a:r>
                        <a:rPr lang="en-US" sz="1100" dirty="0"/>
                        <a:t>7.5.1</a:t>
                      </a:r>
                    </a:p>
                  </a:txBody>
                  <a:tcPr marL="68580" marR="68580" marT="34290" marB="34290" anchor="ctr">
                    <a:lnL w="12700" cmpd="sng">
                      <a:solidFill>
                        <a:srgbClr val="FFFFFF"/>
                      </a:solidFill>
                    </a:lnL>
                    <a:lnR w="12700" cmpd="sng">
                      <a:solidFill>
                        <a:srgbClr val="FFFFFF"/>
                      </a:solidFill>
                    </a:lnR>
                    <a:lnT w="12700" cmpd="sng">
                      <a:solidFill>
                        <a:srgbClr val="FFFFFF"/>
                      </a:solidFill>
                    </a:lnT>
                    <a:lnB w="12700" cmpd="sng">
                      <a:solidFill>
                        <a:srgbClr val="FFFFFF"/>
                      </a:solidFill>
                    </a:lnB>
                    <a:lnTlToBr w="12700" cmpd="sng">
                      <a:noFill/>
                      <a:prstDash val="solid"/>
                    </a:lnTlToBr>
                    <a:lnBlToTr w="12700" cmpd="sng">
                      <a:noFill/>
                      <a:prstDash val="solid"/>
                    </a:lnBlToTr>
                    <a:solidFill>
                      <a:srgbClr val="004C69">
                        <a:tint val="20000"/>
                      </a:srgbClr>
                    </a:solidFill>
                  </a:tcPr>
                </a:tc>
                <a:tc>
                  <a:txBody>
                    <a:bodyPr/>
                    <a:lstStyle>
                      <a:lvl1pPr marL="0" algn="l" defTabSz="914400" rtl="0" eaLnBrk="1" latinLnBrk="0" hangingPunct="1">
                        <a:defRPr sz="1800" kern="1200">
                          <a:solidFill>
                            <a:schemeClr val="dk1"/>
                          </a:solidFill>
                          <a:latin typeface="Arial"/>
                        </a:defRPr>
                      </a:lvl1pPr>
                      <a:lvl2pPr marL="457200" algn="l" defTabSz="914400" rtl="0" eaLnBrk="1" latinLnBrk="0" hangingPunct="1">
                        <a:defRPr sz="1800" kern="1200">
                          <a:solidFill>
                            <a:schemeClr val="dk1"/>
                          </a:solidFill>
                          <a:latin typeface="Arial"/>
                        </a:defRPr>
                      </a:lvl2pPr>
                      <a:lvl3pPr marL="914400" algn="l" defTabSz="914400" rtl="0" eaLnBrk="1" latinLnBrk="0" hangingPunct="1">
                        <a:defRPr sz="1800" kern="1200">
                          <a:solidFill>
                            <a:schemeClr val="dk1"/>
                          </a:solidFill>
                          <a:latin typeface="Arial"/>
                        </a:defRPr>
                      </a:lvl3pPr>
                      <a:lvl4pPr marL="1371600" algn="l" defTabSz="914400" rtl="0" eaLnBrk="1" latinLnBrk="0" hangingPunct="1">
                        <a:defRPr sz="1800" kern="1200">
                          <a:solidFill>
                            <a:schemeClr val="dk1"/>
                          </a:solidFill>
                          <a:latin typeface="Arial"/>
                        </a:defRPr>
                      </a:lvl4pPr>
                      <a:lvl5pPr marL="1828800" algn="l" defTabSz="914400" rtl="0" eaLnBrk="1" latinLnBrk="0" hangingPunct="1">
                        <a:defRPr sz="1800" kern="1200">
                          <a:solidFill>
                            <a:schemeClr val="dk1"/>
                          </a:solidFill>
                          <a:latin typeface="Arial"/>
                        </a:defRPr>
                      </a:lvl5pPr>
                      <a:lvl6pPr marL="2286000" algn="l" defTabSz="914400" rtl="0" eaLnBrk="1" latinLnBrk="0" hangingPunct="1">
                        <a:defRPr sz="1800" kern="1200">
                          <a:solidFill>
                            <a:schemeClr val="dk1"/>
                          </a:solidFill>
                          <a:latin typeface="Arial"/>
                        </a:defRPr>
                      </a:lvl6pPr>
                      <a:lvl7pPr marL="2743200" algn="l" defTabSz="914400" rtl="0" eaLnBrk="1" latinLnBrk="0" hangingPunct="1">
                        <a:defRPr sz="1800" kern="1200">
                          <a:solidFill>
                            <a:schemeClr val="dk1"/>
                          </a:solidFill>
                          <a:latin typeface="Arial"/>
                        </a:defRPr>
                      </a:lvl7pPr>
                      <a:lvl8pPr marL="3200400" algn="l" defTabSz="914400" rtl="0" eaLnBrk="1" latinLnBrk="0" hangingPunct="1">
                        <a:defRPr sz="1800" kern="1200">
                          <a:solidFill>
                            <a:schemeClr val="dk1"/>
                          </a:solidFill>
                          <a:latin typeface="Arial"/>
                        </a:defRPr>
                      </a:lvl8pPr>
                      <a:lvl9pPr marL="3657600" algn="l" defTabSz="914400" rtl="0" eaLnBrk="1" latinLnBrk="0" hangingPunct="1">
                        <a:defRPr sz="1800" kern="1200">
                          <a:solidFill>
                            <a:schemeClr val="dk1"/>
                          </a:solidFill>
                          <a:latin typeface="Arial"/>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100" dirty="0"/>
                        <a:t>Animation</a:t>
                      </a:r>
                    </a:p>
                  </a:txBody>
                  <a:tcPr marL="68580" marR="68580" marT="34290" marB="34290" anchor="ctr">
                    <a:lnL w="12700" cmpd="sng">
                      <a:solidFill>
                        <a:srgbClr val="FFFFFF"/>
                      </a:solidFill>
                    </a:lnL>
                    <a:lnR w="12700" cmpd="sng">
                      <a:solidFill>
                        <a:srgbClr val="FFFFFF"/>
                      </a:solidFill>
                    </a:lnR>
                    <a:lnT w="12700" cmpd="sng">
                      <a:solidFill>
                        <a:srgbClr val="FFFFFF"/>
                      </a:solidFill>
                    </a:lnT>
                    <a:lnB w="12700" cmpd="sng">
                      <a:solidFill>
                        <a:srgbClr val="FFFFFF"/>
                      </a:solidFill>
                    </a:lnB>
                    <a:lnTlToBr w="12700" cmpd="sng">
                      <a:noFill/>
                      <a:prstDash val="solid"/>
                    </a:lnTlToBr>
                    <a:lnBlToTr w="12700" cmpd="sng">
                      <a:noFill/>
                      <a:prstDash val="solid"/>
                    </a:lnBlToTr>
                    <a:solidFill>
                      <a:srgbClr val="004C69">
                        <a:tint val="20000"/>
                      </a:srgbClr>
                    </a:solidFill>
                  </a:tcPr>
                </a:tc>
                <a:tc>
                  <a:txBody>
                    <a:bodyPr/>
                    <a:lstStyle>
                      <a:lvl1pPr marL="0" algn="l" defTabSz="914400" rtl="0" eaLnBrk="1" latinLnBrk="0" hangingPunct="1">
                        <a:defRPr sz="1800" kern="1200">
                          <a:solidFill>
                            <a:schemeClr val="dk1"/>
                          </a:solidFill>
                          <a:latin typeface="Arial"/>
                        </a:defRPr>
                      </a:lvl1pPr>
                      <a:lvl2pPr marL="457200" algn="l" defTabSz="914400" rtl="0" eaLnBrk="1" latinLnBrk="0" hangingPunct="1">
                        <a:defRPr sz="1800" kern="1200">
                          <a:solidFill>
                            <a:schemeClr val="dk1"/>
                          </a:solidFill>
                          <a:latin typeface="Arial"/>
                        </a:defRPr>
                      </a:lvl2pPr>
                      <a:lvl3pPr marL="914400" algn="l" defTabSz="914400" rtl="0" eaLnBrk="1" latinLnBrk="0" hangingPunct="1">
                        <a:defRPr sz="1800" kern="1200">
                          <a:solidFill>
                            <a:schemeClr val="dk1"/>
                          </a:solidFill>
                          <a:latin typeface="Arial"/>
                        </a:defRPr>
                      </a:lvl3pPr>
                      <a:lvl4pPr marL="1371600" algn="l" defTabSz="914400" rtl="0" eaLnBrk="1" latinLnBrk="0" hangingPunct="1">
                        <a:defRPr sz="1800" kern="1200">
                          <a:solidFill>
                            <a:schemeClr val="dk1"/>
                          </a:solidFill>
                          <a:latin typeface="Arial"/>
                        </a:defRPr>
                      </a:lvl4pPr>
                      <a:lvl5pPr marL="1828800" algn="l" defTabSz="914400" rtl="0" eaLnBrk="1" latinLnBrk="0" hangingPunct="1">
                        <a:defRPr sz="1800" kern="1200">
                          <a:solidFill>
                            <a:schemeClr val="dk1"/>
                          </a:solidFill>
                          <a:latin typeface="Arial"/>
                        </a:defRPr>
                      </a:lvl5pPr>
                      <a:lvl6pPr marL="2286000" algn="l" defTabSz="914400" rtl="0" eaLnBrk="1" latinLnBrk="0" hangingPunct="1">
                        <a:defRPr sz="1800" kern="1200">
                          <a:solidFill>
                            <a:schemeClr val="dk1"/>
                          </a:solidFill>
                          <a:latin typeface="Arial"/>
                        </a:defRPr>
                      </a:lvl6pPr>
                      <a:lvl7pPr marL="2743200" algn="l" defTabSz="914400" rtl="0" eaLnBrk="1" latinLnBrk="0" hangingPunct="1">
                        <a:defRPr sz="1800" kern="1200">
                          <a:solidFill>
                            <a:schemeClr val="dk1"/>
                          </a:solidFill>
                          <a:latin typeface="Arial"/>
                        </a:defRPr>
                      </a:lvl7pPr>
                      <a:lvl8pPr marL="3200400" algn="l" defTabSz="914400" rtl="0" eaLnBrk="1" latinLnBrk="0" hangingPunct="1">
                        <a:defRPr sz="1800" kern="1200">
                          <a:solidFill>
                            <a:schemeClr val="dk1"/>
                          </a:solidFill>
                          <a:latin typeface="Arial"/>
                        </a:defRPr>
                      </a:lvl8pPr>
                      <a:lvl9pPr marL="3657600" algn="l" defTabSz="914400" rtl="0" eaLnBrk="1" latinLnBrk="0" hangingPunct="1">
                        <a:defRPr sz="1800" kern="1200">
                          <a:solidFill>
                            <a:schemeClr val="dk1"/>
                          </a:solidFill>
                          <a:latin typeface="Arial"/>
                        </a:defRPr>
                      </a:lvl9pPr>
                    </a:lstStyle>
                    <a:p>
                      <a:r>
                        <a:rPr lang="en-US" sz="1100" dirty="0"/>
                        <a:t>AAA Server Authorization</a:t>
                      </a:r>
                    </a:p>
                  </a:txBody>
                  <a:tcPr marL="68580" marR="68580" marT="34290" marB="34290" anchor="ctr">
                    <a:lnL w="12700" cmpd="sng">
                      <a:solidFill>
                        <a:srgbClr val="FFFFFF"/>
                      </a:solidFill>
                    </a:lnL>
                    <a:lnR w="12700" cmpd="sng">
                      <a:solidFill>
                        <a:srgbClr val="FFFFFF"/>
                      </a:solidFill>
                    </a:lnR>
                    <a:lnT w="12700" cap="flat" cmpd="sng" algn="ctr">
                      <a:solidFill>
                        <a:srgbClr val="FFFFFF"/>
                      </a:solidFill>
                      <a:prstDash val="solid"/>
                      <a:round/>
                      <a:headEnd type="none" w="med" len="med"/>
                      <a:tailEnd type="none" w="med" len="med"/>
                    </a:lnT>
                    <a:lnB w="12700" cmpd="sng">
                      <a:solidFill>
                        <a:srgbClr val="FFFFFF"/>
                      </a:solidFill>
                    </a:lnB>
                    <a:lnTlToBr w="12700" cmpd="sng">
                      <a:noFill/>
                      <a:prstDash val="solid"/>
                    </a:lnTlToBr>
                    <a:lnBlToTr w="12700" cmpd="sng">
                      <a:noFill/>
                      <a:prstDash val="solid"/>
                    </a:lnBlToTr>
                    <a:solidFill>
                      <a:srgbClr val="004C69">
                        <a:tint val="20000"/>
                      </a:srgbClr>
                    </a:solidFill>
                  </a:tcPr>
                </a:tc>
                <a:tc>
                  <a:txBody>
                    <a:bodyPr/>
                    <a:lstStyle>
                      <a:lvl1pPr marL="0" algn="l" defTabSz="914400" rtl="0" eaLnBrk="1" latinLnBrk="0" hangingPunct="1">
                        <a:defRPr sz="1800" kern="1200">
                          <a:solidFill>
                            <a:schemeClr val="dk1"/>
                          </a:solidFill>
                          <a:latin typeface="Arial"/>
                        </a:defRPr>
                      </a:lvl1pPr>
                      <a:lvl2pPr marL="457200" algn="l" defTabSz="914400" rtl="0" eaLnBrk="1" latinLnBrk="0" hangingPunct="1">
                        <a:defRPr sz="1800" kern="1200">
                          <a:solidFill>
                            <a:schemeClr val="dk1"/>
                          </a:solidFill>
                          <a:latin typeface="Arial"/>
                        </a:defRPr>
                      </a:lvl2pPr>
                      <a:lvl3pPr marL="914400" algn="l" defTabSz="914400" rtl="0" eaLnBrk="1" latinLnBrk="0" hangingPunct="1">
                        <a:defRPr sz="1800" kern="1200">
                          <a:solidFill>
                            <a:schemeClr val="dk1"/>
                          </a:solidFill>
                          <a:latin typeface="Arial"/>
                        </a:defRPr>
                      </a:lvl3pPr>
                      <a:lvl4pPr marL="1371600" algn="l" defTabSz="914400" rtl="0" eaLnBrk="1" latinLnBrk="0" hangingPunct="1">
                        <a:defRPr sz="1800" kern="1200">
                          <a:solidFill>
                            <a:schemeClr val="dk1"/>
                          </a:solidFill>
                          <a:latin typeface="Arial"/>
                        </a:defRPr>
                      </a:lvl4pPr>
                      <a:lvl5pPr marL="1828800" algn="l" defTabSz="914400" rtl="0" eaLnBrk="1" latinLnBrk="0" hangingPunct="1">
                        <a:defRPr sz="1800" kern="1200">
                          <a:solidFill>
                            <a:schemeClr val="dk1"/>
                          </a:solidFill>
                          <a:latin typeface="Arial"/>
                        </a:defRPr>
                      </a:lvl5pPr>
                      <a:lvl6pPr marL="2286000" algn="l" defTabSz="914400" rtl="0" eaLnBrk="1" latinLnBrk="0" hangingPunct="1">
                        <a:defRPr sz="1800" kern="1200">
                          <a:solidFill>
                            <a:schemeClr val="dk1"/>
                          </a:solidFill>
                          <a:latin typeface="Arial"/>
                        </a:defRPr>
                      </a:lvl6pPr>
                      <a:lvl7pPr marL="2743200" algn="l" defTabSz="914400" rtl="0" eaLnBrk="1" latinLnBrk="0" hangingPunct="1">
                        <a:defRPr sz="1800" kern="1200">
                          <a:solidFill>
                            <a:schemeClr val="dk1"/>
                          </a:solidFill>
                          <a:latin typeface="Arial"/>
                        </a:defRPr>
                      </a:lvl7pPr>
                      <a:lvl8pPr marL="3200400" algn="l" defTabSz="914400" rtl="0" eaLnBrk="1" latinLnBrk="0" hangingPunct="1">
                        <a:defRPr sz="1800" kern="1200">
                          <a:solidFill>
                            <a:schemeClr val="dk1"/>
                          </a:solidFill>
                          <a:latin typeface="Arial"/>
                        </a:defRPr>
                      </a:lvl8pPr>
                      <a:lvl9pPr marL="3657600" algn="l" defTabSz="914400" rtl="0" eaLnBrk="1" latinLnBrk="0" hangingPunct="1">
                        <a:defRPr sz="1800" kern="1200">
                          <a:solidFill>
                            <a:schemeClr val="dk1"/>
                          </a:solidFill>
                          <a:latin typeface="Arial"/>
                        </a:defRPr>
                      </a:lvl9pPr>
                    </a:lstStyle>
                    <a:p>
                      <a:r>
                        <a:rPr lang="en-US" sz="1100" dirty="0">
                          <a:solidFill>
                            <a:schemeClr val="tx1"/>
                          </a:solidFill>
                        </a:rPr>
                        <a:t>Recommended</a:t>
                      </a:r>
                    </a:p>
                  </a:txBody>
                  <a:tcPr marL="68580" marR="68580" marT="34290" marB="34290" anchor="ctr">
                    <a:lnL w="12700" cmpd="sng">
                      <a:solidFill>
                        <a:srgbClr val="FFFFFF"/>
                      </a:solidFill>
                    </a:lnL>
                    <a:lnR w="12700" cmpd="sng">
                      <a:solidFill>
                        <a:srgbClr val="FFFFFF"/>
                      </a:solidFill>
                    </a:lnR>
                    <a:lnT w="12700" cap="flat" cmpd="sng" algn="ctr">
                      <a:solidFill>
                        <a:srgbClr val="FFFFFF"/>
                      </a:solidFill>
                      <a:prstDash val="solid"/>
                      <a:round/>
                      <a:headEnd type="none" w="med" len="med"/>
                      <a:tailEnd type="none" w="med" len="med"/>
                    </a:lnT>
                    <a:lnB w="12700" cmpd="sng">
                      <a:solidFill>
                        <a:srgbClr val="FFFFFF"/>
                      </a:solidFill>
                    </a:lnB>
                    <a:lnTlToBr w="12700" cmpd="sng">
                      <a:noFill/>
                      <a:prstDash val="solid"/>
                    </a:lnTlToBr>
                    <a:lnBlToTr w="12700" cmpd="sng">
                      <a:noFill/>
                      <a:prstDash val="solid"/>
                    </a:lnBlToTr>
                    <a:solidFill>
                      <a:srgbClr val="004C69">
                        <a:tint val="20000"/>
                      </a:srgbClr>
                    </a:solidFill>
                  </a:tcPr>
                </a:tc>
                <a:extLst>
                  <a:ext uri="{0D108BD9-81ED-4DB2-BD59-A6C34878D82A}">
                    <a16:rowId xmlns:a16="http://schemas.microsoft.com/office/drawing/2014/main" val="10006"/>
                  </a:ext>
                </a:extLst>
              </a:tr>
              <a:tr h="350784">
                <a:tc>
                  <a:txBody>
                    <a:bodyPr/>
                    <a:lstStyle>
                      <a:lvl1pPr marL="0" algn="l" defTabSz="914400" rtl="0" eaLnBrk="1" latinLnBrk="0" hangingPunct="1">
                        <a:defRPr sz="1800" kern="1200">
                          <a:solidFill>
                            <a:schemeClr val="dk1"/>
                          </a:solidFill>
                          <a:latin typeface="Arial"/>
                        </a:defRPr>
                      </a:lvl1pPr>
                      <a:lvl2pPr marL="457200" algn="l" defTabSz="914400" rtl="0" eaLnBrk="1" latinLnBrk="0" hangingPunct="1">
                        <a:defRPr sz="1800" kern="1200">
                          <a:solidFill>
                            <a:schemeClr val="dk1"/>
                          </a:solidFill>
                          <a:latin typeface="Arial"/>
                        </a:defRPr>
                      </a:lvl2pPr>
                      <a:lvl3pPr marL="914400" algn="l" defTabSz="914400" rtl="0" eaLnBrk="1" latinLnBrk="0" hangingPunct="1">
                        <a:defRPr sz="1800" kern="1200">
                          <a:solidFill>
                            <a:schemeClr val="dk1"/>
                          </a:solidFill>
                          <a:latin typeface="Arial"/>
                        </a:defRPr>
                      </a:lvl3pPr>
                      <a:lvl4pPr marL="1371600" algn="l" defTabSz="914400" rtl="0" eaLnBrk="1" latinLnBrk="0" hangingPunct="1">
                        <a:defRPr sz="1800" kern="1200">
                          <a:solidFill>
                            <a:schemeClr val="dk1"/>
                          </a:solidFill>
                          <a:latin typeface="Arial"/>
                        </a:defRPr>
                      </a:lvl4pPr>
                      <a:lvl5pPr marL="1828800" algn="l" defTabSz="914400" rtl="0" eaLnBrk="1" latinLnBrk="0" hangingPunct="1">
                        <a:defRPr sz="1800" kern="1200">
                          <a:solidFill>
                            <a:schemeClr val="dk1"/>
                          </a:solidFill>
                          <a:latin typeface="Arial"/>
                        </a:defRPr>
                      </a:lvl5pPr>
                      <a:lvl6pPr marL="2286000" algn="l" defTabSz="914400" rtl="0" eaLnBrk="1" latinLnBrk="0" hangingPunct="1">
                        <a:defRPr sz="1800" kern="1200">
                          <a:solidFill>
                            <a:schemeClr val="dk1"/>
                          </a:solidFill>
                          <a:latin typeface="Arial"/>
                        </a:defRPr>
                      </a:lvl6pPr>
                      <a:lvl7pPr marL="2743200" algn="l" defTabSz="914400" rtl="0" eaLnBrk="1" latinLnBrk="0" hangingPunct="1">
                        <a:defRPr sz="1800" kern="1200">
                          <a:solidFill>
                            <a:schemeClr val="dk1"/>
                          </a:solidFill>
                          <a:latin typeface="Arial"/>
                        </a:defRPr>
                      </a:lvl7pPr>
                      <a:lvl8pPr marL="3200400" algn="l" defTabSz="914400" rtl="0" eaLnBrk="1" latinLnBrk="0" hangingPunct="1">
                        <a:defRPr sz="1800" kern="1200">
                          <a:solidFill>
                            <a:schemeClr val="dk1"/>
                          </a:solidFill>
                          <a:latin typeface="Arial"/>
                        </a:defRPr>
                      </a:lvl8pPr>
                      <a:lvl9pPr marL="3657600" algn="l" defTabSz="914400" rtl="0" eaLnBrk="1" latinLnBrk="0" hangingPunct="1">
                        <a:defRPr sz="1800" kern="1200">
                          <a:solidFill>
                            <a:schemeClr val="dk1"/>
                          </a:solidFill>
                          <a:latin typeface="Arial"/>
                        </a:defRPr>
                      </a:lvl9pPr>
                    </a:lstStyle>
                    <a:p>
                      <a:pPr algn="ctr"/>
                      <a:r>
                        <a:rPr lang="en-US" sz="1100" dirty="0"/>
                        <a:t>7.5.5</a:t>
                      </a:r>
                    </a:p>
                  </a:txBody>
                  <a:tcPr marL="68580" marR="68580" marT="34290" marB="34290" anchor="ctr">
                    <a:lnL w="12700" cmpd="sng">
                      <a:solidFill>
                        <a:srgbClr val="FFFFFF"/>
                      </a:solidFill>
                    </a:lnL>
                    <a:lnR w="12700" cmpd="sng">
                      <a:solidFill>
                        <a:srgbClr val="FFFFFF"/>
                      </a:solidFill>
                    </a:lnR>
                    <a:lnT w="12700" cmpd="sng">
                      <a:solidFill>
                        <a:srgbClr val="FFFFFF"/>
                      </a:solidFill>
                    </a:lnT>
                    <a:lnB w="12700" cmpd="sng">
                      <a:solidFill>
                        <a:srgbClr val="FFFFFF"/>
                      </a:solidFill>
                    </a:lnB>
                    <a:lnTlToBr w="12700" cmpd="sng">
                      <a:noFill/>
                      <a:prstDash val="solid"/>
                    </a:lnTlToBr>
                    <a:lnBlToTr w="12700" cmpd="sng">
                      <a:noFill/>
                      <a:prstDash val="solid"/>
                    </a:lnBlToTr>
                    <a:solidFill>
                      <a:srgbClr val="004C69">
                        <a:tint val="40000"/>
                      </a:srgbClr>
                    </a:solidFill>
                  </a:tcPr>
                </a:tc>
                <a:tc>
                  <a:txBody>
                    <a:bodyPr/>
                    <a:lstStyle>
                      <a:lvl1pPr marL="0" algn="l" defTabSz="914400" rtl="0" eaLnBrk="1" latinLnBrk="0" hangingPunct="1">
                        <a:defRPr sz="1800" kern="1200">
                          <a:solidFill>
                            <a:schemeClr val="dk1"/>
                          </a:solidFill>
                          <a:latin typeface="Arial"/>
                        </a:defRPr>
                      </a:lvl1pPr>
                      <a:lvl2pPr marL="457200" algn="l" defTabSz="914400" rtl="0" eaLnBrk="1" latinLnBrk="0" hangingPunct="1">
                        <a:defRPr sz="1800" kern="1200">
                          <a:solidFill>
                            <a:schemeClr val="dk1"/>
                          </a:solidFill>
                          <a:latin typeface="Arial"/>
                        </a:defRPr>
                      </a:lvl2pPr>
                      <a:lvl3pPr marL="914400" algn="l" defTabSz="914400" rtl="0" eaLnBrk="1" latinLnBrk="0" hangingPunct="1">
                        <a:defRPr sz="1800" kern="1200">
                          <a:solidFill>
                            <a:schemeClr val="dk1"/>
                          </a:solidFill>
                          <a:latin typeface="Arial"/>
                        </a:defRPr>
                      </a:lvl3pPr>
                      <a:lvl4pPr marL="1371600" algn="l" defTabSz="914400" rtl="0" eaLnBrk="1" latinLnBrk="0" hangingPunct="1">
                        <a:defRPr sz="1800" kern="1200">
                          <a:solidFill>
                            <a:schemeClr val="dk1"/>
                          </a:solidFill>
                          <a:latin typeface="Arial"/>
                        </a:defRPr>
                      </a:lvl4pPr>
                      <a:lvl5pPr marL="1828800" algn="l" defTabSz="914400" rtl="0" eaLnBrk="1" latinLnBrk="0" hangingPunct="1">
                        <a:defRPr sz="1800" kern="1200">
                          <a:solidFill>
                            <a:schemeClr val="dk1"/>
                          </a:solidFill>
                          <a:latin typeface="Arial"/>
                        </a:defRPr>
                      </a:lvl5pPr>
                      <a:lvl6pPr marL="2286000" algn="l" defTabSz="914400" rtl="0" eaLnBrk="1" latinLnBrk="0" hangingPunct="1">
                        <a:defRPr sz="1800" kern="1200">
                          <a:solidFill>
                            <a:schemeClr val="dk1"/>
                          </a:solidFill>
                          <a:latin typeface="Arial"/>
                        </a:defRPr>
                      </a:lvl6pPr>
                      <a:lvl7pPr marL="2743200" algn="l" defTabSz="914400" rtl="0" eaLnBrk="1" latinLnBrk="0" hangingPunct="1">
                        <a:defRPr sz="1800" kern="1200">
                          <a:solidFill>
                            <a:schemeClr val="dk1"/>
                          </a:solidFill>
                          <a:latin typeface="Arial"/>
                        </a:defRPr>
                      </a:lvl7pPr>
                      <a:lvl8pPr marL="3200400" algn="l" defTabSz="914400" rtl="0" eaLnBrk="1" latinLnBrk="0" hangingPunct="1">
                        <a:defRPr sz="1800" kern="1200">
                          <a:solidFill>
                            <a:schemeClr val="dk1"/>
                          </a:solidFill>
                          <a:latin typeface="Arial"/>
                        </a:defRPr>
                      </a:lvl8pPr>
                      <a:lvl9pPr marL="3657600" algn="l" defTabSz="914400" rtl="0" eaLnBrk="1" latinLnBrk="0" hangingPunct="1">
                        <a:defRPr sz="1800" kern="1200">
                          <a:solidFill>
                            <a:schemeClr val="dk1"/>
                          </a:solidFill>
                          <a:latin typeface="Arial"/>
                        </a:defRPr>
                      </a:lvl9pPr>
                    </a:lstStyle>
                    <a:p>
                      <a:pPr marL="0" marR="0" lvl="0" indent="0" algn="l" defTabSz="685777" rtl="0" eaLnBrk="1" fontAlgn="auto" latinLnBrk="0" hangingPunct="1">
                        <a:lnSpc>
                          <a:spcPct val="100000"/>
                        </a:lnSpc>
                        <a:spcBef>
                          <a:spcPts val="0"/>
                        </a:spcBef>
                        <a:spcAft>
                          <a:spcPts val="0"/>
                        </a:spcAft>
                        <a:buClrTx/>
                        <a:buSzTx/>
                        <a:buFontTx/>
                        <a:buNone/>
                        <a:tabLst/>
                        <a:defRPr/>
                      </a:pPr>
                      <a:r>
                        <a:rPr lang="en-US" sz="1100" dirty="0"/>
                        <a:t>Syntax Checker</a:t>
                      </a:r>
                    </a:p>
                  </a:txBody>
                  <a:tcPr marL="68580" marR="68580" marT="34290" marB="34290" anchor="ctr">
                    <a:lnL w="12700" cmpd="sng">
                      <a:solidFill>
                        <a:srgbClr val="FFFFFF"/>
                      </a:solidFill>
                    </a:lnL>
                    <a:lnR w="12700" cmpd="sng">
                      <a:solidFill>
                        <a:srgbClr val="FFFFFF"/>
                      </a:solidFill>
                    </a:lnR>
                    <a:lnT w="12700" cmpd="sng">
                      <a:solidFill>
                        <a:srgbClr val="FFFFFF"/>
                      </a:solidFill>
                    </a:lnT>
                    <a:lnB w="12700" cmpd="sng">
                      <a:solidFill>
                        <a:srgbClr val="FFFFFF"/>
                      </a:solidFill>
                    </a:lnB>
                    <a:lnTlToBr w="12700" cmpd="sng">
                      <a:noFill/>
                      <a:prstDash val="solid"/>
                    </a:lnTlToBr>
                    <a:lnBlToTr w="12700" cmpd="sng">
                      <a:noFill/>
                      <a:prstDash val="solid"/>
                    </a:lnBlToTr>
                    <a:solidFill>
                      <a:srgbClr val="004C69">
                        <a:tint val="40000"/>
                      </a:srgbClr>
                    </a:solidFill>
                  </a:tcPr>
                </a:tc>
                <a:tc>
                  <a:txBody>
                    <a:bodyPr/>
                    <a:lstStyle>
                      <a:lvl1pPr marL="0" algn="l" defTabSz="914400" rtl="0" eaLnBrk="1" latinLnBrk="0" hangingPunct="1">
                        <a:defRPr sz="1800" kern="1200">
                          <a:solidFill>
                            <a:schemeClr val="dk1"/>
                          </a:solidFill>
                          <a:latin typeface="Arial"/>
                        </a:defRPr>
                      </a:lvl1pPr>
                      <a:lvl2pPr marL="457200" algn="l" defTabSz="914400" rtl="0" eaLnBrk="1" latinLnBrk="0" hangingPunct="1">
                        <a:defRPr sz="1800" kern="1200">
                          <a:solidFill>
                            <a:schemeClr val="dk1"/>
                          </a:solidFill>
                          <a:latin typeface="Arial"/>
                        </a:defRPr>
                      </a:lvl2pPr>
                      <a:lvl3pPr marL="914400" algn="l" defTabSz="914400" rtl="0" eaLnBrk="1" latinLnBrk="0" hangingPunct="1">
                        <a:defRPr sz="1800" kern="1200">
                          <a:solidFill>
                            <a:schemeClr val="dk1"/>
                          </a:solidFill>
                          <a:latin typeface="Arial"/>
                        </a:defRPr>
                      </a:lvl3pPr>
                      <a:lvl4pPr marL="1371600" algn="l" defTabSz="914400" rtl="0" eaLnBrk="1" latinLnBrk="0" hangingPunct="1">
                        <a:defRPr sz="1800" kern="1200">
                          <a:solidFill>
                            <a:schemeClr val="dk1"/>
                          </a:solidFill>
                          <a:latin typeface="Arial"/>
                        </a:defRPr>
                      </a:lvl4pPr>
                      <a:lvl5pPr marL="1828800" algn="l" defTabSz="914400" rtl="0" eaLnBrk="1" latinLnBrk="0" hangingPunct="1">
                        <a:defRPr sz="1800" kern="1200">
                          <a:solidFill>
                            <a:schemeClr val="dk1"/>
                          </a:solidFill>
                          <a:latin typeface="Arial"/>
                        </a:defRPr>
                      </a:lvl5pPr>
                      <a:lvl6pPr marL="2286000" algn="l" defTabSz="914400" rtl="0" eaLnBrk="1" latinLnBrk="0" hangingPunct="1">
                        <a:defRPr sz="1800" kern="1200">
                          <a:solidFill>
                            <a:schemeClr val="dk1"/>
                          </a:solidFill>
                          <a:latin typeface="Arial"/>
                        </a:defRPr>
                      </a:lvl6pPr>
                      <a:lvl7pPr marL="2743200" algn="l" defTabSz="914400" rtl="0" eaLnBrk="1" latinLnBrk="0" hangingPunct="1">
                        <a:defRPr sz="1800" kern="1200">
                          <a:solidFill>
                            <a:schemeClr val="dk1"/>
                          </a:solidFill>
                          <a:latin typeface="Arial"/>
                        </a:defRPr>
                      </a:lvl7pPr>
                      <a:lvl8pPr marL="3200400" algn="l" defTabSz="914400" rtl="0" eaLnBrk="1" latinLnBrk="0" hangingPunct="1">
                        <a:defRPr sz="1800" kern="1200">
                          <a:solidFill>
                            <a:schemeClr val="dk1"/>
                          </a:solidFill>
                          <a:latin typeface="Arial"/>
                        </a:defRPr>
                      </a:lvl8pPr>
                      <a:lvl9pPr marL="3657600" algn="l" defTabSz="914400" rtl="0" eaLnBrk="1" latinLnBrk="0" hangingPunct="1">
                        <a:defRPr sz="1800" kern="1200">
                          <a:solidFill>
                            <a:schemeClr val="dk1"/>
                          </a:solidFill>
                          <a:latin typeface="Arial"/>
                        </a:defRPr>
                      </a:lvl9pPr>
                    </a:lstStyle>
                    <a:p>
                      <a:pPr marL="0" marR="0" lvl="0" indent="0" algn="l" defTabSz="685777" rtl="0" eaLnBrk="1" fontAlgn="auto" latinLnBrk="0" hangingPunct="1">
                        <a:lnSpc>
                          <a:spcPct val="100000"/>
                        </a:lnSpc>
                        <a:spcBef>
                          <a:spcPts val="0"/>
                        </a:spcBef>
                        <a:spcAft>
                          <a:spcPts val="0"/>
                        </a:spcAft>
                        <a:buClrTx/>
                        <a:buSzTx/>
                        <a:buFontTx/>
                        <a:buNone/>
                        <a:tabLst/>
                        <a:defRPr/>
                      </a:pPr>
                      <a:r>
                        <a:rPr lang="en-US" sz="1100" dirty="0"/>
                        <a:t>Configure AAA Accounting</a:t>
                      </a:r>
                    </a:p>
                  </a:txBody>
                  <a:tcPr marL="68580" marR="68580" marT="34290" marB="34290" anchor="ctr">
                    <a:lnL w="12700" cmpd="sng">
                      <a:solidFill>
                        <a:srgbClr val="FFFFFF"/>
                      </a:solidFill>
                    </a:lnL>
                    <a:lnR w="12700" cmpd="sng">
                      <a:solidFill>
                        <a:srgbClr val="FFFFFF"/>
                      </a:solidFill>
                    </a:lnR>
                    <a:lnT w="12700" cmpd="sng">
                      <a:solidFill>
                        <a:srgbClr val="FFFFFF"/>
                      </a:solidFill>
                    </a:lnT>
                    <a:lnB w="12700" cmpd="sng">
                      <a:solidFill>
                        <a:srgbClr val="FFFFFF"/>
                      </a:solidFill>
                    </a:lnB>
                    <a:lnTlToBr w="12700" cmpd="sng">
                      <a:noFill/>
                      <a:prstDash val="solid"/>
                    </a:lnTlToBr>
                    <a:lnBlToTr w="12700" cmpd="sng">
                      <a:noFill/>
                      <a:prstDash val="solid"/>
                    </a:lnBlToTr>
                    <a:solidFill>
                      <a:srgbClr val="004C69">
                        <a:tint val="40000"/>
                      </a:srgbClr>
                    </a:solidFill>
                  </a:tcPr>
                </a:tc>
                <a:tc>
                  <a:txBody>
                    <a:bodyPr/>
                    <a:lstStyle>
                      <a:lvl1pPr marL="0" algn="l" defTabSz="914400" rtl="0" eaLnBrk="1" latinLnBrk="0" hangingPunct="1">
                        <a:defRPr sz="1800" kern="1200">
                          <a:solidFill>
                            <a:schemeClr val="dk1"/>
                          </a:solidFill>
                          <a:latin typeface="Arial"/>
                        </a:defRPr>
                      </a:lvl1pPr>
                      <a:lvl2pPr marL="457200" algn="l" defTabSz="914400" rtl="0" eaLnBrk="1" latinLnBrk="0" hangingPunct="1">
                        <a:defRPr sz="1800" kern="1200">
                          <a:solidFill>
                            <a:schemeClr val="dk1"/>
                          </a:solidFill>
                          <a:latin typeface="Arial"/>
                        </a:defRPr>
                      </a:lvl2pPr>
                      <a:lvl3pPr marL="914400" algn="l" defTabSz="914400" rtl="0" eaLnBrk="1" latinLnBrk="0" hangingPunct="1">
                        <a:defRPr sz="1800" kern="1200">
                          <a:solidFill>
                            <a:schemeClr val="dk1"/>
                          </a:solidFill>
                          <a:latin typeface="Arial"/>
                        </a:defRPr>
                      </a:lvl3pPr>
                      <a:lvl4pPr marL="1371600" algn="l" defTabSz="914400" rtl="0" eaLnBrk="1" latinLnBrk="0" hangingPunct="1">
                        <a:defRPr sz="1800" kern="1200">
                          <a:solidFill>
                            <a:schemeClr val="dk1"/>
                          </a:solidFill>
                          <a:latin typeface="Arial"/>
                        </a:defRPr>
                      </a:lvl4pPr>
                      <a:lvl5pPr marL="1828800" algn="l" defTabSz="914400" rtl="0" eaLnBrk="1" latinLnBrk="0" hangingPunct="1">
                        <a:defRPr sz="1800" kern="1200">
                          <a:solidFill>
                            <a:schemeClr val="dk1"/>
                          </a:solidFill>
                          <a:latin typeface="Arial"/>
                        </a:defRPr>
                      </a:lvl5pPr>
                      <a:lvl6pPr marL="2286000" algn="l" defTabSz="914400" rtl="0" eaLnBrk="1" latinLnBrk="0" hangingPunct="1">
                        <a:defRPr sz="1800" kern="1200">
                          <a:solidFill>
                            <a:schemeClr val="dk1"/>
                          </a:solidFill>
                          <a:latin typeface="Arial"/>
                        </a:defRPr>
                      </a:lvl6pPr>
                      <a:lvl7pPr marL="2743200" algn="l" defTabSz="914400" rtl="0" eaLnBrk="1" latinLnBrk="0" hangingPunct="1">
                        <a:defRPr sz="1800" kern="1200">
                          <a:solidFill>
                            <a:schemeClr val="dk1"/>
                          </a:solidFill>
                          <a:latin typeface="Arial"/>
                        </a:defRPr>
                      </a:lvl7pPr>
                      <a:lvl8pPr marL="3200400" algn="l" defTabSz="914400" rtl="0" eaLnBrk="1" latinLnBrk="0" hangingPunct="1">
                        <a:defRPr sz="1800" kern="1200">
                          <a:solidFill>
                            <a:schemeClr val="dk1"/>
                          </a:solidFill>
                          <a:latin typeface="Arial"/>
                        </a:defRPr>
                      </a:lvl8pPr>
                      <a:lvl9pPr marL="3657600" algn="l" defTabSz="914400" rtl="0" eaLnBrk="1" latinLnBrk="0" hangingPunct="1">
                        <a:defRPr sz="1800" kern="1200">
                          <a:solidFill>
                            <a:schemeClr val="dk1"/>
                          </a:solidFill>
                          <a:latin typeface="Arial"/>
                        </a:defRPr>
                      </a:lvl9pPr>
                    </a:lstStyle>
                    <a:p>
                      <a:pPr marL="0" marR="0" lvl="0" indent="0" algn="l" defTabSz="685777"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dirty="0">
                          <a:ln>
                            <a:noFill/>
                          </a:ln>
                          <a:solidFill>
                            <a:srgbClr val="58585B"/>
                          </a:solidFill>
                          <a:effectLst/>
                          <a:uLnTx/>
                          <a:uFillTx/>
                          <a:latin typeface="Arial"/>
                          <a:ea typeface="+mn-ea"/>
                          <a:cs typeface="+mn-cs"/>
                        </a:rPr>
                        <a:t>Recommended</a:t>
                      </a:r>
                    </a:p>
                  </a:txBody>
                  <a:tcPr marL="68580" marR="68580" marT="34290" marB="34290" anchor="ctr">
                    <a:lnL w="12700" cmpd="sng">
                      <a:solidFill>
                        <a:srgbClr val="FFFFFF"/>
                      </a:solidFill>
                    </a:lnL>
                    <a:lnR w="12700" cmpd="sng">
                      <a:solidFill>
                        <a:srgbClr val="FFFFFF"/>
                      </a:solidFill>
                    </a:lnR>
                    <a:lnT w="12700" cmpd="sng">
                      <a:solidFill>
                        <a:srgbClr val="FFFFFF"/>
                      </a:solidFill>
                    </a:lnT>
                    <a:lnB w="12700" cmpd="sng">
                      <a:solidFill>
                        <a:srgbClr val="FFFFFF"/>
                      </a:solidFill>
                    </a:lnB>
                    <a:lnTlToBr w="12700" cmpd="sng">
                      <a:noFill/>
                      <a:prstDash val="solid"/>
                    </a:lnTlToBr>
                    <a:lnBlToTr w="12700" cmpd="sng">
                      <a:noFill/>
                      <a:prstDash val="solid"/>
                    </a:lnBlToTr>
                    <a:solidFill>
                      <a:srgbClr val="004C69">
                        <a:tint val="40000"/>
                      </a:srgbClr>
                    </a:solidFill>
                  </a:tcPr>
                </a:tc>
                <a:extLst>
                  <a:ext uri="{0D108BD9-81ED-4DB2-BD59-A6C34878D82A}">
                    <a16:rowId xmlns:a16="http://schemas.microsoft.com/office/drawing/2014/main" val="10008"/>
                  </a:ext>
                </a:extLst>
              </a:tr>
              <a:tr h="350784">
                <a:tc>
                  <a:txBody>
                    <a:bodyPr/>
                    <a:lstStyle>
                      <a:lvl1pPr marL="0" algn="l" defTabSz="914400" rtl="0" eaLnBrk="1" latinLnBrk="0" hangingPunct="1">
                        <a:defRPr sz="1800" kern="1200">
                          <a:solidFill>
                            <a:schemeClr val="dk1"/>
                          </a:solidFill>
                          <a:latin typeface="Arial"/>
                        </a:defRPr>
                      </a:lvl1pPr>
                      <a:lvl2pPr marL="457200" algn="l" defTabSz="914400" rtl="0" eaLnBrk="1" latinLnBrk="0" hangingPunct="1">
                        <a:defRPr sz="1800" kern="1200">
                          <a:solidFill>
                            <a:schemeClr val="dk1"/>
                          </a:solidFill>
                          <a:latin typeface="Arial"/>
                        </a:defRPr>
                      </a:lvl2pPr>
                      <a:lvl3pPr marL="914400" algn="l" defTabSz="914400" rtl="0" eaLnBrk="1" latinLnBrk="0" hangingPunct="1">
                        <a:defRPr sz="1800" kern="1200">
                          <a:solidFill>
                            <a:schemeClr val="dk1"/>
                          </a:solidFill>
                          <a:latin typeface="Arial"/>
                        </a:defRPr>
                      </a:lvl3pPr>
                      <a:lvl4pPr marL="1371600" algn="l" defTabSz="914400" rtl="0" eaLnBrk="1" latinLnBrk="0" hangingPunct="1">
                        <a:defRPr sz="1800" kern="1200">
                          <a:solidFill>
                            <a:schemeClr val="dk1"/>
                          </a:solidFill>
                          <a:latin typeface="Arial"/>
                        </a:defRPr>
                      </a:lvl4pPr>
                      <a:lvl5pPr marL="1828800" algn="l" defTabSz="914400" rtl="0" eaLnBrk="1" latinLnBrk="0" hangingPunct="1">
                        <a:defRPr sz="1800" kern="1200">
                          <a:solidFill>
                            <a:schemeClr val="dk1"/>
                          </a:solidFill>
                          <a:latin typeface="Arial"/>
                        </a:defRPr>
                      </a:lvl5pPr>
                      <a:lvl6pPr marL="2286000" algn="l" defTabSz="914400" rtl="0" eaLnBrk="1" latinLnBrk="0" hangingPunct="1">
                        <a:defRPr sz="1800" kern="1200">
                          <a:solidFill>
                            <a:schemeClr val="dk1"/>
                          </a:solidFill>
                          <a:latin typeface="Arial"/>
                        </a:defRPr>
                      </a:lvl6pPr>
                      <a:lvl7pPr marL="2743200" algn="l" defTabSz="914400" rtl="0" eaLnBrk="1" latinLnBrk="0" hangingPunct="1">
                        <a:defRPr sz="1800" kern="1200">
                          <a:solidFill>
                            <a:schemeClr val="dk1"/>
                          </a:solidFill>
                          <a:latin typeface="Arial"/>
                        </a:defRPr>
                      </a:lvl7pPr>
                      <a:lvl8pPr marL="3200400" algn="l" defTabSz="914400" rtl="0" eaLnBrk="1" latinLnBrk="0" hangingPunct="1">
                        <a:defRPr sz="1800" kern="1200">
                          <a:solidFill>
                            <a:schemeClr val="dk1"/>
                          </a:solidFill>
                          <a:latin typeface="Arial"/>
                        </a:defRPr>
                      </a:lvl8pPr>
                      <a:lvl9pPr marL="3657600" algn="l" defTabSz="914400" rtl="0" eaLnBrk="1" latinLnBrk="0" hangingPunct="1">
                        <a:defRPr sz="1800" kern="1200">
                          <a:solidFill>
                            <a:schemeClr val="dk1"/>
                          </a:solidFill>
                          <a:latin typeface="Arial"/>
                        </a:defRPr>
                      </a:lvl9pPr>
                    </a:lstStyle>
                    <a:p>
                      <a:pPr algn="ctr"/>
                      <a:r>
                        <a:rPr lang="en-US" sz="1100" dirty="0"/>
                        <a:t>7.6.2</a:t>
                      </a:r>
                    </a:p>
                  </a:txBody>
                  <a:tcPr marL="68580" marR="68580" marT="34290" marB="34290" anchor="ctr">
                    <a:lnL w="12700" cmpd="sng">
                      <a:solidFill>
                        <a:srgbClr val="FFFFFF"/>
                      </a:solidFill>
                    </a:lnL>
                    <a:lnR w="12700" cmpd="sng">
                      <a:solidFill>
                        <a:srgbClr val="FFFFFF"/>
                      </a:solidFill>
                    </a:lnR>
                    <a:lnT w="12700" cmpd="sng">
                      <a:solidFill>
                        <a:srgbClr val="FFFFFF"/>
                      </a:solidFill>
                    </a:lnT>
                    <a:lnB w="12700" cmpd="sng">
                      <a:solidFill>
                        <a:srgbClr val="FFFFFF"/>
                      </a:solidFill>
                    </a:lnB>
                    <a:lnTlToBr w="12700" cmpd="sng">
                      <a:noFill/>
                      <a:prstDash val="solid"/>
                    </a:lnTlToBr>
                    <a:lnBlToTr w="12700" cmpd="sng">
                      <a:noFill/>
                      <a:prstDash val="solid"/>
                    </a:lnBlToTr>
                    <a:solidFill>
                      <a:srgbClr val="004C69">
                        <a:tint val="20000"/>
                      </a:srgbClr>
                    </a:solidFill>
                  </a:tcPr>
                </a:tc>
                <a:tc>
                  <a:txBody>
                    <a:bodyPr/>
                    <a:lstStyle>
                      <a:lvl1pPr marL="0" algn="l" defTabSz="914400" rtl="0" eaLnBrk="1" latinLnBrk="0" hangingPunct="1">
                        <a:defRPr sz="1800" kern="1200">
                          <a:solidFill>
                            <a:schemeClr val="dk1"/>
                          </a:solidFill>
                          <a:latin typeface="Arial"/>
                        </a:defRPr>
                      </a:lvl1pPr>
                      <a:lvl2pPr marL="457200" algn="l" defTabSz="914400" rtl="0" eaLnBrk="1" latinLnBrk="0" hangingPunct="1">
                        <a:defRPr sz="1800" kern="1200">
                          <a:solidFill>
                            <a:schemeClr val="dk1"/>
                          </a:solidFill>
                          <a:latin typeface="Arial"/>
                        </a:defRPr>
                      </a:lvl2pPr>
                      <a:lvl3pPr marL="914400" algn="l" defTabSz="914400" rtl="0" eaLnBrk="1" latinLnBrk="0" hangingPunct="1">
                        <a:defRPr sz="1800" kern="1200">
                          <a:solidFill>
                            <a:schemeClr val="dk1"/>
                          </a:solidFill>
                          <a:latin typeface="Arial"/>
                        </a:defRPr>
                      </a:lvl3pPr>
                      <a:lvl4pPr marL="1371600" algn="l" defTabSz="914400" rtl="0" eaLnBrk="1" latinLnBrk="0" hangingPunct="1">
                        <a:defRPr sz="1800" kern="1200">
                          <a:solidFill>
                            <a:schemeClr val="dk1"/>
                          </a:solidFill>
                          <a:latin typeface="Arial"/>
                        </a:defRPr>
                      </a:lvl4pPr>
                      <a:lvl5pPr marL="1828800" algn="l" defTabSz="914400" rtl="0" eaLnBrk="1" latinLnBrk="0" hangingPunct="1">
                        <a:defRPr sz="1800" kern="1200">
                          <a:solidFill>
                            <a:schemeClr val="dk1"/>
                          </a:solidFill>
                          <a:latin typeface="Arial"/>
                        </a:defRPr>
                      </a:lvl5pPr>
                      <a:lvl6pPr marL="2286000" algn="l" defTabSz="914400" rtl="0" eaLnBrk="1" latinLnBrk="0" hangingPunct="1">
                        <a:defRPr sz="1800" kern="1200">
                          <a:solidFill>
                            <a:schemeClr val="dk1"/>
                          </a:solidFill>
                          <a:latin typeface="Arial"/>
                        </a:defRPr>
                      </a:lvl6pPr>
                      <a:lvl7pPr marL="2743200" algn="l" defTabSz="914400" rtl="0" eaLnBrk="1" latinLnBrk="0" hangingPunct="1">
                        <a:defRPr sz="1800" kern="1200">
                          <a:solidFill>
                            <a:schemeClr val="dk1"/>
                          </a:solidFill>
                          <a:latin typeface="Arial"/>
                        </a:defRPr>
                      </a:lvl7pPr>
                      <a:lvl8pPr marL="3200400" algn="l" defTabSz="914400" rtl="0" eaLnBrk="1" latinLnBrk="0" hangingPunct="1">
                        <a:defRPr sz="1800" kern="1200">
                          <a:solidFill>
                            <a:schemeClr val="dk1"/>
                          </a:solidFill>
                          <a:latin typeface="Arial"/>
                        </a:defRPr>
                      </a:lvl8pPr>
                      <a:lvl9pPr marL="3657600" algn="l" defTabSz="914400" rtl="0" eaLnBrk="1" latinLnBrk="0" hangingPunct="1">
                        <a:defRPr sz="1800" kern="1200">
                          <a:solidFill>
                            <a:schemeClr val="dk1"/>
                          </a:solidFill>
                          <a:latin typeface="Arial"/>
                        </a:defRPr>
                      </a:lvl9pPr>
                    </a:lstStyle>
                    <a:p>
                      <a:pPr marL="0" marR="0" lvl="0" indent="0" algn="l" defTabSz="685777" rtl="0" eaLnBrk="1" fontAlgn="auto" latinLnBrk="0" hangingPunct="1">
                        <a:lnSpc>
                          <a:spcPct val="100000"/>
                        </a:lnSpc>
                        <a:spcBef>
                          <a:spcPts val="0"/>
                        </a:spcBef>
                        <a:spcAft>
                          <a:spcPts val="0"/>
                        </a:spcAft>
                        <a:buClrTx/>
                        <a:buSzTx/>
                        <a:buFontTx/>
                        <a:buNone/>
                        <a:tabLst/>
                        <a:defRPr/>
                      </a:pPr>
                      <a:r>
                        <a:rPr lang="en-US" sz="1100" dirty="0"/>
                        <a:t>Module Quiz</a:t>
                      </a:r>
                    </a:p>
                  </a:txBody>
                  <a:tcPr marL="68580" marR="68580" marT="34290" marB="34290" anchor="ctr">
                    <a:lnL w="12700" cmpd="sng">
                      <a:solidFill>
                        <a:srgbClr val="FFFFFF"/>
                      </a:solidFill>
                    </a:lnL>
                    <a:lnR w="12700" cmpd="sng">
                      <a:solidFill>
                        <a:srgbClr val="FFFFFF"/>
                      </a:solidFill>
                    </a:lnR>
                    <a:lnT w="12700" cmpd="sng">
                      <a:solidFill>
                        <a:srgbClr val="FFFFFF"/>
                      </a:solidFill>
                    </a:lnT>
                    <a:lnB w="12700" cmpd="sng">
                      <a:solidFill>
                        <a:srgbClr val="FFFFFF"/>
                      </a:solidFill>
                    </a:lnB>
                    <a:lnTlToBr w="12700" cmpd="sng">
                      <a:noFill/>
                      <a:prstDash val="solid"/>
                    </a:lnTlToBr>
                    <a:lnBlToTr w="12700" cmpd="sng">
                      <a:noFill/>
                      <a:prstDash val="solid"/>
                    </a:lnBlToTr>
                    <a:solidFill>
                      <a:srgbClr val="004C69">
                        <a:tint val="20000"/>
                      </a:srgbClr>
                    </a:solidFill>
                  </a:tcPr>
                </a:tc>
                <a:tc>
                  <a:txBody>
                    <a:bodyPr/>
                    <a:lstStyle>
                      <a:lvl1pPr marL="0" algn="l" defTabSz="914400" rtl="0" eaLnBrk="1" latinLnBrk="0" hangingPunct="1">
                        <a:defRPr sz="1800" kern="1200">
                          <a:solidFill>
                            <a:schemeClr val="dk1"/>
                          </a:solidFill>
                          <a:latin typeface="Arial"/>
                        </a:defRPr>
                      </a:lvl1pPr>
                      <a:lvl2pPr marL="457200" algn="l" defTabSz="914400" rtl="0" eaLnBrk="1" latinLnBrk="0" hangingPunct="1">
                        <a:defRPr sz="1800" kern="1200">
                          <a:solidFill>
                            <a:schemeClr val="dk1"/>
                          </a:solidFill>
                          <a:latin typeface="Arial"/>
                        </a:defRPr>
                      </a:lvl2pPr>
                      <a:lvl3pPr marL="914400" algn="l" defTabSz="914400" rtl="0" eaLnBrk="1" latinLnBrk="0" hangingPunct="1">
                        <a:defRPr sz="1800" kern="1200">
                          <a:solidFill>
                            <a:schemeClr val="dk1"/>
                          </a:solidFill>
                          <a:latin typeface="Arial"/>
                        </a:defRPr>
                      </a:lvl3pPr>
                      <a:lvl4pPr marL="1371600" algn="l" defTabSz="914400" rtl="0" eaLnBrk="1" latinLnBrk="0" hangingPunct="1">
                        <a:defRPr sz="1800" kern="1200">
                          <a:solidFill>
                            <a:schemeClr val="dk1"/>
                          </a:solidFill>
                          <a:latin typeface="Arial"/>
                        </a:defRPr>
                      </a:lvl4pPr>
                      <a:lvl5pPr marL="1828800" algn="l" defTabSz="914400" rtl="0" eaLnBrk="1" latinLnBrk="0" hangingPunct="1">
                        <a:defRPr sz="1800" kern="1200">
                          <a:solidFill>
                            <a:schemeClr val="dk1"/>
                          </a:solidFill>
                          <a:latin typeface="Arial"/>
                        </a:defRPr>
                      </a:lvl5pPr>
                      <a:lvl6pPr marL="2286000" algn="l" defTabSz="914400" rtl="0" eaLnBrk="1" latinLnBrk="0" hangingPunct="1">
                        <a:defRPr sz="1800" kern="1200">
                          <a:solidFill>
                            <a:schemeClr val="dk1"/>
                          </a:solidFill>
                          <a:latin typeface="Arial"/>
                        </a:defRPr>
                      </a:lvl6pPr>
                      <a:lvl7pPr marL="2743200" algn="l" defTabSz="914400" rtl="0" eaLnBrk="1" latinLnBrk="0" hangingPunct="1">
                        <a:defRPr sz="1800" kern="1200">
                          <a:solidFill>
                            <a:schemeClr val="dk1"/>
                          </a:solidFill>
                          <a:latin typeface="Arial"/>
                        </a:defRPr>
                      </a:lvl7pPr>
                      <a:lvl8pPr marL="3200400" algn="l" defTabSz="914400" rtl="0" eaLnBrk="1" latinLnBrk="0" hangingPunct="1">
                        <a:defRPr sz="1800" kern="1200">
                          <a:solidFill>
                            <a:schemeClr val="dk1"/>
                          </a:solidFill>
                          <a:latin typeface="Arial"/>
                        </a:defRPr>
                      </a:lvl8pPr>
                      <a:lvl9pPr marL="3657600" algn="l" defTabSz="914400" rtl="0" eaLnBrk="1" latinLnBrk="0" hangingPunct="1">
                        <a:defRPr sz="1800" kern="1200">
                          <a:solidFill>
                            <a:schemeClr val="dk1"/>
                          </a:solidFill>
                          <a:latin typeface="Arial"/>
                        </a:defRPr>
                      </a:lvl9pPr>
                    </a:lstStyle>
                    <a:p>
                      <a:pPr marL="0" marR="0" lvl="0" indent="0" algn="l" defTabSz="685777" rtl="0" eaLnBrk="1" fontAlgn="auto" latinLnBrk="0" hangingPunct="1">
                        <a:lnSpc>
                          <a:spcPct val="100000"/>
                        </a:lnSpc>
                        <a:spcBef>
                          <a:spcPts val="0"/>
                        </a:spcBef>
                        <a:spcAft>
                          <a:spcPts val="0"/>
                        </a:spcAft>
                        <a:buClrTx/>
                        <a:buSzTx/>
                        <a:buFontTx/>
                        <a:buNone/>
                        <a:tabLst/>
                        <a:defRPr/>
                      </a:pPr>
                      <a:r>
                        <a:rPr lang="en-US" sz="1100" dirty="0"/>
                        <a:t>AAA</a:t>
                      </a:r>
                    </a:p>
                  </a:txBody>
                  <a:tcPr marL="68580" marR="68580" marT="34290" marB="34290" anchor="ctr">
                    <a:lnL w="12700" cmpd="sng">
                      <a:solidFill>
                        <a:srgbClr val="FFFFFF"/>
                      </a:solidFill>
                    </a:lnL>
                    <a:lnR w="12700" cmpd="sng">
                      <a:solidFill>
                        <a:srgbClr val="FFFFFF"/>
                      </a:solidFill>
                    </a:lnR>
                    <a:lnT w="12700" cmpd="sng">
                      <a:solidFill>
                        <a:srgbClr val="FFFFFF"/>
                      </a:solidFill>
                    </a:lnT>
                    <a:lnB w="12700" cmpd="sng">
                      <a:solidFill>
                        <a:srgbClr val="FFFFFF"/>
                      </a:solidFill>
                    </a:lnB>
                    <a:lnTlToBr w="12700" cmpd="sng">
                      <a:noFill/>
                      <a:prstDash val="solid"/>
                    </a:lnTlToBr>
                    <a:lnBlToTr w="12700" cmpd="sng">
                      <a:noFill/>
                      <a:prstDash val="solid"/>
                    </a:lnBlToTr>
                    <a:solidFill>
                      <a:srgbClr val="004C69">
                        <a:tint val="20000"/>
                      </a:srgbClr>
                    </a:solidFill>
                  </a:tcPr>
                </a:tc>
                <a:tc>
                  <a:txBody>
                    <a:bodyPr/>
                    <a:lstStyle>
                      <a:lvl1pPr marL="0" algn="l" defTabSz="914400" rtl="0" eaLnBrk="1" latinLnBrk="0" hangingPunct="1">
                        <a:defRPr sz="1800" kern="1200">
                          <a:solidFill>
                            <a:schemeClr val="dk1"/>
                          </a:solidFill>
                          <a:latin typeface="Arial"/>
                        </a:defRPr>
                      </a:lvl1pPr>
                      <a:lvl2pPr marL="457200" algn="l" defTabSz="914400" rtl="0" eaLnBrk="1" latinLnBrk="0" hangingPunct="1">
                        <a:defRPr sz="1800" kern="1200">
                          <a:solidFill>
                            <a:schemeClr val="dk1"/>
                          </a:solidFill>
                          <a:latin typeface="Arial"/>
                        </a:defRPr>
                      </a:lvl2pPr>
                      <a:lvl3pPr marL="914400" algn="l" defTabSz="914400" rtl="0" eaLnBrk="1" latinLnBrk="0" hangingPunct="1">
                        <a:defRPr sz="1800" kern="1200">
                          <a:solidFill>
                            <a:schemeClr val="dk1"/>
                          </a:solidFill>
                          <a:latin typeface="Arial"/>
                        </a:defRPr>
                      </a:lvl3pPr>
                      <a:lvl4pPr marL="1371600" algn="l" defTabSz="914400" rtl="0" eaLnBrk="1" latinLnBrk="0" hangingPunct="1">
                        <a:defRPr sz="1800" kern="1200">
                          <a:solidFill>
                            <a:schemeClr val="dk1"/>
                          </a:solidFill>
                          <a:latin typeface="Arial"/>
                        </a:defRPr>
                      </a:lvl4pPr>
                      <a:lvl5pPr marL="1828800" algn="l" defTabSz="914400" rtl="0" eaLnBrk="1" latinLnBrk="0" hangingPunct="1">
                        <a:defRPr sz="1800" kern="1200">
                          <a:solidFill>
                            <a:schemeClr val="dk1"/>
                          </a:solidFill>
                          <a:latin typeface="Arial"/>
                        </a:defRPr>
                      </a:lvl5pPr>
                      <a:lvl6pPr marL="2286000" algn="l" defTabSz="914400" rtl="0" eaLnBrk="1" latinLnBrk="0" hangingPunct="1">
                        <a:defRPr sz="1800" kern="1200">
                          <a:solidFill>
                            <a:schemeClr val="dk1"/>
                          </a:solidFill>
                          <a:latin typeface="Arial"/>
                        </a:defRPr>
                      </a:lvl6pPr>
                      <a:lvl7pPr marL="2743200" algn="l" defTabSz="914400" rtl="0" eaLnBrk="1" latinLnBrk="0" hangingPunct="1">
                        <a:defRPr sz="1800" kern="1200">
                          <a:solidFill>
                            <a:schemeClr val="dk1"/>
                          </a:solidFill>
                          <a:latin typeface="Arial"/>
                        </a:defRPr>
                      </a:lvl7pPr>
                      <a:lvl8pPr marL="3200400" algn="l" defTabSz="914400" rtl="0" eaLnBrk="1" latinLnBrk="0" hangingPunct="1">
                        <a:defRPr sz="1800" kern="1200">
                          <a:solidFill>
                            <a:schemeClr val="dk1"/>
                          </a:solidFill>
                          <a:latin typeface="Arial"/>
                        </a:defRPr>
                      </a:lvl8pPr>
                      <a:lvl9pPr marL="3657600" algn="l" defTabSz="914400" rtl="0" eaLnBrk="1" latinLnBrk="0" hangingPunct="1">
                        <a:defRPr sz="1800" kern="1200">
                          <a:solidFill>
                            <a:schemeClr val="dk1"/>
                          </a:solidFill>
                          <a:latin typeface="Arial"/>
                        </a:defRPr>
                      </a:lvl9pPr>
                    </a:lstStyle>
                    <a:p>
                      <a:pPr marL="0" marR="0" lvl="0" indent="0" algn="l" defTabSz="685777"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dirty="0">
                          <a:ln>
                            <a:noFill/>
                          </a:ln>
                          <a:solidFill>
                            <a:srgbClr val="58585B"/>
                          </a:solidFill>
                          <a:effectLst/>
                          <a:uLnTx/>
                          <a:uFillTx/>
                          <a:latin typeface="Arial"/>
                          <a:ea typeface="+mn-ea"/>
                          <a:cs typeface="+mn-cs"/>
                        </a:rPr>
                        <a:t>Recommended</a:t>
                      </a:r>
                    </a:p>
                  </a:txBody>
                  <a:tcPr marL="68580" marR="68580" marT="34290" marB="34290" anchor="ctr">
                    <a:lnL w="12700" cmpd="sng">
                      <a:solidFill>
                        <a:srgbClr val="FFFFFF"/>
                      </a:solidFill>
                    </a:lnL>
                    <a:lnR w="12700" cmpd="sng">
                      <a:solidFill>
                        <a:srgbClr val="FFFFFF"/>
                      </a:solidFill>
                    </a:lnR>
                    <a:lnT w="12700" cmpd="sng">
                      <a:solidFill>
                        <a:srgbClr val="FFFFFF"/>
                      </a:solidFill>
                    </a:lnT>
                    <a:lnB w="12700" cmpd="sng">
                      <a:solidFill>
                        <a:srgbClr val="FFFFFF"/>
                      </a:solidFill>
                    </a:lnB>
                    <a:lnTlToBr w="12700" cmpd="sng">
                      <a:noFill/>
                      <a:prstDash val="solid"/>
                    </a:lnTlToBr>
                    <a:lnBlToTr w="12700" cmpd="sng">
                      <a:noFill/>
                      <a:prstDash val="solid"/>
                    </a:lnBlToTr>
                    <a:solidFill>
                      <a:srgbClr val="004C69">
                        <a:tint val="20000"/>
                      </a:srgbClr>
                    </a:solidFill>
                  </a:tcPr>
                </a:tc>
                <a:extLst>
                  <a:ext uri="{0D108BD9-81ED-4DB2-BD59-A6C34878D82A}">
                    <a16:rowId xmlns:a16="http://schemas.microsoft.com/office/drawing/2014/main" val="2582900979"/>
                  </a:ext>
                </a:extLst>
              </a:tr>
            </a:tbl>
          </a:graphicData>
        </a:graphic>
      </p:graphicFrame>
      <p:sp>
        <p:nvSpPr>
          <p:cNvPr id="25" name="Slide Number Placeholder 24"/>
          <p:cNvSpPr>
            <a:spLocks noGrp="1"/>
          </p:cNvSpPr>
          <p:nvPr>
            <p:ph type="sldNum" sz="quarter" idx="4294967295"/>
          </p:nvPr>
        </p:nvSpPr>
        <p:spPr>
          <a:xfrm>
            <a:off x="8686800" y="4629150"/>
            <a:ext cx="457200" cy="228600"/>
          </a:xfrm>
          <a:prstGeom prst="rect">
            <a:avLst/>
          </a:prstGeom>
          <a:extLst>
            <a:ext uri="{C572A759-6A51-4108-AA02-DFA0A04FC94B}">
              <ma14:wrappingTextBoxFlag xmlns:ma14="http://schemas.microsoft.com/office/mac/drawingml/2011/main" xmlns="" val="0"/>
            </a:ext>
          </a:extLst>
        </p:spPr>
        <p:txBody>
          <a:bodyPr/>
          <a:lstStyle>
            <a:lvl1pPr>
              <a:defRPr sz="600">
                <a:solidFill>
                  <a:srgbClr val="D9D9D9"/>
                </a:solidFill>
              </a:defRPr>
            </a:lvl1p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600" b="0" i="0" u="none" strike="noStrike" kern="1200" cap="none" spc="0" normalizeH="0" baseline="0" noProof="0">
                <a:ln>
                  <a:noFill/>
                </a:ln>
                <a:solidFill>
                  <a:srgbClr val="D9D9D9"/>
                </a:solidFill>
                <a:effectLst/>
                <a:uLnTx/>
                <a:uFillTx/>
                <a:latin typeface="Calibri" panose="020F050202020403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7</a:t>
            </a:fld>
            <a:endParaRPr kumimoji="0" lang="en-US" sz="600" b="0" i="0" u="none" strike="noStrike" kern="1200" cap="none" spc="0" normalizeH="0" baseline="0" noProof="0" dirty="0">
              <a:ln>
                <a:noFill/>
              </a:ln>
              <a:solidFill>
                <a:srgbClr val="D9D9D9"/>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47792423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p:cNvSpPr>
            <a:spLocks noGrp="1"/>
          </p:cNvSpPr>
          <p:nvPr>
            <p:ph type="title"/>
          </p:nvPr>
        </p:nvSpPr>
        <p:spPr>
          <a:xfrm>
            <a:off x="1" y="41393"/>
            <a:ext cx="9144000" cy="757551"/>
          </a:xfrm>
        </p:spPr>
        <p:txBody>
          <a:bodyPr/>
          <a:lstStyle/>
          <a:p>
            <a:r>
              <a:rPr lang="en-US" dirty="0"/>
              <a:t>Module 7: Best Practices</a:t>
            </a:r>
          </a:p>
        </p:txBody>
      </p:sp>
      <p:sp>
        <p:nvSpPr>
          <p:cNvPr id="11266" name="Rectangle 34"/>
          <p:cNvSpPr>
            <a:spLocks noGrp="1" noChangeArrowheads="1"/>
          </p:cNvSpPr>
          <p:nvPr>
            <p:ph idx="1"/>
          </p:nvPr>
        </p:nvSpPr>
        <p:spPr>
          <a:xfrm>
            <a:off x="144065" y="798944"/>
            <a:ext cx="8853286" cy="4155319"/>
          </a:xfrm>
        </p:spPr>
        <p:txBody>
          <a:bodyPr/>
          <a:lstStyle/>
          <a:p>
            <a:r>
              <a:rPr lang="en-US" dirty="0"/>
              <a:t>Prior to teaching Module 7, the instructor should:</a:t>
            </a:r>
          </a:p>
          <a:p>
            <a:pPr lvl="1"/>
            <a:r>
              <a:rPr lang="en-US" dirty="0"/>
              <a:t>Review the activities and assessments for this module.</a:t>
            </a:r>
          </a:p>
          <a:p>
            <a:pPr lvl="1"/>
            <a:r>
              <a:rPr lang="en-US" dirty="0"/>
              <a:t>Try to include as many questions as possible to keep students engaged during classroom presentation.</a:t>
            </a:r>
          </a:p>
          <a:p>
            <a:endParaRPr lang="en-US" dirty="0"/>
          </a:p>
          <a:p>
            <a:r>
              <a:rPr lang="en-US" dirty="0"/>
              <a:t>Topic 7.1</a:t>
            </a:r>
          </a:p>
          <a:p>
            <a:pPr lvl="1"/>
            <a:r>
              <a:rPr lang="en-US" altLang="ja-JP" dirty="0"/>
              <a:t>Tell the class “Consider the various people in an IT department that would require privileged EXEC access to infrastructure devices”. Elicit answers for network administrators, security personnel, support desk personnel, …</a:t>
            </a:r>
          </a:p>
          <a:p>
            <a:pPr lvl="1"/>
            <a:r>
              <a:rPr lang="en-US" altLang="ja-JP" dirty="0"/>
              <a:t>Ask the class “for security reasons, what should you know about the people who are accessing the devices?” Elicit answers for “who” is accessing (Authentication), what commands they can use (Authorization), and what did they do (Accounting).</a:t>
            </a:r>
          </a:p>
          <a:p>
            <a:pPr lvl="1"/>
            <a:endParaRPr lang="en-US" altLang="ja-JP" dirty="0"/>
          </a:p>
          <a:p>
            <a:pPr lvl="1"/>
            <a:endParaRPr lang="en-US" altLang="ja-JP" dirty="0"/>
          </a:p>
          <a:p>
            <a:pPr lvl="1"/>
            <a:endParaRPr lang="en-US" dirty="0"/>
          </a:p>
          <a:p>
            <a:pPr lvl="1"/>
            <a:endParaRPr lang="en-US" dirty="0"/>
          </a:p>
          <a:p>
            <a:endParaRPr lang="en-US" dirty="0"/>
          </a:p>
          <a:p>
            <a:pPr lvl="2"/>
            <a:endParaRPr lang="en-US" dirty="0"/>
          </a:p>
          <a:p>
            <a:pPr lvl="2"/>
            <a:endParaRPr lang="en-US" dirty="0"/>
          </a:p>
          <a:p>
            <a:endParaRPr lang="en-US" dirty="0"/>
          </a:p>
          <a:p>
            <a:endParaRPr lang="en-US" dirty="0"/>
          </a:p>
        </p:txBody>
      </p:sp>
    </p:spTree>
    <p:custDataLst>
      <p:tags r:id="rId1"/>
    </p:custDataLst>
    <p:extLst>
      <p:ext uri="{BB962C8B-B14F-4D97-AF65-F5344CB8AC3E}">
        <p14:creationId xmlns:p14="http://schemas.microsoft.com/office/powerpoint/2010/main" val="1138333762"/>
      </p:ext>
    </p:extLst>
  </p:cSld>
  <p:clrMapOvr>
    <a:masterClrMapping/>
  </p:clrMapOvr>
  <p:transition spd="slow">
    <p:wipe/>
  </p:transition>
</p:sld>
</file>

<file path=ppt/slides/slide9.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p:cNvSpPr>
            <a:spLocks noGrp="1"/>
          </p:cNvSpPr>
          <p:nvPr>
            <p:ph type="title"/>
          </p:nvPr>
        </p:nvSpPr>
        <p:spPr>
          <a:xfrm>
            <a:off x="1" y="41393"/>
            <a:ext cx="9144000" cy="757551"/>
          </a:xfrm>
        </p:spPr>
        <p:txBody>
          <a:bodyPr/>
          <a:lstStyle/>
          <a:p>
            <a:r>
              <a:rPr lang="en-US" dirty="0"/>
              <a:t>Module 7: Best Practices (Cont.)</a:t>
            </a:r>
          </a:p>
        </p:txBody>
      </p:sp>
      <p:sp>
        <p:nvSpPr>
          <p:cNvPr id="11266" name="Rectangle 34"/>
          <p:cNvSpPr>
            <a:spLocks noGrp="1" noChangeArrowheads="1"/>
          </p:cNvSpPr>
          <p:nvPr>
            <p:ph idx="1"/>
          </p:nvPr>
        </p:nvSpPr>
        <p:spPr>
          <a:xfrm>
            <a:off x="144065" y="798944"/>
            <a:ext cx="8853286" cy="4155319"/>
          </a:xfrm>
        </p:spPr>
        <p:txBody>
          <a:bodyPr/>
          <a:lstStyle/>
          <a:p>
            <a:r>
              <a:rPr lang="en-US" dirty="0"/>
              <a:t>Topic 7.2</a:t>
            </a:r>
          </a:p>
          <a:p>
            <a:pPr lvl="1"/>
            <a:r>
              <a:rPr lang="en-US" altLang="ja-JP" dirty="0"/>
              <a:t>Ask the class “What happens if you configured </a:t>
            </a:r>
            <a:r>
              <a:rPr lang="en-US" altLang="ja-JP" b="1" dirty="0"/>
              <a:t>login local</a:t>
            </a:r>
            <a:r>
              <a:rPr lang="en-US" altLang="ja-JP" dirty="0"/>
              <a:t> for the line console and vty lines but forgot to enter a username in the local database.” You would be locked out and the line would time out.</a:t>
            </a:r>
          </a:p>
          <a:p>
            <a:pPr lvl="1"/>
            <a:r>
              <a:rPr lang="en-US" altLang="ja-JP" dirty="0"/>
              <a:t>Ask the class “Can you configure local authentication with a backup method?” No but you can use Local AAA authentication to configure a backup method.</a:t>
            </a:r>
          </a:p>
          <a:p>
            <a:pPr lvl="1"/>
            <a:endParaRPr lang="en-US" altLang="ja-JP" dirty="0"/>
          </a:p>
          <a:p>
            <a:r>
              <a:rPr lang="en-US" dirty="0"/>
              <a:t>Topic 7.3</a:t>
            </a:r>
          </a:p>
          <a:p>
            <a:pPr lvl="1"/>
            <a:r>
              <a:rPr lang="en-US" altLang="ja-JP" dirty="0"/>
              <a:t>Tell the class “Configuring Local AAA authentication on a router and two or three switches is fairly easy.”</a:t>
            </a:r>
          </a:p>
          <a:p>
            <a:pPr lvl="1"/>
            <a:r>
              <a:rPr lang="en-US" altLang="ja-JP" dirty="0"/>
              <a:t>Ask the class “What problems do you foresee if you had to configure this on 20 routers and 200 switches?” Elicit answers of scalability.  Adding and deleting users would be extremely time consuming and most likely introduce misconfigurations.</a:t>
            </a:r>
          </a:p>
          <a:p>
            <a:pPr lvl="1"/>
            <a:r>
              <a:rPr lang="en-US" altLang="ja-JP" dirty="0"/>
              <a:t>Ask the class “What could be a solution to this problem?” Elicit answers for authenticating users using a central AAA server. </a:t>
            </a:r>
          </a:p>
          <a:p>
            <a:endParaRPr lang="en-US" dirty="0"/>
          </a:p>
        </p:txBody>
      </p:sp>
    </p:spTree>
    <p:custDataLst>
      <p:tags r:id="rId1"/>
    </p:custDataLst>
    <p:extLst>
      <p:ext uri="{BB962C8B-B14F-4D97-AF65-F5344CB8AC3E}">
        <p14:creationId xmlns:p14="http://schemas.microsoft.com/office/powerpoint/2010/main" val="2905246342"/>
      </p:ext>
    </p:extLst>
  </p:cSld>
  <p:clrMapOvr>
    <a:masterClrMapping/>
  </p:clrMapOvr>
  <p:transition spd="slow">
    <p:wipe/>
  </p:transition>
</p:sld>
</file>

<file path=ppt/slides/slide10.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p:cNvSpPr>
            <a:spLocks noGrp="1"/>
          </p:cNvSpPr>
          <p:nvPr>
            <p:ph type="title"/>
          </p:nvPr>
        </p:nvSpPr>
        <p:spPr>
          <a:xfrm>
            <a:off x="1" y="41393"/>
            <a:ext cx="9144000" cy="757551"/>
          </a:xfrm>
        </p:spPr>
        <p:txBody>
          <a:bodyPr/>
          <a:lstStyle/>
          <a:p>
            <a:r>
              <a:rPr lang="en-US" dirty="0"/>
              <a:t>Module 7: Best Practices (Cont.)</a:t>
            </a:r>
          </a:p>
        </p:txBody>
      </p:sp>
      <p:sp>
        <p:nvSpPr>
          <p:cNvPr id="11266" name="Rectangle 34"/>
          <p:cNvSpPr>
            <a:spLocks noGrp="1" noChangeArrowheads="1"/>
          </p:cNvSpPr>
          <p:nvPr>
            <p:ph idx="1"/>
          </p:nvPr>
        </p:nvSpPr>
        <p:spPr>
          <a:xfrm>
            <a:off x="144065" y="798944"/>
            <a:ext cx="8853286" cy="4155319"/>
          </a:xfrm>
        </p:spPr>
        <p:txBody>
          <a:bodyPr/>
          <a:lstStyle/>
          <a:p>
            <a:r>
              <a:rPr lang="en-US" dirty="0"/>
              <a:t>Topic 7.4</a:t>
            </a:r>
          </a:p>
          <a:p>
            <a:pPr lvl="1"/>
            <a:r>
              <a:rPr lang="en-US" altLang="ja-JP" dirty="0"/>
              <a:t>Tell the class “We could use role-based CLI access to control which commands are available to users.”</a:t>
            </a:r>
          </a:p>
          <a:p>
            <a:pPr lvl="1"/>
            <a:r>
              <a:rPr lang="en-US" altLang="ja-JP" dirty="0"/>
              <a:t>Ask the class “What problems do they see with using role-based CLI access with 20 routers and 200 switches?” Elicit answers for having to configure views and local database entries on every device.</a:t>
            </a:r>
          </a:p>
          <a:p>
            <a:pPr lvl="1"/>
            <a:r>
              <a:rPr lang="en-US" altLang="ja-JP" dirty="0"/>
              <a:t>Ask the class “What could be a solution to this problem?” Elicit answers for command authorization using a central AAA server. </a:t>
            </a:r>
          </a:p>
          <a:p>
            <a:pPr lvl="1"/>
            <a:endParaRPr lang="en-US" altLang="ja-JP" dirty="0"/>
          </a:p>
          <a:p>
            <a:r>
              <a:rPr lang="en-US" dirty="0"/>
              <a:t>Topic 7.5</a:t>
            </a:r>
          </a:p>
          <a:p>
            <a:pPr lvl="1"/>
            <a:r>
              <a:rPr lang="en-US" altLang="ja-JP" dirty="0"/>
              <a:t>Tell the class “Last night, the organization lost internet connectivity because someone in the IT department made a configuration change without authorization.”</a:t>
            </a:r>
          </a:p>
          <a:p>
            <a:pPr lvl="1"/>
            <a:r>
              <a:rPr lang="en-US" altLang="ja-JP" dirty="0"/>
              <a:t>Ask the class “What would help the network administrator find out who made the change?” Elicit answers for command accounting using a central AAA server.</a:t>
            </a:r>
            <a:endParaRPr lang="en-US" dirty="0"/>
          </a:p>
        </p:txBody>
      </p:sp>
    </p:spTree>
    <p:custDataLst>
      <p:tags r:id="rId1"/>
    </p:custDataLst>
    <p:extLst>
      <p:ext uri="{BB962C8B-B14F-4D97-AF65-F5344CB8AC3E}">
        <p14:creationId xmlns:p14="http://schemas.microsoft.com/office/powerpoint/2010/main" val="2119288657"/>
      </p:ext>
    </p:extLst>
  </p:cSld>
  <p:clrMapOvr>
    <a:masterClrMapping/>
  </p:clrMapOvr>
  <p:transition spd="slow">
    <p:wipe/>
  </p:transition>
</p:sld>
</file>

<file path=ppt/slides/slide11.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Object1"/>
          <p:cNvSpPr>
            <a:spLocks noGrp="1"/>
          </p:cNvSpPr>
          <p:nvPr>
            <p:ph type="body" idx="100" hasCustomPrompt="1"/>
          </p:nvPr>
        </p:nvSpPr>
        <p:spPr>
          <a:xfrm>
            <a:off x="457200" y="1543050"/>
            <a:ext cx="6400800" cy="2571750"/>
          </a:xfrm>
          <a:prstGeom prst="rect">
            <a:avLst/>
          </a:prstGeom>
          <a:noFill/>
          <a:ln/>
        </p:spPr>
        <p:txBody>
          <a:bodyPr wrap="square" rtlCol="0"/>
          <a:lstStyle/>
          <a:p>
            <a:pPr marL="0" indent="0">
              <a:buNone/>
            </a:pPr>
            <a:r>
              <a:rPr lang="en-US" dirty="0"/>
              <a:t>Module 7: Authentication, Authorization, and Accounting (AAA)</a:t>
            </a:r>
          </a:p>
        </p:txBody>
      </p:sp>
      <p:sp>
        <p:nvSpPr>
          <p:cNvPr id="3" name="Object2"/>
          <p:cNvSpPr>
            <a:spLocks noGrp="1"/>
          </p:cNvSpPr>
          <p:nvPr>
            <p:ph type="body" idx="101" hasCustomPrompt="1"/>
          </p:nvPr>
        </p:nvSpPr>
        <p:spPr>
          <a:xfrm>
            <a:off x="457200" y="4114800"/>
            <a:ext cx="3657600" cy="914400"/>
          </a:xfrm>
          <a:prstGeom prst="rect">
            <a:avLst/>
          </a:prstGeom>
          <a:noFill/>
          <a:ln/>
        </p:spPr>
        <p:txBody>
          <a:bodyPr wrap="square" rtlCol="0"/>
          <a:lstStyle/>
          <a:p>
            <a:pPr marL="0" indent="0">
              <a:buNone/>
            </a:pPr>
            <a:r>
              <a:rPr lang="en-US" dirty="0"/>
              <a:t>Networking Security v1.0</a:t>
            </a:r>
          </a:p>
          <a:p>
            <a:pPr marL="0" indent="0">
              <a:buNone/>
            </a:pPr>
            <a:r>
              <a:rPr lang="en-US" dirty="0"/>
              <a:t>(NETSEC)</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Rectangle 33"/>
          <p:cNvSpPr>
            <a:spLocks noGrp="1" noChangeArrowheads="1"/>
          </p:cNvSpPr>
          <p:nvPr>
            <p:ph type="title"/>
          </p:nvPr>
        </p:nvSpPr>
        <p:spPr>
          <a:xfrm>
            <a:off x="1" y="41394"/>
            <a:ext cx="9144000" cy="612812"/>
          </a:xfrm>
        </p:spPr>
        <p:txBody>
          <a:bodyPr/>
          <a:lstStyle/>
          <a:p>
            <a:pPr eaLnBrk="1" hangingPunct="1"/>
            <a:r>
              <a:rPr lang="en-US" dirty="0"/>
              <a:t>Module Objectives</a:t>
            </a:r>
          </a:p>
        </p:txBody>
      </p:sp>
      <p:sp>
        <p:nvSpPr>
          <p:cNvPr id="6147" name="Rectangle 34"/>
          <p:cNvSpPr>
            <a:spLocks noGrp="1" noChangeArrowheads="1"/>
          </p:cNvSpPr>
          <p:nvPr>
            <p:ph idx="1"/>
          </p:nvPr>
        </p:nvSpPr>
        <p:spPr>
          <a:xfrm>
            <a:off x="99461" y="654206"/>
            <a:ext cx="8731272" cy="827461"/>
          </a:xfrm>
        </p:spPr>
        <p:txBody>
          <a:bodyPr/>
          <a:lstStyle/>
          <a:p>
            <a:pPr marL="0" lvl="0" indent="0" defTabSz="914400" eaLnBrk="0" hangingPunct="0">
              <a:spcBef>
                <a:spcPct val="0"/>
              </a:spcBef>
              <a:spcAft>
                <a:spcPct val="0"/>
              </a:spcAft>
              <a:buClrTx/>
              <a:buSzTx/>
              <a:buNone/>
            </a:pPr>
            <a:r>
              <a:rPr lang="en-US" altLang="en-US" sz="1400" b="1" dirty="0">
                <a:solidFill>
                  <a:schemeClr val="tx1"/>
                </a:solidFill>
                <a:ea typeface="Calibri" panose="020F0502020204030204" pitchFamily="34" charset="0"/>
                <a:cs typeface="Calibri" panose="020F0502020204030204" pitchFamily="34" charset="0"/>
              </a:rPr>
              <a:t>Module Title: </a:t>
            </a:r>
            <a:r>
              <a:rPr lang="en-US" altLang="en-US" sz="1400" dirty="0">
                <a:solidFill>
                  <a:schemeClr val="tx1"/>
                </a:solidFill>
                <a:ea typeface="Calibri" panose="020F0502020204030204" pitchFamily="34" charset="0"/>
                <a:cs typeface="Calibri" panose="020F0502020204030204" pitchFamily="34" charset="0"/>
              </a:rPr>
              <a:t>Authentication, Authorization, and Accounting (AAA)</a:t>
            </a:r>
          </a:p>
          <a:p>
            <a:pPr marL="0" lvl="0" indent="0" defTabSz="914400" eaLnBrk="0" hangingPunct="0">
              <a:spcBef>
                <a:spcPct val="0"/>
              </a:spcBef>
              <a:spcAft>
                <a:spcPct val="0"/>
              </a:spcAft>
              <a:buClrTx/>
              <a:buSzTx/>
              <a:buNone/>
            </a:pPr>
            <a:endParaRPr lang="en-US" altLang="en-US" sz="1400" dirty="0">
              <a:solidFill>
                <a:schemeClr val="tx1"/>
              </a:solidFill>
            </a:endParaRPr>
          </a:p>
          <a:p>
            <a:pPr marL="0" lvl="0" indent="0" defTabSz="914400" eaLnBrk="0" hangingPunct="0">
              <a:spcBef>
                <a:spcPct val="0"/>
              </a:spcBef>
              <a:spcAft>
                <a:spcPct val="0"/>
              </a:spcAft>
              <a:buClrTx/>
              <a:buSzTx/>
              <a:buNone/>
            </a:pPr>
            <a:r>
              <a:rPr lang="en-US" altLang="en-US" sz="1400" b="1" dirty="0">
                <a:solidFill>
                  <a:schemeClr val="tx1"/>
                </a:solidFill>
                <a:ea typeface="Calibri" panose="020F0502020204030204" pitchFamily="34" charset="0"/>
                <a:cs typeface="Calibri" panose="020F0502020204030204" pitchFamily="34" charset="0"/>
              </a:rPr>
              <a:t>Module Objective</a:t>
            </a:r>
            <a:r>
              <a:rPr lang="en-US" altLang="en-US" sz="1400" dirty="0">
                <a:solidFill>
                  <a:schemeClr val="tx1"/>
                </a:solidFill>
                <a:ea typeface="Calibri" panose="020F0502020204030204" pitchFamily="34" charset="0"/>
                <a:cs typeface="Calibri" panose="020F0502020204030204" pitchFamily="34" charset="0"/>
              </a:rPr>
              <a:t>: Configure AAA to secure a network.</a:t>
            </a:r>
            <a:endParaRPr lang="en-US" altLang="en-US" sz="1600" dirty="0">
              <a:solidFill>
                <a:schemeClr val="tx1"/>
              </a:solidFill>
              <a:latin typeface="Arial" panose="020B0604020202020204" pitchFamily="34" charset="0"/>
            </a:endParaRPr>
          </a:p>
          <a:p>
            <a:pPr marL="0" indent="0">
              <a:spcBef>
                <a:spcPct val="30000"/>
              </a:spcBef>
              <a:buNone/>
            </a:pPr>
            <a:endParaRPr lang="en-US" dirty="0"/>
          </a:p>
          <a:p>
            <a:pPr marL="89297" indent="0">
              <a:spcBef>
                <a:spcPct val="30000"/>
              </a:spcBef>
              <a:buNone/>
            </a:pPr>
            <a:endParaRPr lang="en-US" dirty="0"/>
          </a:p>
          <a:p>
            <a:pPr marL="89297" indent="0">
              <a:spcBef>
                <a:spcPct val="30000"/>
              </a:spcBef>
              <a:buNone/>
            </a:pPr>
            <a:endParaRPr lang="en-US" dirty="0"/>
          </a:p>
        </p:txBody>
      </p:sp>
      <p:graphicFrame>
        <p:nvGraphicFramePr>
          <p:cNvPr id="2" name="Table 1"/>
          <p:cNvGraphicFramePr>
            <a:graphicFrameLocks noGrp="1"/>
          </p:cNvGraphicFramePr>
          <p:nvPr>
            <p:extLst>
              <p:ext uri="{D42A27DB-BD31-4B8C-83A1-F6EECF244321}">
                <p14:modId xmlns:p14="http://schemas.microsoft.com/office/powerpoint/2010/main" val="2293232382"/>
              </p:ext>
            </p:extLst>
          </p:nvPr>
        </p:nvGraphicFramePr>
        <p:xfrm>
          <a:off x="423333" y="1625600"/>
          <a:ext cx="8263467" cy="1985588"/>
        </p:xfrm>
        <a:graphic>
          <a:graphicData uri="http://schemas.openxmlformats.org/drawingml/2006/table">
            <a:tbl>
              <a:tblPr firstRow="1" firstCol="1" bandRow="1">
                <a:tableStyleId>{5C22544A-7EE6-4342-B048-85BDC9FD1C3A}</a:tableStyleId>
              </a:tblPr>
              <a:tblGrid>
                <a:gridCol w="2917548">
                  <a:extLst>
                    <a:ext uri="{9D8B030D-6E8A-4147-A177-3AD203B41FA5}">
                      <a16:colId xmlns:a16="http://schemas.microsoft.com/office/drawing/2014/main" val="399010295"/>
                    </a:ext>
                  </a:extLst>
                </a:gridCol>
                <a:gridCol w="5345919">
                  <a:extLst>
                    <a:ext uri="{9D8B030D-6E8A-4147-A177-3AD203B41FA5}">
                      <a16:colId xmlns:a16="http://schemas.microsoft.com/office/drawing/2014/main" val="3417728144"/>
                    </a:ext>
                  </a:extLst>
                </a:gridCol>
              </a:tblGrid>
              <a:tr h="224116">
                <a:tc>
                  <a:txBody>
                    <a:bodyPr/>
                    <a:lstStyle/>
                    <a:p>
                      <a:pPr marL="0" marR="0">
                        <a:lnSpc>
                          <a:spcPct val="107000"/>
                        </a:lnSpc>
                        <a:spcBef>
                          <a:spcPts val="0"/>
                        </a:spcBef>
                        <a:spcAft>
                          <a:spcPts val="0"/>
                        </a:spcAft>
                      </a:pPr>
                      <a:r>
                        <a:rPr lang="en-US" sz="1200" dirty="0">
                          <a:effectLst/>
                          <a:latin typeface="+mn-lt"/>
                        </a:rPr>
                        <a:t>Topic Title</a:t>
                      </a:r>
                      <a:endParaRPr lang="en-US" sz="1200" dirty="0">
                        <a:effectLst/>
                        <a:latin typeface="+mn-lt"/>
                        <a:ea typeface="Calibri" panose="020F0502020204030204" pitchFamily="34" charset="0"/>
                        <a:cs typeface="Times New Roman" panose="02020603050405020304" pitchFamily="18" charset="0"/>
                      </a:endParaRPr>
                    </a:p>
                  </a:txBody>
                  <a:tcPr marL="60168" marR="60168" marT="0" marB="0"/>
                </a:tc>
                <a:tc>
                  <a:txBody>
                    <a:bodyPr/>
                    <a:lstStyle/>
                    <a:p>
                      <a:pPr marL="0" marR="0">
                        <a:lnSpc>
                          <a:spcPct val="107000"/>
                        </a:lnSpc>
                        <a:spcBef>
                          <a:spcPts val="0"/>
                        </a:spcBef>
                        <a:spcAft>
                          <a:spcPts val="0"/>
                        </a:spcAft>
                      </a:pPr>
                      <a:r>
                        <a:rPr lang="en-US" sz="1200" dirty="0">
                          <a:effectLst/>
                          <a:latin typeface="+mn-lt"/>
                        </a:rPr>
                        <a:t>Topic Objective</a:t>
                      </a:r>
                      <a:endParaRPr lang="en-US" sz="1200" dirty="0">
                        <a:effectLst/>
                        <a:latin typeface="+mn-lt"/>
                        <a:ea typeface="Calibri" panose="020F0502020204030204" pitchFamily="34" charset="0"/>
                        <a:cs typeface="Times New Roman" panose="02020603050405020304" pitchFamily="18" charset="0"/>
                      </a:endParaRPr>
                    </a:p>
                  </a:txBody>
                  <a:tcPr marL="60168" marR="60168" marT="0" marB="0"/>
                </a:tc>
                <a:extLst>
                  <a:ext uri="{0D108BD9-81ED-4DB2-BD59-A6C34878D82A}">
                    <a16:rowId xmlns:a16="http://schemas.microsoft.com/office/drawing/2014/main" val="364302898"/>
                  </a:ext>
                </a:extLst>
              </a:tr>
              <a:tr h="263724">
                <a:tc>
                  <a:txBody>
                    <a:bodyPr/>
                    <a:lstStyle/>
                    <a:p>
                      <a:pPr marL="0" marR="0">
                        <a:lnSpc>
                          <a:spcPct val="107000"/>
                        </a:lnSpc>
                        <a:spcBef>
                          <a:spcPts val="0"/>
                        </a:spcBef>
                        <a:spcAft>
                          <a:spcPts val="0"/>
                        </a:spcAft>
                      </a:pPr>
                      <a:r>
                        <a:rPr lang="en-US" sz="1200" b="1" i="0" u="none" strike="noStrike" kern="1200" dirty="0">
                          <a:solidFill>
                            <a:schemeClr val="lt1"/>
                          </a:solidFill>
                          <a:effectLst/>
                          <a:latin typeface="+mn-lt"/>
                          <a:ea typeface="+mn-ea"/>
                          <a:cs typeface="+mn-cs"/>
                        </a:rPr>
                        <a:t>AAA Characteristics</a:t>
                      </a:r>
                      <a:endParaRPr lang="en-US" sz="1200" dirty="0">
                        <a:effectLst/>
                        <a:latin typeface="+mn-lt"/>
                        <a:ea typeface="Calibri" panose="020F0502020204030204" pitchFamily="34" charset="0"/>
                        <a:cs typeface="Times New Roman" panose="02020603050405020304" pitchFamily="18" charset="0"/>
                      </a:endParaRPr>
                    </a:p>
                  </a:txBody>
                  <a:tcPr marL="60168" marR="60168" marT="0" marB="0"/>
                </a:tc>
                <a:tc>
                  <a:txBody>
                    <a:bodyPr/>
                    <a:lstStyle/>
                    <a:p>
                      <a:pPr marL="0" marR="0">
                        <a:lnSpc>
                          <a:spcPct val="107000"/>
                        </a:lnSpc>
                        <a:spcBef>
                          <a:spcPts val="0"/>
                        </a:spcBef>
                        <a:spcAft>
                          <a:spcPts val="0"/>
                        </a:spcAft>
                      </a:pPr>
                      <a:r>
                        <a:rPr lang="en-US" sz="1200" b="0" i="0" u="none" strike="noStrike" kern="1200" dirty="0">
                          <a:solidFill>
                            <a:schemeClr val="dk1"/>
                          </a:solidFill>
                          <a:effectLst/>
                          <a:latin typeface="+mn-lt"/>
                          <a:ea typeface="+mn-ea"/>
                          <a:cs typeface="+mn-cs"/>
                        </a:rPr>
                        <a:t>Describe AAA.</a:t>
                      </a:r>
                      <a:endParaRPr lang="en-US" sz="1200" dirty="0">
                        <a:effectLst/>
                        <a:latin typeface="+mn-lt"/>
                        <a:ea typeface="Calibri" panose="020F0502020204030204" pitchFamily="34" charset="0"/>
                        <a:cs typeface="Times New Roman" panose="02020603050405020304" pitchFamily="18" charset="0"/>
                      </a:endParaRPr>
                    </a:p>
                  </a:txBody>
                  <a:tcPr marL="60168" marR="60168" marT="0" marB="0"/>
                </a:tc>
                <a:extLst>
                  <a:ext uri="{0D108BD9-81ED-4DB2-BD59-A6C34878D82A}">
                    <a16:rowId xmlns:a16="http://schemas.microsoft.com/office/drawing/2014/main" val="3530891527"/>
                  </a:ext>
                </a:extLst>
              </a:tr>
              <a:tr h="263724">
                <a:tc>
                  <a:txBody>
                    <a:bodyPr/>
                    <a:lstStyle/>
                    <a:p>
                      <a:pPr marL="0" marR="0">
                        <a:lnSpc>
                          <a:spcPct val="107000"/>
                        </a:lnSpc>
                        <a:spcBef>
                          <a:spcPts val="0"/>
                        </a:spcBef>
                        <a:spcAft>
                          <a:spcPts val="0"/>
                        </a:spcAft>
                      </a:pPr>
                      <a:r>
                        <a:rPr lang="en-US" sz="1200" b="1" i="0" u="none" strike="noStrike" kern="1200" dirty="0">
                          <a:solidFill>
                            <a:schemeClr val="lt1"/>
                          </a:solidFill>
                          <a:effectLst/>
                          <a:latin typeface="+mn-lt"/>
                          <a:ea typeface="+mn-ea"/>
                          <a:cs typeface="+mn-cs"/>
                        </a:rPr>
                        <a:t>Configure Local AAA Authentication</a:t>
                      </a:r>
                      <a:endParaRPr lang="en-US" sz="1200" dirty="0">
                        <a:effectLst/>
                        <a:latin typeface="+mn-lt"/>
                        <a:ea typeface="Calibri" panose="020F0502020204030204" pitchFamily="34" charset="0"/>
                        <a:cs typeface="Times New Roman" panose="02020603050405020304" pitchFamily="18" charset="0"/>
                      </a:endParaRPr>
                    </a:p>
                  </a:txBody>
                  <a:tcPr marL="60168" marR="60168" marT="0" marB="0"/>
                </a:tc>
                <a:tc>
                  <a:txBody>
                    <a:bodyPr/>
                    <a:lstStyle/>
                    <a:p>
                      <a:pPr marL="0" marR="0">
                        <a:lnSpc>
                          <a:spcPct val="107000"/>
                        </a:lnSpc>
                        <a:spcBef>
                          <a:spcPts val="0"/>
                        </a:spcBef>
                        <a:spcAft>
                          <a:spcPts val="0"/>
                        </a:spcAft>
                      </a:pPr>
                      <a:r>
                        <a:rPr lang="en-US" sz="1200" b="0" i="0" u="none" strike="noStrike" kern="1200" dirty="0">
                          <a:solidFill>
                            <a:schemeClr val="dk1"/>
                          </a:solidFill>
                          <a:effectLst/>
                          <a:latin typeface="+mn-lt"/>
                          <a:ea typeface="+mn-ea"/>
                          <a:cs typeface="+mn-cs"/>
                        </a:rPr>
                        <a:t>Configure AAA authentication to validate users against a local database.</a:t>
                      </a:r>
                      <a:endParaRPr lang="en-US" sz="1200" dirty="0">
                        <a:effectLst/>
                        <a:latin typeface="+mn-lt"/>
                        <a:ea typeface="Calibri" panose="020F0502020204030204" pitchFamily="34" charset="0"/>
                        <a:cs typeface="Times New Roman" panose="02020603050405020304" pitchFamily="18" charset="0"/>
                      </a:endParaRPr>
                    </a:p>
                  </a:txBody>
                  <a:tcPr marL="60168" marR="60168" marT="0" marB="0"/>
                </a:tc>
                <a:extLst>
                  <a:ext uri="{0D108BD9-81ED-4DB2-BD59-A6C34878D82A}">
                    <a16:rowId xmlns:a16="http://schemas.microsoft.com/office/drawing/2014/main" val="662892947"/>
                  </a:ext>
                </a:extLst>
              </a:tr>
              <a:tr h="254659">
                <a:tc>
                  <a:txBody>
                    <a:bodyPr/>
                    <a:lstStyle/>
                    <a:p>
                      <a:pPr marL="0" marR="0">
                        <a:lnSpc>
                          <a:spcPct val="107000"/>
                        </a:lnSpc>
                        <a:spcBef>
                          <a:spcPts val="0"/>
                        </a:spcBef>
                        <a:spcAft>
                          <a:spcPts val="0"/>
                        </a:spcAft>
                      </a:pPr>
                      <a:r>
                        <a:rPr lang="en-US" sz="1200" b="1" i="0" u="none" strike="noStrike" kern="1200" dirty="0">
                          <a:solidFill>
                            <a:schemeClr val="lt1"/>
                          </a:solidFill>
                          <a:effectLst/>
                          <a:latin typeface="+mn-lt"/>
                          <a:ea typeface="+mn-ea"/>
                          <a:cs typeface="+mn-cs"/>
                        </a:rPr>
                        <a:t>Server-Based AAA Characteristics and Protocols</a:t>
                      </a:r>
                      <a:endParaRPr lang="en-US" sz="1200" dirty="0">
                        <a:effectLst/>
                        <a:latin typeface="+mn-lt"/>
                        <a:ea typeface="Calibri" panose="020F0502020204030204" pitchFamily="34" charset="0"/>
                        <a:cs typeface="Times New Roman" panose="02020603050405020304" pitchFamily="18" charset="0"/>
                      </a:endParaRPr>
                    </a:p>
                  </a:txBody>
                  <a:tcPr marL="60168" marR="60168" marT="0" marB="0"/>
                </a:tc>
                <a:tc>
                  <a:txBody>
                    <a:bodyPr/>
                    <a:lstStyle/>
                    <a:p>
                      <a:pPr marL="0" marR="0">
                        <a:lnSpc>
                          <a:spcPct val="107000"/>
                        </a:lnSpc>
                        <a:spcBef>
                          <a:spcPts val="0"/>
                        </a:spcBef>
                        <a:spcAft>
                          <a:spcPts val="0"/>
                        </a:spcAft>
                      </a:pPr>
                      <a:r>
                        <a:rPr lang="en-US" sz="1200" b="0" i="0" u="none" strike="noStrike" kern="1200" dirty="0">
                          <a:solidFill>
                            <a:schemeClr val="dk1"/>
                          </a:solidFill>
                          <a:effectLst/>
                          <a:latin typeface="+mn-lt"/>
                          <a:ea typeface="+mn-ea"/>
                          <a:cs typeface="+mn-cs"/>
                        </a:rPr>
                        <a:t>Describe the server-based AAA protocols.</a:t>
                      </a:r>
                      <a:endParaRPr lang="en-US" sz="1200" dirty="0">
                        <a:effectLst/>
                        <a:latin typeface="+mn-lt"/>
                        <a:ea typeface="Calibri" panose="020F0502020204030204" pitchFamily="34" charset="0"/>
                        <a:cs typeface="Times New Roman" panose="02020603050405020304" pitchFamily="18" charset="0"/>
                      </a:endParaRPr>
                    </a:p>
                  </a:txBody>
                  <a:tcPr marL="60168" marR="60168" marT="0" marB="0"/>
                </a:tc>
                <a:extLst>
                  <a:ext uri="{0D108BD9-81ED-4DB2-BD59-A6C34878D82A}">
                    <a16:rowId xmlns:a16="http://schemas.microsoft.com/office/drawing/2014/main" val="1283686363"/>
                  </a:ext>
                </a:extLst>
              </a:tr>
              <a:tr h="428385">
                <a:tc>
                  <a:txBody>
                    <a:bodyPr/>
                    <a:lstStyle/>
                    <a:p>
                      <a:pPr marL="0" marR="0">
                        <a:lnSpc>
                          <a:spcPct val="107000"/>
                        </a:lnSpc>
                        <a:spcBef>
                          <a:spcPts val="0"/>
                        </a:spcBef>
                        <a:spcAft>
                          <a:spcPts val="0"/>
                        </a:spcAft>
                      </a:pPr>
                      <a:r>
                        <a:rPr lang="en-US" sz="1200" b="1" i="0" u="none" strike="noStrike" kern="1200" dirty="0">
                          <a:solidFill>
                            <a:schemeClr val="lt1"/>
                          </a:solidFill>
                          <a:effectLst/>
                          <a:latin typeface="+mn-lt"/>
                          <a:ea typeface="+mn-ea"/>
                          <a:cs typeface="+mn-cs"/>
                        </a:rPr>
                        <a:t>Configure Server-Based Authentication</a:t>
                      </a:r>
                      <a:endParaRPr lang="en-US" sz="1200" dirty="0">
                        <a:effectLst/>
                        <a:latin typeface="+mn-lt"/>
                        <a:ea typeface="Calibri" panose="020F0502020204030204" pitchFamily="34" charset="0"/>
                        <a:cs typeface="Times New Roman" panose="02020603050405020304" pitchFamily="18" charset="0"/>
                      </a:endParaRPr>
                    </a:p>
                  </a:txBody>
                  <a:tcPr marL="60168" marR="60168" marT="0" marB="0"/>
                </a:tc>
                <a:tc>
                  <a:txBody>
                    <a:bodyPr/>
                    <a:lstStyle/>
                    <a:p>
                      <a:pPr marL="0" marR="0">
                        <a:lnSpc>
                          <a:spcPct val="107000"/>
                        </a:lnSpc>
                        <a:spcBef>
                          <a:spcPts val="0"/>
                        </a:spcBef>
                        <a:spcAft>
                          <a:spcPts val="0"/>
                        </a:spcAft>
                      </a:pPr>
                      <a:r>
                        <a:rPr lang="en-US" sz="1200" i="0" kern="1200" dirty="0">
                          <a:solidFill>
                            <a:schemeClr val="dk1"/>
                          </a:solidFill>
                          <a:effectLst/>
                          <a:latin typeface="+mn-lt"/>
                          <a:ea typeface="+mn-ea"/>
                          <a:cs typeface="+mn-cs"/>
                        </a:rPr>
                        <a:t>Configure server-based AAA authentication on Cisco routers. </a:t>
                      </a:r>
                      <a:endParaRPr lang="en-US" sz="1200" dirty="0">
                        <a:effectLst/>
                        <a:latin typeface="+mn-lt"/>
                        <a:ea typeface="Calibri" panose="020F0502020204030204" pitchFamily="34" charset="0"/>
                        <a:cs typeface="Times New Roman" panose="02020603050405020304" pitchFamily="18" charset="0"/>
                      </a:endParaRPr>
                    </a:p>
                  </a:txBody>
                  <a:tcPr marL="60168" marR="60168" marT="0" marB="0"/>
                </a:tc>
                <a:extLst>
                  <a:ext uri="{0D108BD9-81ED-4DB2-BD59-A6C34878D82A}">
                    <a16:rowId xmlns:a16="http://schemas.microsoft.com/office/drawing/2014/main" val="2466644772"/>
                  </a:ext>
                </a:extLst>
              </a:tr>
              <a:tr h="428385">
                <a:tc>
                  <a:txBody>
                    <a:bodyPr/>
                    <a:lstStyle/>
                    <a:p>
                      <a:pPr marL="0" marR="0">
                        <a:lnSpc>
                          <a:spcPct val="107000"/>
                        </a:lnSpc>
                        <a:spcBef>
                          <a:spcPts val="0"/>
                        </a:spcBef>
                        <a:spcAft>
                          <a:spcPts val="0"/>
                        </a:spcAft>
                      </a:pPr>
                      <a:r>
                        <a:rPr lang="en-US" sz="1200" b="1" i="0" dirty="0">
                          <a:solidFill>
                            <a:schemeClr val="bg1"/>
                          </a:solidFill>
                          <a:effectLst/>
                          <a:latin typeface="+mn-lt"/>
                        </a:rPr>
                        <a:t>Configure Server-Based Authorization and Accounting</a:t>
                      </a:r>
                      <a:endParaRPr lang="en-US" sz="1200" dirty="0">
                        <a:solidFill>
                          <a:schemeClr val="bg1"/>
                        </a:solidFill>
                        <a:effectLst/>
                        <a:latin typeface="+mn-lt"/>
                        <a:ea typeface="Calibri" panose="020F0502020204030204" pitchFamily="34" charset="0"/>
                        <a:cs typeface="Times New Roman" panose="02020603050405020304" pitchFamily="18" charset="0"/>
                      </a:endParaRPr>
                    </a:p>
                  </a:txBody>
                  <a:tcPr marL="60168" marR="60168" marT="0" marB="0"/>
                </a:tc>
                <a:tc>
                  <a:txBody>
                    <a:bodyPr/>
                    <a:lstStyle/>
                    <a:p>
                      <a:pPr marL="0" marR="0">
                        <a:lnSpc>
                          <a:spcPct val="107000"/>
                        </a:lnSpc>
                        <a:spcBef>
                          <a:spcPts val="0"/>
                        </a:spcBef>
                        <a:spcAft>
                          <a:spcPts val="0"/>
                        </a:spcAft>
                      </a:pPr>
                      <a:r>
                        <a:rPr lang="en-US" sz="1200" b="0" i="0" dirty="0">
                          <a:solidFill>
                            <a:srgbClr val="000000"/>
                          </a:solidFill>
                          <a:effectLst/>
                          <a:latin typeface="+mn-lt"/>
                        </a:rPr>
                        <a:t>Use the correct command to configure server-based AAA authorization and Accounting</a:t>
                      </a:r>
                      <a:endParaRPr lang="en-US" sz="1200" b="0" dirty="0">
                        <a:effectLst/>
                        <a:latin typeface="+mn-lt"/>
                        <a:ea typeface="Calibri" panose="020F0502020204030204" pitchFamily="34" charset="0"/>
                        <a:cs typeface="Times New Roman" panose="02020603050405020304" pitchFamily="18" charset="0"/>
                      </a:endParaRPr>
                    </a:p>
                  </a:txBody>
                  <a:tcPr marL="60168" marR="60168" marT="0" marB="0"/>
                </a:tc>
                <a:extLst>
                  <a:ext uri="{0D108BD9-81ED-4DB2-BD59-A6C34878D82A}">
                    <a16:rowId xmlns:a16="http://schemas.microsoft.com/office/drawing/2014/main" val="2141991180"/>
                  </a:ext>
                </a:extLst>
              </a:tr>
            </a:tbl>
          </a:graphicData>
        </a:graphic>
      </p:graphicFrame>
    </p:spTree>
    <p:custDataLst>
      <p:tags r:id="rId1"/>
    </p:custDataLst>
    <p:extLst>
      <p:ext uri="{BB962C8B-B14F-4D97-AF65-F5344CB8AC3E}">
        <p14:creationId xmlns:p14="http://schemas.microsoft.com/office/powerpoint/2010/main" val="3381894665"/>
      </p:ext>
    </p:extLst>
  </p:cSld>
  <p:clrMapOvr>
    <a:masterClrMapping/>
  </p:clrMapOvr>
  <p:transition spd="slow">
    <p:wipe/>
  </p:transition>
</p:sld>
</file>

<file path=ppt/slides/slide13.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Object1"/>
          <p:cNvSpPr>
            <a:spLocks noGrp="1"/>
          </p:cNvSpPr>
          <p:nvPr>
            <p:ph type="body" idx="100" hasCustomPrompt="1"/>
          </p:nvPr>
        </p:nvSpPr>
        <p:spPr>
          <a:xfrm>
            <a:off x="457200" y="2057400"/>
            <a:ext cx="8229600" cy="914400"/>
          </a:xfrm>
          <a:prstGeom prst="rect">
            <a:avLst/>
          </a:prstGeom>
          <a:noFill/>
          <a:ln/>
        </p:spPr>
        <p:txBody>
          <a:bodyPr wrap="square" rtlCol="0"/>
          <a:lstStyle/>
          <a:p>
            <a:pPr marL="0" indent="0">
              <a:buNone/>
            </a:pPr>
            <a:r>
              <a:rPr lang="en-US" dirty="0"/>
              <a:t>7.1 AAA Characteristics</a:t>
            </a:r>
          </a:p>
        </p:txBody>
      </p:sp>
      <p:sp>
        <p:nvSpPr>
          <p:cNvPr id="25" name="Slide Number Placeholder 24"/>
          <p:cNvSpPr>
            <a:spLocks noGrp="1"/>
          </p:cNvSpPr>
          <p:nvPr>
            <p:ph type="sldNum" sz="quarter" idx="4294967295"/>
          </p:nvPr>
        </p:nvSpPr>
        <p:spPr>
          <a:xfrm>
            <a:off x="8686800" y="4629150"/>
            <a:ext cx="457200" cy="228600"/>
          </a:xfrm>
          <a:prstGeom prst="rect">
            <a:avLst/>
          </a:prstGeom>
          <a:extLst>
            <a:ext uri="{C572A759-6A51-4108-AA02-DFA0A04FC94B}">
              <ma14:wrappingTextBoxFlag xmlns="" xmlns:ma14="http://schemas.microsoft.com/office/mac/drawingml/2011/main" val="0"/>
            </a:ext>
          </a:extLst>
        </p:spPr>
        <p:txBody>
          <a:bodyPr/>
          <a:lstStyle>
            <a:lvl1pPr>
              <a:defRPr sz="600">
                <a:solidFill>
                  <a:srgbClr val="D9D9D9"/>
                </a:solidFill>
              </a:defRPr>
            </a:lvl1pPr>
          </a:lstStyle>
          <a:p>
            <a:fld id="{F7021451-1387-4CA6-816F-3879F97B5CBC}" type="slidenum">
              <a:rPr lang="en-US"/>
              <a:t>13</a:t>
            </a:fld>
            <a:endParaRPr lang="en-US"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Object1"/>
          <p:cNvSpPr>
            <a:spLocks noGrp="1"/>
          </p:cNvSpPr>
          <p:nvPr>
            <p:ph type="body" idx="101" hasCustomPrompt="1"/>
          </p:nvPr>
        </p:nvSpPr>
        <p:spPr>
          <a:xfrm>
            <a:off x="0" y="0"/>
            <a:ext cx="9144000" cy="274320"/>
          </a:xfrm>
          <a:prstGeom prst="rect">
            <a:avLst/>
          </a:prstGeom>
          <a:noFill/>
          <a:ln/>
        </p:spPr>
        <p:txBody>
          <a:bodyPr wrap="square" rtlCol="0"/>
          <a:lstStyle/>
          <a:p>
            <a:pPr marL="0" indent="0">
              <a:buNone/>
            </a:pPr>
            <a:r>
              <a:rPr lang="en-US" dirty="0"/>
              <a:t>AAA Characteristics</a:t>
            </a:r>
          </a:p>
        </p:txBody>
      </p:sp>
      <p:sp>
        <p:nvSpPr>
          <p:cNvPr id="3" name="Object2"/>
          <p:cNvSpPr>
            <a:spLocks noGrp="1"/>
          </p:cNvSpPr>
          <p:nvPr>
            <p:ph type="body" idx="100" hasCustomPrompt="1"/>
          </p:nvPr>
        </p:nvSpPr>
        <p:spPr>
          <a:xfrm>
            <a:off x="0" y="274320"/>
            <a:ext cx="9144000" cy="914400"/>
          </a:xfrm>
          <a:prstGeom prst="rect">
            <a:avLst/>
          </a:prstGeom>
          <a:noFill/>
          <a:ln/>
        </p:spPr>
        <p:txBody>
          <a:bodyPr wrap="square" rtlCol="0"/>
          <a:lstStyle/>
          <a:p>
            <a:pPr marL="0" indent="0">
              <a:buNone/>
            </a:pPr>
            <a:r>
              <a:rPr lang="en-US" dirty="0"/>
              <a:t>Authentication without AAA</a:t>
            </a:r>
          </a:p>
        </p:txBody>
      </p:sp>
      <p:sp>
        <p:nvSpPr>
          <p:cNvPr id="5" name="Object4"/>
          <p:cNvSpPr/>
          <p:nvPr/>
        </p:nvSpPr>
        <p:spPr>
          <a:xfrm>
            <a:off x="0" y="914400"/>
            <a:ext cx="3827158" cy="2571750"/>
          </a:xfrm>
          <a:prstGeom prst="rect">
            <a:avLst/>
          </a:prstGeom>
          <a:noFill/>
          <a:ln/>
        </p:spPr>
        <p:txBody>
          <a:bodyPr wrap="square" rtlCol="0" anchor="t"/>
          <a:lstStyle/>
          <a:p>
            <a:pPr>
              <a:lnSpc>
                <a:spcPts val="2000"/>
              </a:lnSpc>
            </a:pPr>
            <a:r>
              <a:rPr lang="en-US" sz="1600" dirty="0">
                <a:latin typeface="Arial" panose="020B0604020202020204" pitchFamily="34" charset="0"/>
                <a:cs typeface="Arial" panose="020B0604020202020204" pitchFamily="34" charset="0"/>
              </a:rPr>
              <a:t>The simplest method of remote access authentication is to configure a login and password combination on console, vty lines, and aux ports, as shown in the figure.</a:t>
            </a:r>
          </a:p>
          <a:p>
            <a:pPr>
              <a:lnSpc>
                <a:spcPts val="2000"/>
              </a:lnSpc>
            </a:pPr>
            <a:endParaRPr lang="en-US" sz="1600" dirty="0">
              <a:latin typeface="Arial" panose="020B0604020202020204" pitchFamily="34" charset="0"/>
              <a:cs typeface="Arial" panose="020B0604020202020204" pitchFamily="34" charset="0"/>
            </a:endParaRPr>
          </a:p>
          <a:p>
            <a:r>
              <a:rPr lang="en-US" sz="1600" dirty="0">
                <a:latin typeface="Arial" panose="020B0604020202020204" pitchFamily="34" charset="0"/>
                <a:cs typeface="Arial" panose="020B0604020202020204" pitchFamily="34" charset="0"/>
              </a:rPr>
              <a:t>This method provides no accountability. Anyone with the password can gain entry to the device and alter the configuration.</a:t>
            </a:r>
          </a:p>
          <a:p>
            <a:endParaRPr lang="en-US" sz="1400" dirty="0"/>
          </a:p>
          <a:p>
            <a:pPr>
              <a:lnSpc>
                <a:spcPts val="2000"/>
              </a:lnSpc>
            </a:pPr>
            <a:endParaRPr lang="en-US" sz="1400" dirty="0"/>
          </a:p>
        </p:txBody>
      </p:sp>
      <p:sp>
        <p:nvSpPr>
          <p:cNvPr id="8" name="TextBox 7">
            <a:extLst>
              <a:ext uri="{FF2B5EF4-FFF2-40B4-BE49-F238E27FC236}">
                <a16:creationId xmlns:a16="http://schemas.microsoft.com/office/drawing/2014/main" id="{BAF1DAA8-717D-4E84-8C28-BEF6A653F0C9}"/>
              </a:ext>
            </a:extLst>
          </p:cNvPr>
          <p:cNvSpPr txBox="1"/>
          <p:nvPr/>
        </p:nvSpPr>
        <p:spPr>
          <a:xfrm>
            <a:off x="-1" y="3568649"/>
            <a:ext cx="8897257" cy="923330"/>
          </a:xfrm>
          <a:prstGeom prst="rect">
            <a:avLst/>
          </a:prstGeom>
          <a:noFill/>
        </p:spPr>
        <p:txBody>
          <a:bodyPr wrap="square">
            <a:spAutoFit/>
          </a:bodyPr>
          <a:lstStyle/>
          <a:p>
            <a:r>
              <a:rPr lang="en-US" sz="1800" dirty="0"/>
              <a:t>SSH is a more secure form of remote access. It requires both a username and a password, both of which are encrypted during transmissions. The local database method has some limitations. The user accounts must be configured locally on each device. </a:t>
            </a:r>
          </a:p>
        </p:txBody>
      </p:sp>
      <p:pic>
        <p:nvPicPr>
          <p:cNvPr id="4" name="Picture 3">
            <a:extLst>
              <a:ext uri="{FF2B5EF4-FFF2-40B4-BE49-F238E27FC236}">
                <a16:creationId xmlns:a16="http://schemas.microsoft.com/office/drawing/2014/main" id="{70E48F64-5C39-468B-9390-F716427222AC}"/>
              </a:ext>
            </a:extLst>
          </p:cNvPr>
          <p:cNvPicPr>
            <a:picLocks noChangeAspect="1"/>
          </p:cNvPicPr>
          <p:nvPr/>
        </p:nvPicPr>
        <p:blipFill>
          <a:blip r:embed="rId3"/>
          <a:stretch>
            <a:fillRect/>
          </a:stretch>
        </p:blipFill>
        <p:spPr>
          <a:xfrm>
            <a:off x="4002740" y="672175"/>
            <a:ext cx="4965677" cy="2496761"/>
          </a:xfrm>
          <a:prstGeom prst="rect">
            <a:avLst/>
          </a:prstGeom>
        </p:spPr>
      </p:pic>
      <p:sp>
        <p:nvSpPr>
          <p:cNvPr id="25" name="Slide Number Placeholder 24"/>
          <p:cNvSpPr>
            <a:spLocks noGrp="1"/>
          </p:cNvSpPr>
          <p:nvPr>
            <p:ph type="sldNum" sz="quarter" idx="4294967295"/>
          </p:nvPr>
        </p:nvSpPr>
        <p:spPr>
          <a:xfrm>
            <a:off x="8686800" y="4629150"/>
            <a:ext cx="457200" cy="228600"/>
          </a:xfrm>
          <a:prstGeom prst="rect">
            <a:avLst/>
          </a:prstGeom>
          <a:extLst>
            <a:ext uri="{C572A759-6A51-4108-AA02-DFA0A04FC94B}">
              <ma14:wrappingTextBoxFlag xmlns="" xmlns:ma14="http://schemas.microsoft.com/office/mac/drawingml/2011/main" val="0"/>
            </a:ext>
          </a:extLst>
        </p:spPr>
        <p:txBody>
          <a:bodyPr/>
          <a:lstStyle>
            <a:lvl1pPr>
              <a:defRPr sz="600">
                <a:solidFill>
                  <a:srgbClr val="D9D9D9"/>
                </a:solidFill>
              </a:defRPr>
            </a:lvl1pPr>
          </a:lstStyle>
          <a:p>
            <a:fld id="{F7021451-1387-4CA6-816F-3879F97B5CBC}" type="slidenum">
              <a:rPr lang="en-US"/>
              <a:t>14</a:t>
            </a:fld>
            <a:endParaRPr lang="en-US"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Object1"/>
          <p:cNvSpPr>
            <a:spLocks noGrp="1"/>
          </p:cNvSpPr>
          <p:nvPr>
            <p:ph type="body" idx="101" hasCustomPrompt="1"/>
          </p:nvPr>
        </p:nvSpPr>
        <p:spPr>
          <a:xfrm>
            <a:off x="0" y="0"/>
            <a:ext cx="9144000" cy="274320"/>
          </a:xfrm>
          <a:prstGeom prst="rect">
            <a:avLst/>
          </a:prstGeom>
          <a:noFill/>
          <a:ln/>
        </p:spPr>
        <p:txBody>
          <a:bodyPr wrap="square" rtlCol="0"/>
          <a:lstStyle/>
          <a:p>
            <a:pPr marL="0" indent="0">
              <a:buNone/>
            </a:pPr>
            <a:r>
              <a:rPr lang="en-US" dirty="0"/>
              <a:t>AAA Characteristics</a:t>
            </a:r>
          </a:p>
        </p:txBody>
      </p:sp>
      <p:sp>
        <p:nvSpPr>
          <p:cNvPr id="3" name="Object2"/>
          <p:cNvSpPr>
            <a:spLocks noGrp="1"/>
          </p:cNvSpPr>
          <p:nvPr>
            <p:ph type="body" idx="100" hasCustomPrompt="1"/>
          </p:nvPr>
        </p:nvSpPr>
        <p:spPr>
          <a:xfrm>
            <a:off x="0" y="274320"/>
            <a:ext cx="9144000" cy="914400"/>
          </a:xfrm>
          <a:prstGeom prst="rect">
            <a:avLst/>
          </a:prstGeom>
          <a:noFill/>
          <a:ln/>
        </p:spPr>
        <p:txBody>
          <a:bodyPr wrap="square" rtlCol="0"/>
          <a:lstStyle/>
          <a:p>
            <a:pPr marL="0" indent="0">
              <a:buNone/>
            </a:pPr>
            <a:r>
              <a:rPr lang="en-US" dirty="0"/>
              <a:t>AAA Components</a:t>
            </a:r>
          </a:p>
        </p:txBody>
      </p:sp>
      <p:sp>
        <p:nvSpPr>
          <p:cNvPr id="5" name="Object4"/>
          <p:cNvSpPr/>
          <p:nvPr/>
        </p:nvSpPr>
        <p:spPr>
          <a:xfrm>
            <a:off x="-1" y="708660"/>
            <a:ext cx="9143999" cy="2571750"/>
          </a:xfrm>
          <a:prstGeom prst="rect">
            <a:avLst/>
          </a:prstGeom>
          <a:noFill/>
          <a:ln/>
        </p:spPr>
        <p:txBody>
          <a:bodyPr wrap="square" rtlCol="0" anchor="t"/>
          <a:lstStyle/>
          <a:p>
            <a:pPr>
              <a:lnSpc>
                <a:spcPts val="2000"/>
              </a:lnSpc>
            </a:pPr>
            <a:r>
              <a:rPr lang="en-US" sz="1600" dirty="0">
                <a:latin typeface="Arial" panose="020B0604020202020204" pitchFamily="34" charset="0"/>
                <a:cs typeface="Arial" panose="020B0604020202020204" pitchFamily="34" charset="0"/>
              </a:rPr>
              <a:t>Network and administrative AAA security in the Cisco environment has three functional components:</a:t>
            </a:r>
          </a:p>
          <a:p>
            <a:pPr>
              <a:lnSpc>
                <a:spcPts val="2000"/>
              </a:lnSpc>
            </a:pPr>
            <a:endParaRPr lang="en-US" sz="1600" dirty="0">
              <a:latin typeface="Arial" panose="020B0604020202020204" pitchFamily="34" charset="0"/>
              <a:cs typeface="Arial" panose="020B0604020202020204" pitchFamily="34" charset="0"/>
            </a:endParaRPr>
          </a:p>
          <a:p>
            <a:pPr marL="742950" lvl="1" indent="-285750">
              <a:lnSpc>
                <a:spcPts val="2000"/>
              </a:lnSpc>
              <a:buFont typeface="Arial" panose="020B0604020202020204" pitchFamily="34" charset="0"/>
              <a:buChar char="•"/>
            </a:pPr>
            <a:r>
              <a:rPr lang="en-US" sz="1600" b="1" dirty="0">
                <a:latin typeface="Arial" panose="020B0604020202020204" pitchFamily="34" charset="0"/>
                <a:cs typeface="Arial" panose="020B0604020202020204" pitchFamily="34" charset="0"/>
              </a:rPr>
              <a:t>Authentication </a:t>
            </a:r>
            <a:r>
              <a:rPr lang="en-US" sz="1600" dirty="0">
                <a:latin typeface="Arial" panose="020B0604020202020204" pitchFamily="34" charset="0"/>
                <a:cs typeface="Arial" panose="020B0604020202020204" pitchFamily="34" charset="0"/>
              </a:rPr>
              <a:t>- Users and administrators must prove their identity before accessing the network and network resources. Authentication can be established using username and password combinations, challenge and response questions, token cards, and other methods. For example: “I am user ‘student’ and I know the password to prove it.”</a:t>
            </a:r>
          </a:p>
          <a:p>
            <a:pPr lvl="1">
              <a:lnSpc>
                <a:spcPts val="2000"/>
              </a:lnSpc>
            </a:pPr>
            <a:endParaRPr lang="en-US" sz="1600" dirty="0">
              <a:latin typeface="Arial" panose="020B0604020202020204" pitchFamily="34" charset="0"/>
              <a:cs typeface="Arial" panose="020B0604020202020204" pitchFamily="34" charset="0"/>
            </a:endParaRPr>
          </a:p>
          <a:p>
            <a:pPr marL="742950" lvl="1" indent="-285750">
              <a:lnSpc>
                <a:spcPts val="2000"/>
              </a:lnSpc>
              <a:buFont typeface="Arial" panose="020B0604020202020204" pitchFamily="34" charset="0"/>
              <a:buChar char="•"/>
            </a:pPr>
            <a:r>
              <a:rPr lang="en-US" sz="1600" b="1" dirty="0">
                <a:latin typeface="Arial" panose="020B0604020202020204" pitchFamily="34" charset="0"/>
                <a:cs typeface="Arial" panose="020B0604020202020204" pitchFamily="34" charset="0"/>
              </a:rPr>
              <a:t>Authorization</a:t>
            </a:r>
            <a:r>
              <a:rPr lang="en-US" sz="1600" dirty="0">
                <a:latin typeface="Arial" panose="020B0604020202020204" pitchFamily="34" charset="0"/>
                <a:cs typeface="Arial" panose="020B0604020202020204" pitchFamily="34" charset="0"/>
              </a:rPr>
              <a:t> - After the user is authenticated, authorization services determine which resources the user can access and which operations the user is allowed to perform. An example is “User ‘student’ can access host serverXYZ using SSH only.”</a:t>
            </a:r>
          </a:p>
          <a:p>
            <a:pPr lvl="1">
              <a:lnSpc>
                <a:spcPts val="2000"/>
              </a:lnSpc>
            </a:pPr>
            <a:endParaRPr lang="en-US" sz="1600" dirty="0">
              <a:latin typeface="Arial" panose="020B0604020202020204" pitchFamily="34" charset="0"/>
              <a:cs typeface="Arial" panose="020B0604020202020204" pitchFamily="34" charset="0"/>
            </a:endParaRPr>
          </a:p>
          <a:p>
            <a:pPr marL="742950" lvl="1" indent="-285750">
              <a:lnSpc>
                <a:spcPts val="2000"/>
              </a:lnSpc>
              <a:buFont typeface="Arial" panose="020B0604020202020204" pitchFamily="34" charset="0"/>
              <a:buChar char="•"/>
            </a:pPr>
            <a:r>
              <a:rPr lang="en-US" sz="1600" b="1" dirty="0">
                <a:latin typeface="Arial" panose="020B0604020202020204" pitchFamily="34" charset="0"/>
                <a:cs typeface="Arial" panose="020B0604020202020204" pitchFamily="34" charset="0"/>
              </a:rPr>
              <a:t>Accounting and auditing </a:t>
            </a:r>
            <a:r>
              <a:rPr lang="en-US" sz="1600" dirty="0">
                <a:latin typeface="Arial" panose="020B0604020202020204" pitchFamily="34" charset="0"/>
                <a:cs typeface="Arial" panose="020B0604020202020204" pitchFamily="34" charset="0"/>
              </a:rPr>
              <a:t>- Accounting records what the user does, including what is accessed, the amount of time the resource is accessed, and any changes that were made. Accounting keeps track of how network resources are used. An example is "User 'student' accessed host serverXYZ using SSH for 15 minutes."</a:t>
            </a:r>
          </a:p>
        </p:txBody>
      </p:sp>
      <p:sp>
        <p:nvSpPr>
          <p:cNvPr id="25" name="Slide Number Placeholder 24"/>
          <p:cNvSpPr>
            <a:spLocks noGrp="1"/>
          </p:cNvSpPr>
          <p:nvPr>
            <p:ph type="sldNum" sz="quarter" idx="4294967295"/>
          </p:nvPr>
        </p:nvSpPr>
        <p:spPr>
          <a:xfrm>
            <a:off x="8686800" y="4629150"/>
            <a:ext cx="457200" cy="228600"/>
          </a:xfrm>
          <a:prstGeom prst="rect">
            <a:avLst/>
          </a:prstGeom>
          <a:extLst>
            <a:ext uri="{C572A759-6A51-4108-AA02-DFA0A04FC94B}">
              <ma14:wrappingTextBoxFlag xmlns="" xmlns:ma14="http://schemas.microsoft.com/office/mac/drawingml/2011/main" val="0"/>
            </a:ext>
          </a:extLst>
        </p:spPr>
        <p:txBody>
          <a:bodyPr/>
          <a:lstStyle>
            <a:lvl1pPr>
              <a:defRPr sz="600">
                <a:solidFill>
                  <a:srgbClr val="D9D9D9"/>
                </a:solidFill>
              </a:defRPr>
            </a:lvl1pPr>
          </a:lstStyle>
          <a:p>
            <a:fld id="{F7021451-1387-4CA6-816F-3879F97B5CBC}" type="slidenum">
              <a:rPr lang="en-US"/>
              <a:t>15</a:t>
            </a:fld>
            <a:endParaRPr lang="en-US"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Object1"/>
          <p:cNvSpPr>
            <a:spLocks noGrp="1"/>
          </p:cNvSpPr>
          <p:nvPr>
            <p:ph type="body" idx="101" hasCustomPrompt="1"/>
          </p:nvPr>
        </p:nvSpPr>
        <p:spPr>
          <a:xfrm>
            <a:off x="0" y="0"/>
            <a:ext cx="9144000" cy="274320"/>
          </a:xfrm>
          <a:prstGeom prst="rect">
            <a:avLst/>
          </a:prstGeom>
          <a:noFill/>
          <a:ln/>
        </p:spPr>
        <p:txBody>
          <a:bodyPr wrap="square" rtlCol="0"/>
          <a:lstStyle/>
          <a:p>
            <a:pPr marL="0" indent="0">
              <a:buNone/>
            </a:pPr>
            <a:r>
              <a:rPr lang="en-US" dirty="0"/>
              <a:t>AAA Characteristics</a:t>
            </a:r>
          </a:p>
        </p:txBody>
      </p:sp>
      <p:sp>
        <p:nvSpPr>
          <p:cNvPr id="3" name="Object2"/>
          <p:cNvSpPr>
            <a:spLocks noGrp="1"/>
          </p:cNvSpPr>
          <p:nvPr>
            <p:ph type="body" idx="100" hasCustomPrompt="1"/>
          </p:nvPr>
        </p:nvSpPr>
        <p:spPr>
          <a:xfrm>
            <a:off x="0" y="274320"/>
            <a:ext cx="9144000" cy="914400"/>
          </a:xfrm>
          <a:prstGeom prst="rect">
            <a:avLst/>
          </a:prstGeom>
          <a:noFill/>
          <a:ln/>
        </p:spPr>
        <p:txBody>
          <a:bodyPr wrap="square" rtlCol="0"/>
          <a:lstStyle/>
          <a:p>
            <a:pPr marL="0" indent="0">
              <a:buNone/>
            </a:pPr>
            <a:r>
              <a:rPr lang="en-US" dirty="0"/>
              <a:t>Authentication Modes</a:t>
            </a:r>
          </a:p>
        </p:txBody>
      </p:sp>
      <p:sp>
        <p:nvSpPr>
          <p:cNvPr id="5" name="Object4"/>
          <p:cNvSpPr/>
          <p:nvPr/>
        </p:nvSpPr>
        <p:spPr>
          <a:xfrm>
            <a:off x="66612" y="731519"/>
            <a:ext cx="4723391" cy="3684363"/>
          </a:xfrm>
          <a:prstGeom prst="rect">
            <a:avLst/>
          </a:prstGeom>
          <a:noFill/>
          <a:ln/>
        </p:spPr>
        <p:txBody>
          <a:bodyPr wrap="square" rtlCol="0" anchor="t"/>
          <a:lstStyle/>
          <a:p>
            <a:r>
              <a:rPr lang="en-US" sz="1400" dirty="0">
                <a:latin typeface="Arial" panose="020B0604020202020204" pitchFamily="34" charset="0"/>
                <a:cs typeface="Arial" panose="020B0604020202020204" pitchFamily="34" charset="0"/>
              </a:rPr>
              <a:t>Cisco provides two common methods of implementing AAA services:</a:t>
            </a:r>
          </a:p>
          <a:p>
            <a:endParaRPr lang="en-US" sz="1400" dirty="0">
              <a:latin typeface="Arial" panose="020B0604020202020204" pitchFamily="34" charset="0"/>
              <a:cs typeface="Arial" panose="020B0604020202020204" pitchFamily="34" charset="0"/>
            </a:endParaRPr>
          </a:p>
          <a:p>
            <a:pPr marL="285750" indent="-285750">
              <a:buFont typeface="Arial" panose="020B0604020202020204" pitchFamily="34" charset="0"/>
              <a:buChar char="•"/>
            </a:pPr>
            <a:r>
              <a:rPr lang="en-US" sz="1400" b="1" dirty="0">
                <a:latin typeface="Arial" panose="020B0604020202020204" pitchFamily="34" charset="0"/>
                <a:cs typeface="Arial" panose="020B0604020202020204" pitchFamily="34" charset="0"/>
              </a:rPr>
              <a:t>Local AAA Authentication</a:t>
            </a:r>
            <a:r>
              <a:rPr lang="en-US" sz="1400" dirty="0">
                <a:latin typeface="Arial" panose="020B0604020202020204" pitchFamily="34" charset="0"/>
                <a:cs typeface="Arial" panose="020B0604020202020204" pitchFamily="34" charset="0"/>
              </a:rPr>
              <a:t> -Local AAA uses a local database for authentication. This method is sometimes known as self-contained authentication. In this course, it will be referred to as local AAA authentication.</a:t>
            </a:r>
          </a:p>
          <a:p>
            <a:pPr marL="285750" indent="-285750">
              <a:buFont typeface="Arial" panose="020B0604020202020204" pitchFamily="34" charset="0"/>
              <a:buChar char="•"/>
            </a:pPr>
            <a:endParaRPr lang="en-US" sz="1400" dirty="0">
              <a:latin typeface="Arial" panose="020B0604020202020204" pitchFamily="34" charset="0"/>
              <a:cs typeface="Arial" panose="020B0604020202020204" pitchFamily="34" charset="0"/>
            </a:endParaRPr>
          </a:p>
          <a:p>
            <a:pPr marL="285750" indent="-285750">
              <a:buFont typeface="Arial" panose="020B0604020202020204" pitchFamily="34" charset="0"/>
              <a:buChar char="•"/>
            </a:pPr>
            <a:r>
              <a:rPr lang="en-US" sz="1400" b="1" dirty="0">
                <a:latin typeface="Arial" panose="020B0604020202020204" pitchFamily="34" charset="0"/>
                <a:cs typeface="Arial" panose="020B0604020202020204" pitchFamily="34" charset="0"/>
              </a:rPr>
              <a:t>Server-Based AAA Authentication</a:t>
            </a:r>
            <a:r>
              <a:rPr lang="en-US" sz="1400" dirty="0">
                <a:latin typeface="Arial" panose="020B0604020202020204" pitchFamily="34" charset="0"/>
                <a:cs typeface="Arial" panose="020B0604020202020204" pitchFamily="34" charset="0"/>
              </a:rPr>
              <a:t> - With the server-based method, the router accesses a central AAA server, such as the Cisco Secure Access Control System (ACS) for Windows, which is shown in the figure. The central AAA server contains the usernames and password for all users. The router uses either the Remote Authentication Dial-In User Service (RADIUS) or Terminal Access Controller Access Control System (TACACS+) protocols to communicate with the AAA server. </a:t>
            </a:r>
          </a:p>
        </p:txBody>
      </p:sp>
      <p:pic>
        <p:nvPicPr>
          <p:cNvPr id="6" name="Picture 5">
            <a:extLst>
              <a:ext uri="{FF2B5EF4-FFF2-40B4-BE49-F238E27FC236}">
                <a16:creationId xmlns:a16="http://schemas.microsoft.com/office/drawing/2014/main" id="{FB77A67D-2220-4221-B859-EC0AA58EA349}"/>
              </a:ext>
            </a:extLst>
          </p:cNvPr>
          <p:cNvPicPr>
            <a:picLocks noChangeAspect="1"/>
          </p:cNvPicPr>
          <p:nvPr/>
        </p:nvPicPr>
        <p:blipFill>
          <a:blip r:embed="rId3"/>
          <a:stretch>
            <a:fillRect/>
          </a:stretch>
        </p:blipFill>
        <p:spPr>
          <a:xfrm>
            <a:off x="4687056" y="2613790"/>
            <a:ext cx="4456943" cy="1628498"/>
          </a:xfrm>
          <a:prstGeom prst="rect">
            <a:avLst/>
          </a:prstGeom>
        </p:spPr>
      </p:pic>
      <p:pic>
        <p:nvPicPr>
          <p:cNvPr id="4" name="Picture 3">
            <a:extLst>
              <a:ext uri="{FF2B5EF4-FFF2-40B4-BE49-F238E27FC236}">
                <a16:creationId xmlns:a16="http://schemas.microsoft.com/office/drawing/2014/main" id="{BDDBB6F1-2A97-41A8-A393-86B20CB1A603}"/>
              </a:ext>
            </a:extLst>
          </p:cNvPr>
          <p:cNvPicPr>
            <a:picLocks noChangeAspect="1"/>
          </p:cNvPicPr>
          <p:nvPr/>
        </p:nvPicPr>
        <p:blipFill>
          <a:blip r:embed="rId4"/>
          <a:stretch>
            <a:fillRect/>
          </a:stretch>
        </p:blipFill>
        <p:spPr>
          <a:xfrm>
            <a:off x="4737015" y="1037329"/>
            <a:ext cx="4087550" cy="1414144"/>
          </a:xfrm>
          <a:prstGeom prst="rect">
            <a:avLst/>
          </a:prstGeom>
        </p:spPr>
      </p:pic>
      <p:sp>
        <p:nvSpPr>
          <p:cNvPr id="25" name="Slide Number Placeholder 24"/>
          <p:cNvSpPr>
            <a:spLocks noGrp="1"/>
          </p:cNvSpPr>
          <p:nvPr>
            <p:ph type="sldNum" sz="quarter" idx="4294967295"/>
          </p:nvPr>
        </p:nvSpPr>
        <p:spPr>
          <a:xfrm>
            <a:off x="8686800" y="4629150"/>
            <a:ext cx="457200" cy="228600"/>
          </a:xfrm>
          <a:prstGeom prst="rect">
            <a:avLst/>
          </a:prstGeom>
          <a:extLst>
            <a:ext uri="{C572A759-6A51-4108-AA02-DFA0A04FC94B}">
              <ma14:wrappingTextBoxFlag xmlns="" xmlns:ma14="http://schemas.microsoft.com/office/mac/drawingml/2011/main" val="0"/>
            </a:ext>
          </a:extLst>
        </p:spPr>
        <p:txBody>
          <a:bodyPr/>
          <a:lstStyle>
            <a:lvl1pPr>
              <a:defRPr sz="600">
                <a:solidFill>
                  <a:srgbClr val="D9D9D9"/>
                </a:solidFill>
              </a:defRPr>
            </a:lvl1pPr>
          </a:lstStyle>
          <a:p>
            <a:fld id="{F7021451-1387-4CA6-816F-3879F97B5CBC}" type="slidenum">
              <a:rPr lang="en-US"/>
              <a:t>16</a:t>
            </a:fld>
            <a:endParaRPr lang="en-US"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Object1"/>
          <p:cNvSpPr>
            <a:spLocks noGrp="1"/>
          </p:cNvSpPr>
          <p:nvPr>
            <p:ph type="body" idx="101" hasCustomPrompt="1"/>
          </p:nvPr>
        </p:nvSpPr>
        <p:spPr>
          <a:xfrm>
            <a:off x="0" y="0"/>
            <a:ext cx="9144000" cy="274320"/>
          </a:xfrm>
          <a:prstGeom prst="rect">
            <a:avLst/>
          </a:prstGeom>
          <a:noFill/>
          <a:ln/>
        </p:spPr>
        <p:txBody>
          <a:bodyPr wrap="square" rtlCol="0"/>
          <a:lstStyle/>
          <a:p>
            <a:pPr marL="0" indent="0">
              <a:buNone/>
            </a:pPr>
            <a:r>
              <a:rPr lang="en-US" dirty="0"/>
              <a:t>AAA Characteristics</a:t>
            </a:r>
          </a:p>
        </p:txBody>
      </p:sp>
      <p:sp>
        <p:nvSpPr>
          <p:cNvPr id="3" name="Object2"/>
          <p:cNvSpPr>
            <a:spLocks noGrp="1"/>
          </p:cNvSpPr>
          <p:nvPr>
            <p:ph type="body" idx="100" hasCustomPrompt="1"/>
          </p:nvPr>
        </p:nvSpPr>
        <p:spPr>
          <a:xfrm>
            <a:off x="0" y="274320"/>
            <a:ext cx="9144000" cy="914400"/>
          </a:xfrm>
          <a:prstGeom prst="rect">
            <a:avLst/>
          </a:prstGeom>
          <a:noFill/>
          <a:ln/>
        </p:spPr>
        <p:txBody>
          <a:bodyPr wrap="square" rtlCol="0"/>
          <a:lstStyle/>
          <a:p>
            <a:pPr marL="0" indent="0">
              <a:buNone/>
            </a:pPr>
            <a:r>
              <a:rPr lang="en-US" dirty="0"/>
              <a:t>Authorization</a:t>
            </a:r>
          </a:p>
        </p:txBody>
      </p:sp>
      <p:sp>
        <p:nvSpPr>
          <p:cNvPr id="5" name="Object4"/>
          <p:cNvSpPr/>
          <p:nvPr/>
        </p:nvSpPr>
        <p:spPr>
          <a:xfrm>
            <a:off x="-1" y="914400"/>
            <a:ext cx="8962571" cy="548640"/>
          </a:xfrm>
          <a:prstGeom prst="rect">
            <a:avLst/>
          </a:prstGeom>
          <a:noFill/>
          <a:ln/>
        </p:spPr>
        <p:txBody>
          <a:bodyPr wrap="square" rtlCol="0" anchor="t"/>
          <a:lstStyle/>
          <a:p>
            <a:pPr>
              <a:lnSpc>
                <a:spcPts val="2000"/>
              </a:lnSpc>
            </a:pPr>
            <a:r>
              <a:rPr lang="en-US" dirty="0">
                <a:latin typeface="Arial" panose="020B0604020202020204" pitchFamily="34" charset="0"/>
                <a:cs typeface="Arial" panose="020B0604020202020204" pitchFamily="34" charset="0"/>
              </a:rPr>
              <a:t>After users are successfully authenticated against the selected AAA data source, either local or server-based, they are then authorized for specific network resources, as shown in the figure.</a:t>
            </a:r>
          </a:p>
        </p:txBody>
      </p:sp>
      <p:pic>
        <p:nvPicPr>
          <p:cNvPr id="4" name="Picture 3">
            <a:extLst>
              <a:ext uri="{FF2B5EF4-FFF2-40B4-BE49-F238E27FC236}">
                <a16:creationId xmlns:a16="http://schemas.microsoft.com/office/drawing/2014/main" id="{56C4D207-B468-4613-8813-81481E9B1E24}"/>
              </a:ext>
            </a:extLst>
          </p:cNvPr>
          <p:cNvPicPr>
            <a:picLocks noChangeAspect="1"/>
          </p:cNvPicPr>
          <p:nvPr/>
        </p:nvPicPr>
        <p:blipFill>
          <a:blip r:embed="rId3"/>
          <a:stretch>
            <a:fillRect/>
          </a:stretch>
        </p:blipFill>
        <p:spPr>
          <a:xfrm>
            <a:off x="551062" y="1828800"/>
            <a:ext cx="7224366" cy="2497945"/>
          </a:xfrm>
          <a:prstGeom prst="rect">
            <a:avLst/>
          </a:prstGeom>
        </p:spPr>
      </p:pic>
      <p:sp>
        <p:nvSpPr>
          <p:cNvPr id="25" name="Slide Number Placeholder 24"/>
          <p:cNvSpPr>
            <a:spLocks noGrp="1"/>
          </p:cNvSpPr>
          <p:nvPr>
            <p:ph type="sldNum" sz="quarter" idx="4294967295"/>
          </p:nvPr>
        </p:nvSpPr>
        <p:spPr>
          <a:xfrm>
            <a:off x="8686800" y="4629150"/>
            <a:ext cx="457200" cy="228600"/>
          </a:xfrm>
          <a:prstGeom prst="rect">
            <a:avLst/>
          </a:prstGeom>
          <a:extLst>
            <a:ext uri="{C572A759-6A51-4108-AA02-DFA0A04FC94B}">
              <ma14:wrappingTextBoxFlag xmlns="" xmlns:ma14="http://schemas.microsoft.com/office/mac/drawingml/2011/main" val="0"/>
            </a:ext>
          </a:extLst>
        </p:spPr>
        <p:txBody>
          <a:bodyPr/>
          <a:lstStyle>
            <a:lvl1pPr>
              <a:defRPr sz="600">
                <a:solidFill>
                  <a:srgbClr val="D9D9D9"/>
                </a:solidFill>
              </a:defRPr>
            </a:lvl1pPr>
          </a:lstStyle>
          <a:p>
            <a:fld id="{F7021451-1387-4CA6-816F-3879F97B5CBC}" type="slidenum">
              <a:rPr lang="en-US"/>
              <a:t>17</a:t>
            </a:fld>
            <a:endParaRPr lang="en-US"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Object1"/>
          <p:cNvSpPr>
            <a:spLocks noGrp="1"/>
          </p:cNvSpPr>
          <p:nvPr>
            <p:ph type="body" idx="101" hasCustomPrompt="1"/>
          </p:nvPr>
        </p:nvSpPr>
        <p:spPr>
          <a:xfrm>
            <a:off x="0" y="0"/>
            <a:ext cx="9144000" cy="274320"/>
          </a:xfrm>
          <a:prstGeom prst="rect">
            <a:avLst/>
          </a:prstGeom>
          <a:noFill/>
          <a:ln/>
        </p:spPr>
        <p:txBody>
          <a:bodyPr wrap="square" rtlCol="0"/>
          <a:lstStyle/>
          <a:p>
            <a:pPr marL="0" indent="0">
              <a:buNone/>
            </a:pPr>
            <a:r>
              <a:rPr lang="en-US" dirty="0"/>
              <a:t>AAA Characteristics</a:t>
            </a:r>
          </a:p>
        </p:txBody>
      </p:sp>
      <p:sp>
        <p:nvSpPr>
          <p:cNvPr id="3" name="Object2"/>
          <p:cNvSpPr>
            <a:spLocks noGrp="1"/>
          </p:cNvSpPr>
          <p:nvPr>
            <p:ph type="body" idx="100" hasCustomPrompt="1"/>
          </p:nvPr>
        </p:nvSpPr>
        <p:spPr>
          <a:xfrm>
            <a:off x="0" y="274320"/>
            <a:ext cx="9144000" cy="914400"/>
          </a:xfrm>
          <a:prstGeom prst="rect">
            <a:avLst/>
          </a:prstGeom>
          <a:noFill/>
          <a:ln/>
        </p:spPr>
        <p:txBody>
          <a:bodyPr wrap="square" rtlCol="0"/>
          <a:lstStyle/>
          <a:p>
            <a:pPr marL="0" indent="0">
              <a:buNone/>
            </a:pPr>
            <a:r>
              <a:rPr lang="en-US" dirty="0"/>
              <a:t>Accounting</a:t>
            </a:r>
          </a:p>
        </p:txBody>
      </p:sp>
      <p:sp>
        <p:nvSpPr>
          <p:cNvPr id="5" name="Object4"/>
          <p:cNvSpPr/>
          <p:nvPr/>
        </p:nvSpPr>
        <p:spPr>
          <a:xfrm>
            <a:off x="239485" y="914400"/>
            <a:ext cx="8802914" cy="2571750"/>
          </a:xfrm>
          <a:prstGeom prst="rect">
            <a:avLst/>
          </a:prstGeom>
          <a:noFill/>
          <a:ln/>
        </p:spPr>
        <p:txBody>
          <a:bodyPr wrap="square" rtlCol="0" anchor="t"/>
          <a:lstStyle/>
          <a:p>
            <a:pPr>
              <a:lnSpc>
                <a:spcPts val="2000"/>
              </a:lnSpc>
            </a:pPr>
            <a:r>
              <a:rPr lang="en-US" dirty="0">
                <a:latin typeface="Arial" panose="020B0604020202020204" pitchFamily="34" charset="0"/>
                <a:cs typeface="Arial" panose="020B0604020202020204" pitchFamily="34" charset="0"/>
              </a:rPr>
              <a:t>Accounting is implemented using a AAA server. This service reports usage statistics back to the ACS server. These statistics can be extracted to create detailed reports about the configuration of the network.</a:t>
            </a:r>
          </a:p>
          <a:p>
            <a:pPr>
              <a:lnSpc>
                <a:spcPts val="2000"/>
              </a:lnSpc>
            </a:pPr>
            <a:endParaRPr lang="en-US" dirty="0">
              <a:latin typeface="Arial" panose="020B0604020202020204" pitchFamily="34" charset="0"/>
              <a:cs typeface="Arial" panose="020B0604020202020204" pitchFamily="34" charset="0"/>
            </a:endParaRPr>
          </a:p>
          <a:p>
            <a:pPr>
              <a:lnSpc>
                <a:spcPts val="2000"/>
              </a:lnSpc>
            </a:pPr>
            <a:r>
              <a:rPr lang="en-US" dirty="0">
                <a:latin typeface="Arial" panose="020B0604020202020204" pitchFamily="34" charset="0"/>
                <a:cs typeface="Arial" panose="020B0604020202020204" pitchFamily="34" charset="0"/>
              </a:rPr>
              <a:t>The types of accounting information that can be collected are as follows:</a:t>
            </a:r>
          </a:p>
          <a:p>
            <a:pPr marL="742950" lvl="1" indent="-285750">
              <a:lnSpc>
                <a:spcPts val="2000"/>
              </a:lnSpc>
              <a:buFont typeface="Arial" panose="020B0604020202020204" pitchFamily="34" charset="0"/>
              <a:buChar char="•"/>
            </a:pPr>
            <a:r>
              <a:rPr lang="en-US" dirty="0">
                <a:latin typeface="Arial" panose="020B0604020202020204" pitchFamily="34" charset="0"/>
                <a:cs typeface="Arial" panose="020B0604020202020204" pitchFamily="34" charset="0"/>
              </a:rPr>
              <a:t>Network accounting</a:t>
            </a:r>
          </a:p>
          <a:p>
            <a:pPr marL="742950" lvl="1" indent="-285750">
              <a:lnSpc>
                <a:spcPts val="2000"/>
              </a:lnSpc>
              <a:buFont typeface="Arial" panose="020B0604020202020204" pitchFamily="34" charset="0"/>
              <a:buChar char="•"/>
            </a:pPr>
            <a:r>
              <a:rPr lang="en-US" dirty="0">
                <a:latin typeface="Arial" panose="020B0604020202020204" pitchFamily="34" charset="0"/>
                <a:cs typeface="Arial" panose="020B0604020202020204" pitchFamily="34" charset="0"/>
              </a:rPr>
              <a:t>Connection accounting</a:t>
            </a:r>
          </a:p>
          <a:p>
            <a:pPr marL="742950" lvl="1" indent="-285750">
              <a:lnSpc>
                <a:spcPts val="2000"/>
              </a:lnSpc>
              <a:buFont typeface="Arial" panose="020B0604020202020204" pitchFamily="34" charset="0"/>
              <a:buChar char="•"/>
            </a:pPr>
            <a:r>
              <a:rPr lang="en-US" dirty="0">
                <a:latin typeface="Arial" panose="020B0604020202020204" pitchFamily="34" charset="0"/>
                <a:cs typeface="Arial" panose="020B0604020202020204" pitchFamily="34" charset="0"/>
              </a:rPr>
              <a:t>EXEC accounting</a:t>
            </a:r>
          </a:p>
          <a:p>
            <a:pPr marL="742950" lvl="1" indent="-285750">
              <a:lnSpc>
                <a:spcPts val="2000"/>
              </a:lnSpc>
              <a:buFont typeface="Arial" panose="020B0604020202020204" pitchFamily="34" charset="0"/>
              <a:buChar char="•"/>
            </a:pPr>
            <a:r>
              <a:rPr lang="en-US" dirty="0">
                <a:latin typeface="Arial" panose="020B0604020202020204" pitchFamily="34" charset="0"/>
                <a:cs typeface="Arial" panose="020B0604020202020204" pitchFamily="34" charset="0"/>
              </a:rPr>
              <a:t>System accounting</a:t>
            </a:r>
          </a:p>
          <a:p>
            <a:pPr marL="742950" lvl="1" indent="-285750">
              <a:lnSpc>
                <a:spcPts val="2000"/>
              </a:lnSpc>
              <a:buFont typeface="Arial" panose="020B0604020202020204" pitchFamily="34" charset="0"/>
              <a:buChar char="•"/>
            </a:pPr>
            <a:r>
              <a:rPr lang="en-US" dirty="0">
                <a:latin typeface="Arial" panose="020B0604020202020204" pitchFamily="34" charset="0"/>
                <a:cs typeface="Arial" panose="020B0604020202020204" pitchFamily="34" charset="0"/>
              </a:rPr>
              <a:t>Command accounting</a:t>
            </a:r>
          </a:p>
        </p:txBody>
      </p:sp>
      <p:sp>
        <p:nvSpPr>
          <p:cNvPr id="25" name="Slide Number Placeholder 24"/>
          <p:cNvSpPr>
            <a:spLocks noGrp="1"/>
          </p:cNvSpPr>
          <p:nvPr>
            <p:ph type="sldNum" sz="quarter" idx="4294967295"/>
          </p:nvPr>
        </p:nvSpPr>
        <p:spPr>
          <a:xfrm>
            <a:off x="8686800" y="4629150"/>
            <a:ext cx="457200" cy="228600"/>
          </a:xfrm>
          <a:prstGeom prst="rect">
            <a:avLst/>
          </a:prstGeom>
          <a:extLst>
            <a:ext uri="{C572A759-6A51-4108-AA02-DFA0A04FC94B}">
              <ma14:wrappingTextBoxFlag xmlns="" xmlns:ma14="http://schemas.microsoft.com/office/mac/drawingml/2011/main" val="0"/>
            </a:ext>
          </a:extLst>
        </p:spPr>
        <p:txBody>
          <a:bodyPr/>
          <a:lstStyle>
            <a:lvl1pPr>
              <a:defRPr sz="600">
                <a:solidFill>
                  <a:srgbClr val="D9D9D9"/>
                </a:solidFill>
              </a:defRPr>
            </a:lvl1pPr>
          </a:lstStyle>
          <a:p>
            <a:fld id="{F7021451-1387-4CA6-816F-3879F97B5CBC}" type="slidenum">
              <a:rPr lang="en-US"/>
              <a:t>18</a:t>
            </a:fld>
            <a:endParaRPr lang="en-US"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Object1"/>
          <p:cNvSpPr>
            <a:spLocks noGrp="1"/>
          </p:cNvSpPr>
          <p:nvPr>
            <p:ph type="body" idx="100" hasCustomPrompt="1"/>
          </p:nvPr>
        </p:nvSpPr>
        <p:spPr>
          <a:xfrm>
            <a:off x="457200" y="2057400"/>
            <a:ext cx="8229600" cy="914400"/>
          </a:xfrm>
          <a:prstGeom prst="rect">
            <a:avLst/>
          </a:prstGeom>
          <a:noFill/>
          <a:ln/>
        </p:spPr>
        <p:txBody>
          <a:bodyPr wrap="square" rtlCol="0"/>
          <a:lstStyle/>
          <a:p>
            <a:pPr marL="0" indent="0">
              <a:buNone/>
            </a:pPr>
            <a:r>
              <a:rPr lang="en-US" dirty="0"/>
              <a:t>7.2 Configure Local AAA Authentication </a:t>
            </a:r>
          </a:p>
        </p:txBody>
      </p:sp>
      <p:sp>
        <p:nvSpPr>
          <p:cNvPr id="25" name="Slide Number Placeholder 24"/>
          <p:cNvSpPr>
            <a:spLocks noGrp="1"/>
          </p:cNvSpPr>
          <p:nvPr>
            <p:ph type="sldNum" sz="quarter" idx="4294967295"/>
          </p:nvPr>
        </p:nvSpPr>
        <p:spPr>
          <a:xfrm>
            <a:off x="8686800" y="4629150"/>
            <a:ext cx="457200" cy="228600"/>
          </a:xfrm>
          <a:prstGeom prst="rect">
            <a:avLst/>
          </a:prstGeom>
          <a:extLst>
            <a:ext uri="{C572A759-6A51-4108-AA02-DFA0A04FC94B}">
              <ma14:wrappingTextBoxFlag xmlns="" xmlns:ma14="http://schemas.microsoft.com/office/mac/drawingml/2011/main" val="0"/>
            </a:ext>
          </a:extLst>
        </p:spPr>
        <p:txBody>
          <a:bodyPr/>
          <a:lstStyle>
            <a:lvl1pPr>
              <a:defRPr sz="600">
                <a:solidFill>
                  <a:srgbClr val="D9D9D9"/>
                </a:solidFill>
              </a:defRPr>
            </a:lvl1pPr>
          </a:lstStyle>
          <a:p>
            <a:fld id="{F7021451-1387-4CA6-816F-3879F97B5CBC}" type="slidenum">
              <a:rPr lang="en-US"/>
              <a:t>19</a:t>
            </a:fld>
            <a:endParaRPr lang="en-US"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Object1"/>
          <p:cNvSpPr>
            <a:spLocks noGrp="1"/>
          </p:cNvSpPr>
          <p:nvPr>
            <p:ph type="body" idx="101" hasCustomPrompt="1"/>
          </p:nvPr>
        </p:nvSpPr>
        <p:spPr>
          <a:xfrm>
            <a:off x="0" y="0"/>
            <a:ext cx="9144000" cy="274320"/>
          </a:xfrm>
          <a:prstGeom prst="rect">
            <a:avLst/>
          </a:prstGeom>
          <a:noFill/>
          <a:ln/>
        </p:spPr>
        <p:txBody>
          <a:bodyPr wrap="square" rtlCol="0"/>
          <a:lstStyle/>
          <a:p>
            <a:pPr marL="0" indent="0">
              <a:buNone/>
            </a:pPr>
            <a:r>
              <a:rPr lang="en-US" dirty="0"/>
              <a:t>Configure Local AAA Authentication </a:t>
            </a:r>
          </a:p>
        </p:txBody>
      </p:sp>
      <p:sp>
        <p:nvSpPr>
          <p:cNvPr id="3" name="Object2"/>
          <p:cNvSpPr>
            <a:spLocks noGrp="1"/>
          </p:cNvSpPr>
          <p:nvPr>
            <p:ph type="body" idx="100" hasCustomPrompt="1"/>
          </p:nvPr>
        </p:nvSpPr>
        <p:spPr>
          <a:xfrm>
            <a:off x="0" y="274320"/>
            <a:ext cx="9144000" cy="914400"/>
          </a:xfrm>
          <a:prstGeom prst="rect">
            <a:avLst/>
          </a:prstGeom>
          <a:noFill/>
          <a:ln/>
        </p:spPr>
        <p:txBody>
          <a:bodyPr wrap="square" rtlCol="0"/>
          <a:lstStyle/>
          <a:p>
            <a:pPr marL="0" indent="0">
              <a:buNone/>
            </a:pPr>
            <a:r>
              <a:rPr lang="en-US" dirty="0"/>
              <a:t>Authenticate Administrative Access</a:t>
            </a:r>
          </a:p>
        </p:txBody>
      </p:sp>
      <p:sp>
        <p:nvSpPr>
          <p:cNvPr id="5" name="Object4"/>
          <p:cNvSpPr/>
          <p:nvPr/>
        </p:nvSpPr>
        <p:spPr>
          <a:xfrm>
            <a:off x="0" y="914400"/>
            <a:ext cx="8926286" cy="2571750"/>
          </a:xfrm>
          <a:prstGeom prst="rect">
            <a:avLst/>
          </a:prstGeom>
          <a:noFill/>
          <a:ln/>
        </p:spPr>
        <p:txBody>
          <a:bodyPr wrap="square" rtlCol="0" anchor="t"/>
          <a:lstStyle/>
          <a:p>
            <a:r>
              <a:rPr lang="en-US" dirty="0">
                <a:latin typeface="Arial" panose="020B0604020202020204" pitchFamily="34" charset="0"/>
                <a:cs typeface="Arial" panose="020B0604020202020204" pitchFamily="34" charset="0"/>
              </a:rPr>
              <a:t>The Local AAA Authentication method is similar to using the </a:t>
            </a:r>
            <a:r>
              <a:rPr lang="en-US" b="1" dirty="0">
                <a:latin typeface="Arial" panose="020B0604020202020204" pitchFamily="34" charset="0"/>
                <a:cs typeface="Arial" panose="020B0604020202020204" pitchFamily="34" charset="0"/>
              </a:rPr>
              <a:t>login local</a:t>
            </a:r>
            <a:r>
              <a:rPr lang="en-US" dirty="0">
                <a:latin typeface="Arial" panose="020B0604020202020204" pitchFamily="34" charset="0"/>
                <a:cs typeface="Arial" panose="020B0604020202020204" pitchFamily="34" charset="0"/>
              </a:rPr>
              <a:t> command with one exception. AAA also provides a way to configure backup methods of authentication.</a:t>
            </a:r>
          </a:p>
          <a:p>
            <a:endParaRPr lang="en-US" dirty="0">
              <a:latin typeface="Arial" panose="020B0604020202020204" pitchFamily="34" charset="0"/>
              <a:cs typeface="Arial" panose="020B0604020202020204" pitchFamily="34" charset="0"/>
            </a:endParaRPr>
          </a:p>
          <a:p>
            <a:r>
              <a:rPr lang="en-US" dirty="0">
                <a:latin typeface="Arial" panose="020B0604020202020204" pitchFamily="34" charset="0"/>
                <a:cs typeface="Arial" panose="020B0604020202020204" pitchFamily="34" charset="0"/>
              </a:rPr>
              <a:t>Configuring local AAA services to authenticate administrator access requires a few basic steps:</a:t>
            </a:r>
          </a:p>
          <a:p>
            <a:endParaRPr lang="en-US" dirty="0">
              <a:latin typeface="Arial" panose="020B0604020202020204" pitchFamily="34" charset="0"/>
              <a:cs typeface="Arial" panose="020B0604020202020204" pitchFamily="34" charset="0"/>
            </a:endParaRPr>
          </a:p>
          <a:p>
            <a:pPr lvl="1"/>
            <a:r>
              <a:rPr lang="en-US" b="1" dirty="0">
                <a:latin typeface="Arial" panose="020B0604020202020204" pitchFamily="34" charset="0"/>
                <a:cs typeface="Arial" panose="020B0604020202020204" pitchFamily="34" charset="0"/>
              </a:rPr>
              <a:t>Step 1</a:t>
            </a:r>
            <a:r>
              <a:rPr lang="en-US" dirty="0">
                <a:latin typeface="Arial" panose="020B0604020202020204" pitchFamily="34" charset="0"/>
                <a:cs typeface="Arial" panose="020B0604020202020204" pitchFamily="34" charset="0"/>
              </a:rPr>
              <a:t>. Add usernames and passwords to the local router database for users that need administrative access to the router.</a:t>
            </a:r>
          </a:p>
          <a:p>
            <a:pPr lvl="1"/>
            <a:r>
              <a:rPr lang="en-US" b="1" dirty="0">
                <a:latin typeface="Arial" panose="020B0604020202020204" pitchFamily="34" charset="0"/>
                <a:cs typeface="Arial" panose="020B0604020202020204" pitchFamily="34" charset="0"/>
              </a:rPr>
              <a:t>Step 2</a:t>
            </a:r>
            <a:r>
              <a:rPr lang="en-US" dirty="0">
                <a:latin typeface="Arial" panose="020B0604020202020204" pitchFamily="34" charset="0"/>
                <a:cs typeface="Arial" panose="020B0604020202020204" pitchFamily="34" charset="0"/>
              </a:rPr>
              <a:t>. Enable AAA globally on the router.</a:t>
            </a:r>
          </a:p>
          <a:p>
            <a:pPr lvl="1"/>
            <a:r>
              <a:rPr lang="en-US" b="1" dirty="0">
                <a:latin typeface="Arial" panose="020B0604020202020204" pitchFamily="34" charset="0"/>
                <a:cs typeface="Arial" panose="020B0604020202020204" pitchFamily="34" charset="0"/>
              </a:rPr>
              <a:t>Step 3</a:t>
            </a:r>
            <a:r>
              <a:rPr lang="en-US" dirty="0">
                <a:latin typeface="Arial" panose="020B0604020202020204" pitchFamily="34" charset="0"/>
                <a:cs typeface="Arial" panose="020B0604020202020204" pitchFamily="34" charset="0"/>
              </a:rPr>
              <a:t>. Configure AAA parameters on the router.</a:t>
            </a:r>
          </a:p>
          <a:p>
            <a:pPr lvl="1"/>
            <a:r>
              <a:rPr lang="en-US" b="1" dirty="0">
                <a:latin typeface="Arial" panose="020B0604020202020204" pitchFamily="34" charset="0"/>
                <a:cs typeface="Arial" panose="020B0604020202020204" pitchFamily="34" charset="0"/>
              </a:rPr>
              <a:t>Step 4</a:t>
            </a:r>
            <a:r>
              <a:rPr lang="en-US" dirty="0">
                <a:latin typeface="Arial" panose="020B0604020202020204" pitchFamily="34" charset="0"/>
                <a:cs typeface="Arial" panose="020B0604020202020204" pitchFamily="34" charset="0"/>
              </a:rPr>
              <a:t>. Confirm and troubleshoot the AAA configuration.</a:t>
            </a:r>
          </a:p>
        </p:txBody>
      </p:sp>
      <p:sp>
        <p:nvSpPr>
          <p:cNvPr id="25" name="Slide Number Placeholder 24"/>
          <p:cNvSpPr>
            <a:spLocks noGrp="1"/>
          </p:cNvSpPr>
          <p:nvPr>
            <p:ph type="sldNum" sz="quarter" idx="4294967295"/>
          </p:nvPr>
        </p:nvSpPr>
        <p:spPr>
          <a:xfrm>
            <a:off x="8686800" y="4629150"/>
            <a:ext cx="457200" cy="228600"/>
          </a:xfrm>
          <a:prstGeom prst="rect">
            <a:avLst/>
          </a:prstGeom>
          <a:extLst>
            <a:ext uri="{C572A759-6A51-4108-AA02-DFA0A04FC94B}">
              <ma14:wrappingTextBoxFlag xmlns="" xmlns:ma14="http://schemas.microsoft.com/office/mac/drawingml/2011/main" val="0"/>
            </a:ext>
          </a:extLst>
        </p:spPr>
        <p:txBody>
          <a:bodyPr/>
          <a:lstStyle>
            <a:lvl1pPr>
              <a:defRPr sz="600">
                <a:solidFill>
                  <a:srgbClr val="D9D9D9"/>
                </a:solidFill>
              </a:defRPr>
            </a:lvl1pPr>
          </a:lstStyle>
          <a:p>
            <a:fld id="{F7021451-1387-4CA6-816F-3879F97B5CBC}" type="slidenum">
              <a:rPr lang="en-US"/>
              <a:t>20</a:t>
            </a:fld>
            <a:endParaRPr lang="en-US"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1"/>
          <p:cNvSpPr>
            <a:spLocks noGrp="1"/>
          </p:cNvSpPr>
          <p:nvPr>
            <p:ph type="body" idx="101" hasCustomPrompt="1"/>
          </p:nvPr>
        </p:nvSpPr>
        <p:spPr>
          <a:xfrm>
            <a:off x="0" y="0"/>
            <a:ext cx="9144000" cy="274320"/>
          </a:xfrm>
          <a:prstGeom prst="rect">
            <a:avLst/>
          </a:prstGeom>
          <a:noFill/>
          <a:ln/>
        </p:spPr>
        <p:txBody>
          <a:bodyPr wrap="square" rtlCol="0"/>
          <a:lstStyle/>
          <a:p>
            <a:pPr marL="0" indent="0">
              <a:buNone/>
            </a:pPr>
            <a:r>
              <a:rPr lang="en-US" dirty="0"/>
              <a:t>Configure Local AAA Authentication </a:t>
            </a:r>
          </a:p>
        </p:txBody>
      </p:sp>
      <p:sp>
        <p:nvSpPr>
          <p:cNvPr id="3" name="Object2"/>
          <p:cNvSpPr>
            <a:spLocks noGrp="1"/>
          </p:cNvSpPr>
          <p:nvPr>
            <p:ph type="body" idx="100" hasCustomPrompt="1"/>
          </p:nvPr>
        </p:nvSpPr>
        <p:spPr>
          <a:xfrm>
            <a:off x="0" y="274320"/>
            <a:ext cx="9144000" cy="914400"/>
          </a:xfrm>
          <a:prstGeom prst="rect">
            <a:avLst/>
          </a:prstGeom>
          <a:noFill/>
          <a:ln/>
        </p:spPr>
        <p:txBody>
          <a:bodyPr wrap="square" rtlCol="0"/>
          <a:lstStyle/>
          <a:p>
            <a:pPr marL="0" indent="0">
              <a:buNone/>
            </a:pPr>
            <a:r>
              <a:rPr lang="en-US" dirty="0"/>
              <a:t>Authentication Methods</a:t>
            </a:r>
          </a:p>
        </p:txBody>
      </p:sp>
      <p:sp>
        <p:nvSpPr>
          <p:cNvPr id="11" name="TextBox 10">
            <a:extLst>
              <a:ext uri="{FF2B5EF4-FFF2-40B4-BE49-F238E27FC236}">
                <a16:creationId xmlns:a16="http://schemas.microsoft.com/office/drawing/2014/main" id="{CA93FFE2-908F-4DA9-9535-D1B71111F289}"/>
              </a:ext>
            </a:extLst>
          </p:cNvPr>
          <p:cNvSpPr txBox="1"/>
          <p:nvPr/>
        </p:nvSpPr>
        <p:spPr>
          <a:xfrm>
            <a:off x="91440" y="828681"/>
            <a:ext cx="8867833" cy="923330"/>
          </a:xfrm>
          <a:prstGeom prst="rect">
            <a:avLst/>
          </a:prstGeom>
          <a:noFill/>
        </p:spPr>
        <p:txBody>
          <a:bodyPr wrap="square">
            <a:spAutoFit/>
          </a:bodyPr>
          <a:lstStyle/>
          <a:p>
            <a:r>
              <a:rPr lang="en-US" dirty="0"/>
              <a:t>Use the </a:t>
            </a:r>
            <a:r>
              <a:rPr lang="en-US" b="1" dirty="0" err="1"/>
              <a:t>aaa</a:t>
            </a:r>
            <a:r>
              <a:rPr lang="en-US" b="1" dirty="0"/>
              <a:t> authentication login </a:t>
            </a:r>
            <a:r>
              <a:rPr lang="en-US" dirty="0"/>
              <a:t>command, shown below, to enable authentication of the console, aux, and </a:t>
            </a:r>
            <a:r>
              <a:rPr lang="en-US" dirty="0" err="1"/>
              <a:t>vty</a:t>
            </a:r>
            <a:r>
              <a:rPr lang="en-US" dirty="0"/>
              <a:t> lines. The </a:t>
            </a:r>
            <a:r>
              <a:rPr lang="en-US" b="1" dirty="0"/>
              <a:t>default</a:t>
            </a:r>
            <a:r>
              <a:rPr lang="en-US" dirty="0"/>
              <a:t> keyword applies authentication to all lines. Alternatively, a custom authentication method can be configured using a </a:t>
            </a:r>
            <a:r>
              <a:rPr lang="en-US" i="1" dirty="0"/>
              <a:t>list-name</a:t>
            </a:r>
            <a:r>
              <a:rPr lang="en-US" dirty="0"/>
              <a:t>.</a:t>
            </a:r>
          </a:p>
        </p:txBody>
      </p:sp>
      <p:graphicFrame>
        <p:nvGraphicFramePr>
          <p:cNvPr id="18" name="Table 17"/>
          <p:cNvGraphicFramePr>
            <a:graphicFrameLocks noGrp="1"/>
          </p:cNvGraphicFramePr>
          <p:nvPr>
            <p:extLst>
              <p:ext uri="{D42A27DB-BD31-4B8C-83A1-F6EECF244321}">
                <p14:modId xmlns:p14="http://schemas.microsoft.com/office/powerpoint/2010/main" val="1774563426"/>
              </p:ext>
            </p:extLst>
          </p:nvPr>
        </p:nvGraphicFramePr>
        <p:xfrm>
          <a:off x="91440" y="2335493"/>
          <a:ext cx="8961120" cy="1402080"/>
        </p:xfrm>
        <a:graphic>
          <a:graphicData uri="http://schemas.openxmlformats.org/drawingml/2006/table">
            <a:tbl>
              <a:tblPr/>
              <a:tblGrid>
                <a:gridCol w="2439324">
                  <a:extLst>
                    <a:ext uri="{9D8B030D-6E8A-4147-A177-3AD203B41FA5}">
                      <a16:colId xmlns:a16="http://schemas.microsoft.com/office/drawing/2014/main" val="20000"/>
                    </a:ext>
                  </a:extLst>
                </a:gridCol>
                <a:gridCol w="6521796">
                  <a:extLst>
                    <a:ext uri="{9D8B030D-6E8A-4147-A177-3AD203B41FA5}">
                      <a16:colId xmlns:a16="http://schemas.microsoft.com/office/drawing/2014/main" val="20001"/>
                    </a:ext>
                  </a:extLst>
                </a:gridCol>
              </a:tblGrid>
              <a:tr h="0">
                <a:tc>
                  <a:txBody>
                    <a:bodyPr/>
                    <a:lstStyle/>
                    <a:p>
                      <a:r>
                        <a:rPr lang="en-US" sz="1200" dirty="0">
                          <a:solidFill>
                            <a:srgbClr val="FFFFFF"/>
                          </a:solidFill>
                        </a:rPr>
                        <a:t>Command</a:t>
                      </a:r>
                      <a:endParaRPr lang="en-US" sz="1200" dirty="0"/>
                    </a:p>
                  </a:txBody>
                  <a:tcPr marL="38100" marR="38100" marT="38100" marB="38100">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024C69"/>
                    </a:solidFill>
                  </a:tcPr>
                </a:tc>
                <a:tc>
                  <a:txBody>
                    <a:bodyPr/>
                    <a:lstStyle/>
                    <a:p>
                      <a:r>
                        <a:rPr lang="en-US" sz="1200" dirty="0">
                          <a:solidFill>
                            <a:srgbClr val="FFFFFF"/>
                          </a:solidFill>
                        </a:rPr>
                        <a:t>Description</a:t>
                      </a:r>
                      <a:endParaRPr lang="en-US" sz="1200" dirty="0"/>
                    </a:p>
                  </a:txBody>
                  <a:tcPr marL="38100" marR="38100" marT="38100" marB="38100">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024C69"/>
                    </a:solidFill>
                  </a:tcPr>
                </a:tc>
                <a:extLst>
                  <a:ext uri="{0D108BD9-81ED-4DB2-BD59-A6C34878D82A}">
                    <a16:rowId xmlns:a16="http://schemas.microsoft.com/office/drawing/2014/main" val="10000"/>
                  </a:ext>
                </a:extLst>
              </a:tr>
              <a:tr h="0">
                <a:tc>
                  <a:txBody>
                    <a:bodyPr/>
                    <a:lstStyle/>
                    <a:p>
                      <a:r>
                        <a:rPr lang="en-US" sz="1200" dirty="0">
                          <a:solidFill>
                            <a:srgbClr val="58585B"/>
                          </a:solidFill>
                        </a:rPr>
                        <a:t>default</a:t>
                      </a:r>
                      <a:endParaRPr lang="en-US" sz="1200" dirty="0"/>
                    </a:p>
                  </a:txBody>
                  <a:tcPr marL="38100" marR="38100" marT="38100" marB="38100">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CBD0D4"/>
                    </a:solidFill>
                  </a:tcPr>
                </a:tc>
                <a:tc>
                  <a:txBody>
                    <a:bodyPr/>
                    <a:lstStyle/>
                    <a:p>
                      <a:r>
                        <a:rPr lang="en-US" sz="1200" dirty="0">
                          <a:solidFill>
                            <a:srgbClr val="58585B"/>
                          </a:solidFill>
                        </a:rPr>
                        <a:t>Uses the listed authentication methods that follow this keyword as the default list of methods when a user logs in.</a:t>
                      </a:r>
                      <a:endParaRPr lang="en-US" sz="1200" dirty="0"/>
                    </a:p>
                  </a:txBody>
                  <a:tcPr marL="38100" marR="38100" marT="38100" marB="38100">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CBD0D4"/>
                    </a:solidFill>
                  </a:tcPr>
                </a:tc>
                <a:extLst>
                  <a:ext uri="{0D108BD9-81ED-4DB2-BD59-A6C34878D82A}">
                    <a16:rowId xmlns:a16="http://schemas.microsoft.com/office/drawing/2014/main" val="10001"/>
                  </a:ext>
                </a:extLst>
              </a:tr>
              <a:tr h="0">
                <a:tc>
                  <a:txBody>
                    <a:bodyPr/>
                    <a:lstStyle/>
                    <a:p>
                      <a:r>
                        <a:rPr lang="en-US" sz="1200" dirty="0">
                          <a:solidFill>
                            <a:srgbClr val="58585B"/>
                          </a:solidFill>
                        </a:rPr>
                        <a:t>list-name</a:t>
                      </a:r>
                      <a:endParaRPr lang="en-US" sz="1200" dirty="0"/>
                    </a:p>
                  </a:txBody>
                  <a:tcPr marL="38100" marR="38100" marT="38100" marB="38100">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chemeClr val="bg1">
                        <a:lumMod val="95000"/>
                      </a:schemeClr>
                    </a:solidFill>
                  </a:tcPr>
                </a:tc>
                <a:tc>
                  <a:txBody>
                    <a:bodyPr/>
                    <a:lstStyle/>
                    <a:p>
                      <a:r>
                        <a:rPr lang="en-US" sz="1200" dirty="0">
                          <a:solidFill>
                            <a:srgbClr val="58585B"/>
                          </a:solidFill>
                        </a:rPr>
                        <a:t>Character string used to name the list of authentication methods activated when a user logs in.</a:t>
                      </a:r>
                      <a:endParaRPr lang="en-US" sz="1200" dirty="0"/>
                    </a:p>
                  </a:txBody>
                  <a:tcPr marL="38100" marR="38100" marT="38100" marB="38100">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chemeClr val="bg1">
                        <a:lumMod val="95000"/>
                      </a:schemeClr>
                    </a:solidFill>
                  </a:tcPr>
                </a:tc>
                <a:extLst>
                  <a:ext uri="{0D108BD9-81ED-4DB2-BD59-A6C34878D82A}">
                    <a16:rowId xmlns:a16="http://schemas.microsoft.com/office/drawing/2014/main" val="10002"/>
                  </a:ext>
                </a:extLst>
              </a:tr>
              <a:tr h="0">
                <a:tc>
                  <a:txBody>
                    <a:bodyPr/>
                    <a:lstStyle/>
                    <a:p>
                      <a:r>
                        <a:rPr lang="en-US" sz="1200" dirty="0">
                          <a:solidFill>
                            <a:srgbClr val="58585B"/>
                          </a:solidFill>
                        </a:rPr>
                        <a:t>method1...[method4]</a:t>
                      </a:r>
                      <a:endParaRPr lang="en-US" sz="1200" dirty="0"/>
                    </a:p>
                  </a:txBody>
                  <a:tcPr marL="38100" marR="38100" marT="38100" marB="38100">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CBD0D4"/>
                    </a:solidFill>
                  </a:tcPr>
                </a:tc>
                <a:tc>
                  <a:txBody>
                    <a:bodyPr/>
                    <a:lstStyle/>
                    <a:p>
                      <a:r>
                        <a:rPr lang="en-US" sz="1200" dirty="0">
                          <a:solidFill>
                            <a:srgbClr val="58585B"/>
                          </a:solidFill>
                        </a:rPr>
                        <a:t>Identifies the list of methods that the AAA authentication process will query in the given sequence. At least one method must be specified. A maximum of four methods may be specified.</a:t>
                      </a:r>
                      <a:endParaRPr lang="en-US" sz="1200" dirty="0"/>
                    </a:p>
                  </a:txBody>
                  <a:tcPr marL="38100" marR="38100" marT="38100" marB="38100">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CBD0D4"/>
                    </a:solidFill>
                  </a:tcPr>
                </a:tc>
                <a:extLst>
                  <a:ext uri="{0D108BD9-81ED-4DB2-BD59-A6C34878D82A}">
                    <a16:rowId xmlns:a16="http://schemas.microsoft.com/office/drawing/2014/main" val="10003"/>
                  </a:ext>
                </a:extLst>
              </a:tr>
            </a:tbl>
          </a:graphicData>
        </a:graphic>
      </p:graphicFrame>
      <p:pic>
        <p:nvPicPr>
          <p:cNvPr id="5" name="Picture 4">
            <a:extLst>
              <a:ext uri="{FF2B5EF4-FFF2-40B4-BE49-F238E27FC236}">
                <a16:creationId xmlns:a16="http://schemas.microsoft.com/office/drawing/2014/main" id="{6B37A511-BB61-44B5-9356-302F93C71D78}"/>
              </a:ext>
            </a:extLst>
          </p:cNvPr>
          <p:cNvPicPr>
            <a:picLocks noChangeAspect="1"/>
          </p:cNvPicPr>
          <p:nvPr/>
        </p:nvPicPr>
        <p:blipFill>
          <a:blip r:embed="rId3"/>
          <a:stretch>
            <a:fillRect/>
          </a:stretch>
        </p:blipFill>
        <p:spPr>
          <a:xfrm>
            <a:off x="418602" y="1752011"/>
            <a:ext cx="8122067" cy="508026"/>
          </a:xfrm>
          <a:prstGeom prst="rect">
            <a:avLst/>
          </a:prstGeom>
        </p:spPr>
      </p:pic>
      <p:sp>
        <p:nvSpPr>
          <p:cNvPr id="25" name="Slide Number Placeholder 24"/>
          <p:cNvSpPr>
            <a:spLocks noGrp="1"/>
          </p:cNvSpPr>
          <p:nvPr>
            <p:ph type="sldNum" sz="quarter" idx="4294967295"/>
          </p:nvPr>
        </p:nvSpPr>
        <p:spPr>
          <a:xfrm>
            <a:off x="8686800" y="4629150"/>
            <a:ext cx="457200" cy="228600"/>
          </a:xfrm>
          <a:prstGeom prst="rect">
            <a:avLst/>
          </a:prstGeom>
          <a:extLst>
            <a:ext uri="{C572A759-6A51-4108-AA02-DFA0A04FC94B}">
              <ma14:wrappingTextBoxFlag xmlns:ma14="http://schemas.microsoft.com/office/mac/drawingml/2011/main" xmlns="" val="0"/>
            </a:ext>
          </a:extLst>
        </p:spPr>
        <p:txBody>
          <a:bodyPr/>
          <a:lstStyle>
            <a:lvl1pPr>
              <a:defRPr sz="600">
                <a:solidFill>
                  <a:srgbClr val="D9D9D9"/>
                </a:solidFill>
              </a:defRPr>
            </a:lvl1pPr>
          </a:lstStyle>
          <a:p>
            <a:fld id="{F7021451-1387-4CA6-816F-3879F97B5CBC}" type="slidenum">
              <a:rPr lang="en-US"/>
              <a:t>21</a:t>
            </a:fld>
            <a:endParaRPr lang="en-US" dirty="0"/>
          </a:p>
        </p:txBody>
      </p:sp>
    </p:spTree>
    <p:extLst>
      <p:ext uri="{BB962C8B-B14F-4D97-AF65-F5344CB8AC3E}">
        <p14:creationId xmlns:p14="http://schemas.microsoft.com/office/powerpoint/2010/main" val="2062927378"/>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Object1"/>
          <p:cNvSpPr>
            <a:spLocks noGrp="1"/>
          </p:cNvSpPr>
          <p:nvPr>
            <p:ph type="body" idx="101" hasCustomPrompt="1"/>
          </p:nvPr>
        </p:nvSpPr>
        <p:spPr>
          <a:xfrm>
            <a:off x="0" y="0"/>
            <a:ext cx="9144000" cy="274320"/>
          </a:xfrm>
          <a:prstGeom prst="rect">
            <a:avLst/>
          </a:prstGeom>
          <a:noFill/>
          <a:ln/>
        </p:spPr>
        <p:txBody>
          <a:bodyPr wrap="square" rtlCol="0"/>
          <a:lstStyle/>
          <a:p>
            <a:pPr marL="0" indent="0">
              <a:buNone/>
            </a:pPr>
            <a:r>
              <a:rPr lang="en-US" dirty="0"/>
              <a:t>Configure Local AAA Authentication </a:t>
            </a:r>
          </a:p>
        </p:txBody>
      </p:sp>
      <p:sp>
        <p:nvSpPr>
          <p:cNvPr id="3" name="Object2"/>
          <p:cNvSpPr>
            <a:spLocks noGrp="1"/>
          </p:cNvSpPr>
          <p:nvPr>
            <p:ph type="body" idx="100" hasCustomPrompt="1"/>
          </p:nvPr>
        </p:nvSpPr>
        <p:spPr>
          <a:xfrm>
            <a:off x="0" y="274320"/>
            <a:ext cx="9144000" cy="914400"/>
          </a:xfrm>
          <a:prstGeom prst="rect">
            <a:avLst/>
          </a:prstGeom>
          <a:noFill/>
          <a:ln/>
        </p:spPr>
        <p:txBody>
          <a:bodyPr wrap="square" rtlCol="0"/>
          <a:lstStyle/>
          <a:p>
            <a:pPr marL="0" indent="0">
              <a:buNone/>
            </a:pPr>
            <a:r>
              <a:rPr lang="en-US" dirty="0"/>
              <a:t>Authentication Methods (Cont.)</a:t>
            </a:r>
          </a:p>
        </p:txBody>
      </p:sp>
      <p:sp>
        <p:nvSpPr>
          <p:cNvPr id="10" name="TextBox 9">
            <a:extLst>
              <a:ext uri="{FF2B5EF4-FFF2-40B4-BE49-F238E27FC236}">
                <a16:creationId xmlns:a16="http://schemas.microsoft.com/office/drawing/2014/main" id="{FD556ACA-AD7D-4CB9-A906-0820594EE0B6}"/>
              </a:ext>
            </a:extLst>
          </p:cNvPr>
          <p:cNvSpPr txBox="1"/>
          <p:nvPr/>
        </p:nvSpPr>
        <p:spPr>
          <a:xfrm>
            <a:off x="91440" y="719330"/>
            <a:ext cx="8867833" cy="1323439"/>
          </a:xfrm>
          <a:prstGeom prst="rect">
            <a:avLst/>
          </a:prstGeom>
          <a:solidFill>
            <a:schemeClr val="bg1"/>
          </a:solidFill>
        </p:spPr>
        <p:txBody>
          <a:bodyPr wrap="square">
            <a:spAutoFit/>
          </a:bodyPr>
          <a:lstStyle/>
          <a:p>
            <a:r>
              <a:rPr lang="en-US" sz="1600" dirty="0">
                <a:effectLst/>
                <a:latin typeface="Arial" panose="020B0604020202020204" pitchFamily="34" charset="0"/>
                <a:cs typeface="Arial" panose="020B0604020202020204" pitchFamily="34" charset="0"/>
              </a:rPr>
              <a:t>Up to four methods can be defined to authenticate users, providing fallback methods should one method not be available. To enable local authentication using a preconfigured local database, use the keyword </a:t>
            </a:r>
            <a:r>
              <a:rPr lang="en-US" sz="1600" b="1" dirty="0">
                <a:effectLst/>
                <a:latin typeface="Arial" panose="020B0604020202020204" pitchFamily="34" charset="0"/>
                <a:cs typeface="Arial" panose="020B0604020202020204" pitchFamily="34" charset="0"/>
              </a:rPr>
              <a:t>local</a:t>
            </a:r>
            <a:r>
              <a:rPr lang="en-US" sz="1600" dirty="0">
                <a:effectLst/>
                <a:latin typeface="Arial" panose="020B0604020202020204" pitchFamily="34" charset="0"/>
                <a:cs typeface="Arial" panose="020B0604020202020204" pitchFamily="34" charset="0"/>
              </a:rPr>
              <a:t> or </a:t>
            </a:r>
            <a:r>
              <a:rPr lang="en-US" sz="1600" b="1" dirty="0">
                <a:effectLst/>
                <a:latin typeface="Arial" panose="020B0604020202020204" pitchFamily="34" charset="0"/>
                <a:cs typeface="Arial" panose="020B0604020202020204" pitchFamily="34" charset="0"/>
              </a:rPr>
              <a:t>local-case</a:t>
            </a:r>
            <a:r>
              <a:rPr lang="en-US" sz="1600" dirty="0">
                <a:effectLst/>
                <a:latin typeface="Arial" panose="020B0604020202020204" pitchFamily="34" charset="0"/>
                <a:cs typeface="Arial" panose="020B0604020202020204" pitchFamily="34" charset="0"/>
              </a:rPr>
              <a:t>. To specify that a user can authenticate using the enable password, use the </a:t>
            </a:r>
            <a:r>
              <a:rPr lang="en-US" sz="1600" b="1" dirty="0">
                <a:effectLst/>
                <a:latin typeface="Arial" panose="020B0604020202020204" pitchFamily="34" charset="0"/>
                <a:cs typeface="Arial" panose="020B0604020202020204" pitchFamily="34" charset="0"/>
              </a:rPr>
              <a:t>enable</a:t>
            </a:r>
            <a:r>
              <a:rPr lang="en-US" sz="1600" dirty="0">
                <a:effectLst/>
                <a:latin typeface="Arial" panose="020B0604020202020204" pitchFamily="34" charset="0"/>
                <a:cs typeface="Arial" panose="020B0604020202020204" pitchFamily="34" charset="0"/>
              </a:rPr>
              <a:t> keyword. </a:t>
            </a:r>
          </a:p>
          <a:p>
            <a:r>
              <a:rPr lang="en-US" sz="1600" dirty="0">
                <a:effectLst/>
                <a:latin typeface="Arial" panose="020B0604020202020204" pitchFamily="34" charset="0"/>
                <a:cs typeface="Arial" panose="020B0604020202020204" pitchFamily="34" charset="0"/>
              </a:rPr>
              <a:t>The table displays common methods that can be specified. </a:t>
            </a:r>
          </a:p>
        </p:txBody>
      </p:sp>
      <p:graphicFrame>
        <p:nvGraphicFramePr>
          <p:cNvPr id="35" name="Table 34"/>
          <p:cNvGraphicFramePr>
            <a:graphicFrameLocks noGrp="1"/>
          </p:cNvGraphicFramePr>
          <p:nvPr>
            <p:extLst>
              <p:ext uri="{D42A27DB-BD31-4B8C-83A1-F6EECF244321}">
                <p14:modId xmlns:p14="http://schemas.microsoft.com/office/powerpoint/2010/main" val="3704581700"/>
              </p:ext>
            </p:extLst>
          </p:nvPr>
        </p:nvGraphicFramePr>
        <p:xfrm>
          <a:off x="182880" y="2613660"/>
          <a:ext cx="8503920" cy="2255520"/>
        </p:xfrm>
        <a:graphic>
          <a:graphicData uri="http://schemas.openxmlformats.org/drawingml/2006/table">
            <a:tbl>
              <a:tblPr/>
              <a:tblGrid>
                <a:gridCol w="1921315">
                  <a:extLst>
                    <a:ext uri="{9D8B030D-6E8A-4147-A177-3AD203B41FA5}">
                      <a16:colId xmlns:a16="http://schemas.microsoft.com/office/drawing/2014/main" val="20000"/>
                    </a:ext>
                  </a:extLst>
                </a:gridCol>
                <a:gridCol w="6582605">
                  <a:extLst>
                    <a:ext uri="{9D8B030D-6E8A-4147-A177-3AD203B41FA5}">
                      <a16:colId xmlns:a16="http://schemas.microsoft.com/office/drawing/2014/main" val="20001"/>
                    </a:ext>
                  </a:extLst>
                </a:gridCol>
              </a:tblGrid>
              <a:tr h="0">
                <a:tc>
                  <a:txBody>
                    <a:bodyPr/>
                    <a:lstStyle/>
                    <a:p>
                      <a:r>
                        <a:rPr lang="en-US" sz="1200" dirty="0">
                          <a:solidFill>
                            <a:srgbClr val="FFFFFF"/>
                          </a:solidFill>
                        </a:rPr>
                        <a:t>Method Type Keywords</a:t>
                      </a:r>
                      <a:endParaRPr lang="en-US" sz="1200" dirty="0"/>
                    </a:p>
                  </a:txBody>
                  <a:tcPr marL="38100" marR="38100" marT="38100" marB="38100">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024C69"/>
                    </a:solidFill>
                  </a:tcPr>
                </a:tc>
                <a:tc>
                  <a:txBody>
                    <a:bodyPr/>
                    <a:lstStyle/>
                    <a:p>
                      <a:r>
                        <a:rPr lang="en-US" sz="1200" dirty="0">
                          <a:solidFill>
                            <a:srgbClr val="FFFFFF"/>
                          </a:solidFill>
                        </a:rPr>
                        <a:t>Description</a:t>
                      </a:r>
                      <a:endParaRPr lang="en-US" sz="1200" dirty="0"/>
                    </a:p>
                  </a:txBody>
                  <a:tcPr marL="38100" marR="38100" marT="38100" marB="38100">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024C69"/>
                    </a:solidFill>
                  </a:tcPr>
                </a:tc>
                <a:extLst>
                  <a:ext uri="{0D108BD9-81ED-4DB2-BD59-A6C34878D82A}">
                    <a16:rowId xmlns:a16="http://schemas.microsoft.com/office/drawing/2014/main" val="10000"/>
                  </a:ext>
                </a:extLst>
              </a:tr>
              <a:tr h="0">
                <a:tc>
                  <a:txBody>
                    <a:bodyPr/>
                    <a:lstStyle/>
                    <a:p>
                      <a:r>
                        <a:rPr lang="en-US" sz="1200" dirty="0">
                          <a:solidFill>
                            <a:srgbClr val="58585B"/>
                          </a:solidFill>
                        </a:rPr>
                        <a:t>enable</a:t>
                      </a:r>
                      <a:endParaRPr lang="en-US" sz="1200" dirty="0"/>
                    </a:p>
                  </a:txBody>
                  <a:tcPr marL="38100" marR="38100" marT="38100" marB="38100">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CBD0D4"/>
                    </a:solidFill>
                  </a:tcPr>
                </a:tc>
                <a:tc>
                  <a:txBody>
                    <a:bodyPr/>
                    <a:lstStyle/>
                    <a:p>
                      <a:r>
                        <a:rPr lang="en-US" sz="1200" dirty="0">
                          <a:solidFill>
                            <a:srgbClr val="58585B"/>
                          </a:solidFill>
                        </a:rPr>
                        <a:t>Uses the enable password for authentication.</a:t>
                      </a:r>
                      <a:endParaRPr lang="en-US" sz="1200" dirty="0"/>
                    </a:p>
                  </a:txBody>
                  <a:tcPr marL="38100" marR="38100" marT="38100" marB="38100">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CBD0D4"/>
                    </a:solidFill>
                  </a:tcPr>
                </a:tc>
                <a:extLst>
                  <a:ext uri="{0D108BD9-81ED-4DB2-BD59-A6C34878D82A}">
                    <a16:rowId xmlns:a16="http://schemas.microsoft.com/office/drawing/2014/main" val="10001"/>
                  </a:ext>
                </a:extLst>
              </a:tr>
              <a:tr h="0">
                <a:tc>
                  <a:txBody>
                    <a:bodyPr/>
                    <a:lstStyle/>
                    <a:p>
                      <a:r>
                        <a:rPr lang="en-US" sz="1200" dirty="0">
                          <a:solidFill>
                            <a:srgbClr val="58585B"/>
                          </a:solidFill>
                        </a:rPr>
                        <a:t>local</a:t>
                      </a:r>
                      <a:endParaRPr lang="en-US" sz="1200" dirty="0"/>
                    </a:p>
                  </a:txBody>
                  <a:tcPr marL="38100" marR="38100" marT="38100" marB="38100">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chemeClr val="bg1">
                        <a:lumMod val="95000"/>
                      </a:schemeClr>
                    </a:solidFill>
                  </a:tcPr>
                </a:tc>
                <a:tc>
                  <a:txBody>
                    <a:bodyPr/>
                    <a:lstStyle/>
                    <a:p>
                      <a:r>
                        <a:rPr lang="en-US" sz="1200" dirty="0">
                          <a:solidFill>
                            <a:srgbClr val="58585B"/>
                          </a:solidFill>
                        </a:rPr>
                        <a:t>Uses the local username database for authentication.</a:t>
                      </a:r>
                      <a:endParaRPr lang="en-US" sz="1200" dirty="0"/>
                    </a:p>
                  </a:txBody>
                  <a:tcPr marL="38100" marR="38100" marT="38100" marB="38100">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chemeClr val="bg1">
                        <a:lumMod val="95000"/>
                      </a:schemeClr>
                    </a:solidFill>
                  </a:tcPr>
                </a:tc>
                <a:extLst>
                  <a:ext uri="{0D108BD9-81ED-4DB2-BD59-A6C34878D82A}">
                    <a16:rowId xmlns:a16="http://schemas.microsoft.com/office/drawing/2014/main" val="10002"/>
                  </a:ext>
                </a:extLst>
              </a:tr>
              <a:tr h="0">
                <a:tc>
                  <a:txBody>
                    <a:bodyPr/>
                    <a:lstStyle/>
                    <a:p>
                      <a:r>
                        <a:rPr lang="en-US" sz="1200" dirty="0">
                          <a:solidFill>
                            <a:srgbClr val="58585B"/>
                          </a:solidFill>
                        </a:rPr>
                        <a:t>local-case</a:t>
                      </a:r>
                      <a:endParaRPr lang="en-US" sz="1200" dirty="0"/>
                    </a:p>
                  </a:txBody>
                  <a:tcPr marL="38100" marR="38100" marT="38100" marB="38100">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CBD0D4"/>
                    </a:solidFill>
                  </a:tcPr>
                </a:tc>
                <a:tc>
                  <a:txBody>
                    <a:bodyPr/>
                    <a:lstStyle/>
                    <a:p>
                      <a:r>
                        <a:rPr lang="en-US" sz="1200" dirty="0">
                          <a:solidFill>
                            <a:srgbClr val="58585B"/>
                          </a:solidFill>
                        </a:rPr>
                        <a:t>Uses case-sensitive local username authentication.</a:t>
                      </a:r>
                      <a:endParaRPr lang="en-US" sz="1200" dirty="0"/>
                    </a:p>
                  </a:txBody>
                  <a:tcPr marL="38100" marR="38100" marT="38100" marB="38100">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CBD0D4"/>
                    </a:solidFill>
                  </a:tcPr>
                </a:tc>
                <a:extLst>
                  <a:ext uri="{0D108BD9-81ED-4DB2-BD59-A6C34878D82A}">
                    <a16:rowId xmlns:a16="http://schemas.microsoft.com/office/drawing/2014/main" val="10003"/>
                  </a:ext>
                </a:extLst>
              </a:tr>
              <a:tr h="0">
                <a:tc>
                  <a:txBody>
                    <a:bodyPr/>
                    <a:lstStyle/>
                    <a:p>
                      <a:r>
                        <a:rPr lang="en-US" sz="1200" dirty="0">
                          <a:solidFill>
                            <a:srgbClr val="58585B"/>
                          </a:solidFill>
                        </a:rPr>
                        <a:t>none</a:t>
                      </a:r>
                      <a:endParaRPr lang="en-US" sz="1200" dirty="0"/>
                    </a:p>
                  </a:txBody>
                  <a:tcPr marL="38100" marR="38100" marT="38100" marB="38100">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chemeClr val="bg1">
                        <a:lumMod val="95000"/>
                      </a:schemeClr>
                    </a:solidFill>
                  </a:tcPr>
                </a:tc>
                <a:tc>
                  <a:txBody>
                    <a:bodyPr/>
                    <a:lstStyle/>
                    <a:p>
                      <a:r>
                        <a:rPr lang="en-US" sz="1200" dirty="0">
                          <a:solidFill>
                            <a:srgbClr val="58585B"/>
                          </a:solidFill>
                        </a:rPr>
                        <a:t>Uses no authentication.</a:t>
                      </a:r>
                      <a:endParaRPr lang="en-US" sz="1200" dirty="0"/>
                    </a:p>
                  </a:txBody>
                  <a:tcPr marL="38100" marR="38100" marT="38100" marB="38100">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chemeClr val="bg1">
                        <a:lumMod val="95000"/>
                      </a:schemeClr>
                    </a:solidFill>
                  </a:tcPr>
                </a:tc>
                <a:extLst>
                  <a:ext uri="{0D108BD9-81ED-4DB2-BD59-A6C34878D82A}">
                    <a16:rowId xmlns:a16="http://schemas.microsoft.com/office/drawing/2014/main" val="10004"/>
                  </a:ext>
                </a:extLst>
              </a:tr>
              <a:tr h="0">
                <a:tc>
                  <a:txBody>
                    <a:bodyPr/>
                    <a:lstStyle/>
                    <a:p>
                      <a:r>
                        <a:rPr lang="en-US" sz="1200" dirty="0">
                          <a:solidFill>
                            <a:srgbClr val="58585B"/>
                          </a:solidFill>
                        </a:rPr>
                        <a:t>group radius</a:t>
                      </a:r>
                      <a:endParaRPr lang="en-US" sz="1200" dirty="0"/>
                    </a:p>
                  </a:txBody>
                  <a:tcPr marL="38100" marR="38100" marT="38100" marB="38100">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CBD0D4"/>
                    </a:solidFill>
                  </a:tcPr>
                </a:tc>
                <a:tc>
                  <a:txBody>
                    <a:bodyPr/>
                    <a:lstStyle/>
                    <a:p>
                      <a:r>
                        <a:rPr lang="en-US" sz="1200" dirty="0">
                          <a:solidFill>
                            <a:srgbClr val="58585B"/>
                          </a:solidFill>
                        </a:rPr>
                        <a:t>Uses the list of all RADIUS servers for authentication.</a:t>
                      </a:r>
                      <a:endParaRPr lang="en-US" sz="1200" dirty="0"/>
                    </a:p>
                  </a:txBody>
                  <a:tcPr marL="38100" marR="38100" marT="38100" marB="38100">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CBD0D4"/>
                    </a:solidFill>
                  </a:tcPr>
                </a:tc>
                <a:extLst>
                  <a:ext uri="{0D108BD9-81ED-4DB2-BD59-A6C34878D82A}">
                    <a16:rowId xmlns:a16="http://schemas.microsoft.com/office/drawing/2014/main" val="10005"/>
                  </a:ext>
                </a:extLst>
              </a:tr>
              <a:tr h="0">
                <a:tc>
                  <a:txBody>
                    <a:bodyPr/>
                    <a:lstStyle/>
                    <a:p>
                      <a:r>
                        <a:rPr lang="en-US" sz="1200" dirty="0">
                          <a:solidFill>
                            <a:srgbClr val="58585B"/>
                          </a:solidFill>
                        </a:rPr>
                        <a:t>group tacacs+</a:t>
                      </a:r>
                      <a:endParaRPr lang="en-US" sz="1200" dirty="0"/>
                    </a:p>
                  </a:txBody>
                  <a:tcPr marL="38100" marR="38100" marT="38100" marB="38100">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chemeClr val="bg1">
                        <a:lumMod val="95000"/>
                      </a:schemeClr>
                    </a:solidFill>
                  </a:tcPr>
                </a:tc>
                <a:tc>
                  <a:txBody>
                    <a:bodyPr/>
                    <a:lstStyle/>
                    <a:p>
                      <a:r>
                        <a:rPr lang="en-US" sz="1200" dirty="0">
                          <a:solidFill>
                            <a:srgbClr val="58585B"/>
                          </a:solidFill>
                        </a:rPr>
                        <a:t>Uses the list of all TACACS+ servers for authentication.</a:t>
                      </a:r>
                      <a:endParaRPr lang="en-US" sz="1200" dirty="0"/>
                    </a:p>
                  </a:txBody>
                  <a:tcPr marL="38100" marR="38100" marT="38100" marB="38100">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chemeClr val="bg1">
                        <a:lumMod val="95000"/>
                      </a:schemeClr>
                    </a:solidFill>
                  </a:tcPr>
                </a:tc>
                <a:extLst>
                  <a:ext uri="{0D108BD9-81ED-4DB2-BD59-A6C34878D82A}">
                    <a16:rowId xmlns:a16="http://schemas.microsoft.com/office/drawing/2014/main" val="10006"/>
                  </a:ext>
                </a:extLst>
              </a:tr>
              <a:tr h="0">
                <a:tc>
                  <a:txBody>
                    <a:bodyPr/>
                    <a:lstStyle/>
                    <a:p>
                      <a:r>
                        <a:rPr lang="en-US" sz="1200" dirty="0">
                          <a:solidFill>
                            <a:srgbClr val="58585B"/>
                          </a:solidFill>
                        </a:rPr>
                        <a:t>group group-name</a:t>
                      </a:r>
                      <a:endParaRPr lang="en-US" sz="1200" dirty="0"/>
                    </a:p>
                  </a:txBody>
                  <a:tcPr marL="38100" marR="38100" marT="38100" marB="38100">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CBD0D4"/>
                    </a:solidFill>
                  </a:tcPr>
                </a:tc>
                <a:tc>
                  <a:txBody>
                    <a:bodyPr/>
                    <a:lstStyle/>
                    <a:p>
                      <a:r>
                        <a:rPr lang="en-US" sz="1200" dirty="0">
                          <a:solidFill>
                            <a:srgbClr val="58585B"/>
                          </a:solidFill>
                        </a:rPr>
                        <a:t>Uses a subset of RADIUS or TACACS+ servers for authentication as defined by the aaa group server radius or aaa group server tacacs+ command.</a:t>
                      </a:r>
                      <a:endParaRPr lang="en-US" sz="1200" dirty="0"/>
                    </a:p>
                  </a:txBody>
                  <a:tcPr marL="38100" marR="38100" marT="38100" marB="38100">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CBD0D4"/>
                    </a:solidFill>
                  </a:tcPr>
                </a:tc>
                <a:extLst>
                  <a:ext uri="{0D108BD9-81ED-4DB2-BD59-A6C34878D82A}">
                    <a16:rowId xmlns:a16="http://schemas.microsoft.com/office/drawing/2014/main" val="10007"/>
                  </a:ext>
                </a:extLst>
              </a:tr>
            </a:tbl>
          </a:graphicData>
        </a:graphic>
      </p:graphicFrame>
      <p:pic>
        <p:nvPicPr>
          <p:cNvPr id="9" name="Picture 8">
            <a:extLst>
              <a:ext uri="{FF2B5EF4-FFF2-40B4-BE49-F238E27FC236}">
                <a16:creationId xmlns:a16="http://schemas.microsoft.com/office/drawing/2014/main" id="{08BB37CE-8128-40AF-8E6D-C39C0B9D8C87}"/>
              </a:ext>
            </a:extLst>
          </p:cNvPr>
          <p:cNvPicPr>
            <a:picLocks noChangeAspect="1"/>
          </p:cNvPicPr>
          <p:nvPr/>
        </p:nvPicPr>
        <p:blipFill>
          <a:blip r:embed="rId3"/>
          <a:stretch>
            <a:fillRect/>
          </a:stretch>
        </p:blipFill>
        <p:spPr>
          <a:xfrm>
            <a:off x="418602" y="2063724"/>
            <a:ext cx="8122067" cy="508026"/>
          </a:xfrm>
          <a:prstGeom prst="rect">
            <a:avLst/>
          </a:prstGeom>
        </p:spPr>
      </p:pic>
      <p:sp>
        <p:nvSpPr>
          <p:cNvPr id="25" name="Slide Number Placeholder 24"/>
          <p:cNvSpPr>
            <a:spLocks noGrp="1"/>
          </p:cNvSpPr>
          <p:nvPr>
            <p:ph type="sldNum" sz="quarter" idx="4294967295"/>
          </p:nvPr>
        </p:nvSpPr>
        <p:spPr>
          <a:xfrm>
            <a:off x="8686800" y="4629150"/>
            <a:ext cx="457200" cy="228600"/>
          </a:xfrm>
          <a:prstGeom prst="rect">
            <a:avLst/>
          </a:prstGeom>
          <a:extLst>
            <a:ext uri="{C572A759-6A51-4108-AA02-DFA0A04FC94B}">
              <ma14:wrappingTextBoxFlag xmlns="" xmlns:ma14="http://schemas.microsoft.com/office/mac/drawingml/2011/main" val="0"/>
            </a:ext>
          </a:extLst>
        </p:spPr>
        <p:txBody>
          <a:bodyPr/>
          <a:lstStyle>
            <a:lvl1pPr>
              <a:defRPr sz="600">
                <a:solidFill>
                  <a:srgbClr val="D9D9D9"/>
                </a:solidFill>
              </a:defRPr>
            </a:lvl1pPr>
          </a:lstStyle>
          <a:p>
            <a:fld id="{F7021451-1387-4CA6-816F-3879F97B5CBC}" type="slidenum">
              <a:rPr lang="en-US"/>
              <a:t>22</a:t>
            </a:fld>
            <a:endParaRPr lang="en-US"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Object1"/>
          <p:cNvSpPr>
            <a:spLocks noGrp="1"/>
          </p:cNvSpPr>
          <p:nvPr>
            <p:ph type="body" idx="101" hasCustomPrompt="1"/>
          </p:nvPr>
        </p:nvSpPr>
        <p:spPr>
          <a:xfrm>
            <a:off x="0" y="0"/>
            <a:ext cx="9144000" cy="274320"/>
          </a:xfrm>
          <a:prstGeom prst="rect">
            <a:avLst/>
          </a:prstGeom>
          <a:noFill/>
          <a:ln/>
        </p:spPr>
        <p:txBody>
          <a:bodyPr wrap="square" rtlCol="0"/>
          <a:lstStyle/>
          <a:p>
            <a:pPr marL="0" indent="0">
              <a:buNone/>
            </a:pPr>
            <a:r>
              <a:rPr lang="en-US" dirty="0"/>
              <a:t>Configure Local AAA Authentication </a:t>
            </a:r>
          </a:p>
        </p:txBody>
      </p:sp>
      <p:sp>
        <p:nvSpPr>
          <p:cNvPr id="3" name="Object2"/>
          <p:cNvSpPr>
            <a:spLocks noGrp="1"/>
          </p:cNvSpPr>
          <p:nvPr>
            <p:ph type="body" idx="100" hasCustomPrompt="1"/>
          </p:nvPr>
        </p:nvSpPr>
        <p:spPr>
          <a:xfrm>
            <a:off x="0" y="274320"/>
            <a:ext cx="9144000" cy="914400"/>
          </a:xfrm>
          <a:prstGeom prst="rect">
            <a:avLst/>
          </a:prstGeom>
          <a:noFill/>
          <a:ln/>
        </p:spPr>
        <p:txBody>
          <a:bodyPr wrap="square" rtlCol="0"/>
          <a:lstStyle/>
          <a:p>
            <a:pPr marL="0" indent="0">
              <a:buNone/>
            </a:pPr>
            <a:r>
              <a:rPr lang="en-US" dirty="0"/>
              <a:t>Default and Named Methods</a:t>
            </a:r>
          </a:p>
        </p:txBody>
      </p:sp>
      <p:sp>
        <p:nvSpPr>
          <p:cNvPr id="5" name="Object4"/>
          <p:cNvSpPr/>
          <p:nvPr/>
        </p:nvSpPr>
        <p:spPr>
          <a:xfrm>
            <a:off x="0" y="753291"/>
            <a:ext cx="8817429" cy="2571750"/>
          </a:xfrm>
          <a:prstGeom prst="rect">
            <a:avLst/>
          </a:prstGeom>
          <a:noFill/>
          <a:ln/>
        </p:spPr>
        <p:txBody>
          <a:bodyPr wrap="square" rtlCol="0" anchor="t"/>
          <a:lstStyle/>
          <a:p>
            <a:pPr>
              <a:lnSpc>
                <a:spcPts val="2000"/>
              </a:lnSpc>
            </a:pPr>
            <a:r>
              <a:rPr lang="en-US" sz="1600" dirty="0">
                <a:latin typeface="Arial" panose="020B0604020202020204" pitchFamily="34" charset="0"/>
                <a:cs typeface="Arial" panose="020B0604020202020204" pitchFamily="34" charset="0"/>
              </a:rPr>
              <a:t>For flexibility, different method lists can be applied to different interfaces and lines using the </a:t>
            </a:r>
            <a:r>
              <a:rPr lang="en-US" sz="1600" b="1" dirty="0">
                <a:latin typeface="Arial" panose="020B0604020202020204" pitchFamily="34" charset="0"/>
                <a:cs typeface="Arial" panose="020B0604020202020204" pitchFamily="34" charset="0"/>
              </a:rPr>
              <a:t>aaa authentication login</a:t>
            </a:r>
            <a:r>
              <a:rPr lang="en-US" sz="1600" dirty="0">
                <a:latin typeface="Arial" panose="020B0604020202020204" pitchFamily="34" charset="0"/>
                <a:cs typeface="Arial" panose="020B0604020202020204" pitchFamily="34" charset="0"/>
              </a:rPr>
              <a:t> </a:t>
            </a:r>
            <a:r>
              <a:rPr lang="en-US" sz="1600" i="1" dirty="0">
                <a:latin typeface="Arial" panose="020B0604020202020204" pitchFamily="34" charset="0"/>
                <a:cs typeface="Arial" panose="020B0604020202020204" pitchFamily="34" charset="0"/>
              </a:rPr>
              <a:t>list-name</a:t>
            </a:r>
            <a:r>
              <a:rPr lang="en-US" sz="1600" dirty="0">
                <a:latin typeface="Arial" panose="020B0604020202020204" pitchFamily="34" charset="0"/>
                <a:cs typeface="Arial" panose="020B0604020202020204" pitchFamily="34" charset="0"/>
              </a:rPr>
              <a:t> command.</a:t>
            </a:r>
          </a:p>
          <a:p>
            <a:pPr>
              <a:lnSpc>
                <a:spcPts val="2000"/>
              </a:lnSpc>
            </a:pPr>
            <a:endParaRPr lang="en-US" sz="1600" dirty="0">
              <a:latin typeface="Arial" panose="020B0604020202020204" pitchFamily="34" charset="0"/>
              <a:cs typeface="Arial" panose="020B0604020202020204" pitchFamily="34" charset="0"/>
            </a:endParaRPr>
          </a:p>
          <a:p>
            <a:r>
              <a:rPr lang="en-US" sz="1600" dirty="0">
                <a:latin typeface="Arial" panose="020B0604020202020204" pitchFamily="34" charset="0"/>
                <a:cs typeface="Arial" panose="020B0604020202020204" pitchFamily="34" charset="0"/>
              </a:rPr>
              <a:t>The named list must be explicitly enabled on the line using the </a:t>
            </a:r>
            <a:r>
              <a:rPr lang="en-US" sz="1600" b="1" dirty="0">
                <a:latin typeface="Arial" panose="020B0604020202020204" pitchFamily="34" charset="0"/>
                <a:cs typeface="Arial" panose="020B0604020202020204" pitchFamily="34" charset="0"/>
              </a:rPr>
              <a:t>login authentication</a:t>
            </a:r>
            <a:r>
              <a:rPr lang="en-US" sz="1600" dirty="0">
                <a:latin typeface="Arial" panose="020B0604020202020204" pitchFamily="34" charset="0"/>
                <a:cs typeface="Arial" panose="020B0604020202020204" pitchFamily="34" charset="0"/>
              </a:rPr>
              <a:t> line configuration command. If a line has a custom authentication method list applied to it, that method list overrides the default method list for that interface.</a:t>
            </a:r>
          </a:p>
          <a:p>
            <a:endParaRPr lang="en-US" sz="1600" dirty="0">
              <a:latin typeface="Arial" panose="020B0604020202020204" pitchFamily="34" charset="0"/>
              <a:cs typeface="Arial" panose="020B0604020202020204" pitchFamily="34" charset="0"/>
            </a:endParaRPr>
          </a:p>
          <a:p>
            <a:r>
              <a:rPr lang="en-US" sz="1600" dirty="0">
                <a:latin typeface="Arial" panose="020B0604020202020204" pitchFamily="34" charset="0"/>
                <a:cs typeface="Arial" panose="020B0604020202020204" pitchFamily="34" charset="0"/>
              </a:rPr>
              <a:t>When a custom authentication method list is applied to an interface, it is possible to return to the default method list by using the </a:t>
            </a:r>
            <a:r>
              <a:rPr lang="en-US" sz="1600" b="1" dirty="0">
                <a:latin typeface="Arial" panose="020B0604020202020204" pitchFamily="34" charset="0"/>
                <a:cs typeface="Arial" panose="020B0604020202020204" pitchFamily="34" charset="0"/>
              </a:rPr>
              <a:t>no authentication login</a:t>
            </a:r>
            <a:r>
              <a:rPr lang="en-US" sz="1600" dirty="0">
                <a:latin typeface="Arial" panose="020B0604020202020204" pitchFamily="34" charset="0"/>
                <a:cs typeface="Arial" panose="020B0604020202020204" pitchFamily="34" charset="0"/>
              </a:rPr>
              <a:t> command.</a:t>
            </a:r>
          </a:p>
          <a:p>
            <a:pPr>
              <a:lnSpc>
                <a:spcPts val="2000"/>
              </a:lnSpc>
            </a:pPr>
            <a:endParaRPr lang="en-US" sz="1400" dirty="0"/>
          </a:p>
          <a:p>
            <a:pPr>
              <a:lnSpc>
                <a:spcPts val="2000"/>
              </a:lnSpc>
            </a:pPr>
            <a:endParaRPr lang="en-US" sz="1400" dirty="0"/>
          </a:p>
          <a:p>
            <a:pPr>
              <a:lnSpc>
                <a:spcPts val="2000"/>
              </a:lnSpc>
            </a:pPr>
            <a:endParaRPr lang="en-US" sz="1400" dirty="0"/>
          </a:p>
        </p:txBody>
      </p:sp>
      <p:pic>
        <p:nvPicPr>
          <p:cNvPr id="4" name="Picture 3">
            <a:extLst>
              <a:ext uri="{FF2B5EF4-FFF2-40B4-BE49-F238E27FC236}">
                <a16:creationId xmlns:a16="http://schemas.microsoft.com/office/drawing/2014/main" id="{F52C2636-035C-4FA6-B22B-9A5F6A879E99}"/>
              </a:ext>
            </a:extLst>
          </p:cNvPr>
          <p:cNvPicPr>
            <a:picLocks noChangeAspect="1"/>
          </p:cNvPicPr>
          <p:nvPr/>
        </p:nvPicPr>
        <p:blipFill>
          <a:blip r:embed="rId3"/>
          <a:stretch>
            <a:fillRect/>
          </a:stretch>
        </p:blipFill>
        <p:spPr>
          <a:xfrm>
            <a:off x="812800" y="3166864"/>
            <a:ext cx="6901544" cy="1375923"/>
          </a:xfrm>
          <a:prstGeom prst="rect">
            <a:avLst/>
          </a:prstGeom>
        </p:spPr>
      </p:pic>
      <p:sp>
        <p:nvSpPr>
          <p:cNvPr id="25" name="Slide Number Placeholder 24"/>
          <p:cNvSpPr>
            <a:spLocks noGrp="1"/>
          </p:cNvSpPr>
          <p:nvPr>
            <p:ph type="sldNum" sz="quarter" idx="4294967295"/>
          </p:nvPr>
        </p:nvSpPr>
        <p:spPr>
          <a:xfrm>
            <a:off x="8686800" y="4629150"/>
            <a:ext cx="457200" cy="228600"/>
          </a:xfrm>
          <a:prstGeom prst="rect">
            <a:avLst/>
          </a:prstGeom>
          <a:extLst>
            <a:ext uri="{C572A759-6A51-4108-AA02-DFA0A04FC94B}">
              <ma14:wrappingTextBoxFlag xmlns="" xmlns:ma14="http://schemas.microsoft.com/office/mac/drawingml/2011/main" val="0"/>
            </a:ext>
          </a:extLst>
        </p:spPr>
        <p:txBody>
          <a:bodyPr/>
          <a:lstStyle>
            <a:lvl1pPr>
              <a:defRPr sz="600">
                <a:solidFill>
                  <a:srgbClr val="D9D9D9"/>
                </a:solidFill>
              </a:defRPr>
            </a:lvl1pPr>
          </a:lstStyle>
          <a:p>
            <a:fld id="{F7021451-1387-4CA6-816F-3879F97B5CBC}" type="slidenum">
              <a:rPr lang="en-US"/>
              <a:t>23</a:t>
            </a:fld>
            <a:endParaRPr lang="en-US"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Object1"/>
          <p:cNvSpPr>
            <a:spLocks noGrp="1"/>
          </p:cNvSpPr>
          <p:nvPr>
            <p:ph type="body" idx="101" hasCustomPrompt="1"/>
          </p:nvPr>
        </p:nvSpPr>
        <p:spPr>
          <a:xfrm>
            <a:off x="0" y="0"/>
            <a:ext cx="9144000" cy="274320"/>
          </a:xfrm>
          <a:prstGeom prst="rect">
            <a:avLst/>
          </a:prstGeom>
          <a:noFill/>
          <a:ln/>
        </p:spPr>
        <p:txBody>
          <a:bodyPr wrap="square" rtlCol="0"/>
          <a:lstStyle/>
          <a:p>
            <a:pPr marL="0" indent="0">
              <a:buNone/>
            </a:pPr>
            <a:r>
              <a:rPr lang="en-US" dirty="0"/>
              <a:t>Configure Local AAA Authentication </a:t>
            </a:r>
          </a:p>
        </p:txBody>
      </p:sp>
      <p:sp>
        <p:nvSpPr>
          <p:cNvPr id="3" name="Object2"/>
          <p:cNvSpPr>
            <a:spLocks noGrp="1"/>
          </p:cNvSpPr>
          <p:nvPr>
            <p:ph type="body" idx="100" hasCustomPrompt="1"/>
          </p:nvPr>
        </p:nvSpPr>
        <p:spPr>
          <a:xfrm>
            <a:off x="0" y="274320"/>
            <a:ext cx="9144000" cy="914400"/>
          </a:xfrm>
          <a:prstGeom prst="rect">
            <a:avLst/>
          </a:prstGeom>
          <a:noFill/>
          <a:ln/>
        </p:spPr>
        <p:txBody>
          <a:bodyPr wrap="square" rtlCol="0"/>
          <a:lstStyle/>
          <a:p>
            <a:pPr marL="0" indent="0">
              <a:buNone/>
            </a:pPr>
            <a:r>
              <a:rPr lang="en-US" dirty="0"/>
              <a:t>Fine-Tuning the Authentication Configuration</a:t>
            </a:r>
          </a:p>
        </p:txBody>
      </p:sp>
      <p:sp>
        <p:nvSpPr>
          <p:cNvPr id="7" name="TextBox 6">
            <a:extLst>
              <a:ext uri="{FF2B5EF4-FFF2-40B4-BE49-F238E27FC236}">
                <a16:creationId xmlns:a16="http://schemas.microsoft.com/office/drawing/2014/main" id="{DFB340B8-8390-4CDD-B6A3-F32DF982E40E}"/>
              </a:ext>
            </a:extLst>
          </p:cNvPr>
          <p:cNvSpPr txBox="1"/>
          <p:nvPr/>
        </p:nvSpPr>
        <p:spPr>
          <a:xfrm>
            <a:off x="0" y="781235"/>
            <a:ext cx="8752115" cy="1107996"/>
          </a:xfrm>
          <a:prstGeom prst="rect">
            <a:avLst/>
          </a:prstGeom>
          <a:noFill/>
        </p:spPr>
        <p:txBody>
          <a:bodyPr wrap="square">
            <a:spAutoFit/>
          </a:bodyPr>
          <a:lstStyle/>
          <a:p>
            <a:r>
              <a:rPr lang="en-US" sz="1600" dirty="0">
                <a:latin typeface="Arial" panose="020B0604020202020204" pitchFamily="34" charset="0"/>
                <a:cs typeface="Arial" panose="020B0604020202020204" pitchFamily="34" charset="0"/>
              </a:rPr>
              <a:t>Additional security can be implemented on the line using the </a:t>
            </a:r>
            <a:r>
              <a:rPr lang="en-US" sz="1600" b="1" dirty="0">
                <a:latin typeface="Arial" panose="020B0604020202020204" pitchFamily="34" charset="0"/>
                <a:cs typeface="Arial" panose="020B0604020202020204" pitchFamily="34" charset="0"/>
              </a:rPr>
              <a:t>aaa local authentication attempts max-fail</a:t>
            </a:r>
            <a:r>
              <a:rPr lang="en-US" sz="1600" dirty="0">
                <a:latin typeface="Arial" panose="020B0604020202020204" pitchFamily="34" charset="0"/>
                <a:cs typeface="Arial" panose="020B0604020202020204" pitchFamily="34" charset="0"/>
              </a:rPr>
              <a:t> global configuration mode command. This command secures AAA user accounts by locking out accounts that have excessive failed attempts.</a:t>
            </a:r>
          </a:p>
          <a:p>
            <a:endParaRPr lang="en-US" dirty="0"/>
          </a:p>
        </p:txBody>
      </p:sp>
      <p:graphicFrame>
        <p:nvGraphicFramePr>
          <p:cNvPr id="20" name="Table 19"/>
          <p:cNvGraphicFramePr>
            <a:graphicFrameLocks noGrp="1"/>
          </p:cNvGraphicFramePr>
          <p:nvPr>
            <p:extLst>
              <p:ext uri="{D42A27DB-BD31-4B8C-83A1-F6EECF244321}">
                <p14:modId xmlns:p14="http://schemas.microsoft.com/office/powerpoint/2010/main" val="1044173448"/>
              </p:ext>
            </p:extLst>
          </p:nvPr>
        </p:nvGraphicFramePr>
        <p:xfrm>
          <a:off x="91440" y="2322543"/>
          <a:ext cx="8961120" cy="701040"/>
        </p:xfrm>
        <a:graphic>
          <a:graphicData uri="http://schemas.openxmlformats.org/drawingml/2006/table">
            <a:tbl>
              <a:tblPr/>
              <a:tblGrid>
                <a:gridCol w="4480560">
                  <a:extLst>
                    <a:ext uri="{9D8B030D-6E8A-4147-A177-3AD203B41FA5}">
                      <a16:colId xmlns:a16="http://schemas.microsoft.com/office/drawing/2014/main" val="20000"/>
                    </a:ext>
                  </a:extLst>
                </a:gridCol>
                <a:gridCol w="4480560">
                  <a:extLst>
                    <a:ext uri="{9D8B030D-6E8A-4147-A177-3AD203B41FA5}">
                      <a16:colId xmlns:a16="http://schemas.microsoft.com/office/drawing/2014/main" val="20001"/>
                    </a:ext>
                  </a:extLst>
                </a:gridCol>
              </a:tblGrid>
              <a:tr h="0">
                <a:tc>
                  <a:txBody>
                    <a:bodyPr/>
                    <a:lstStyle/>
                    <a:p>
                      <a:r>
                        <a:rPr lang="en-US" sz="1200" dirty="0">
                          <a:solidFill>
                            <a:srgbClr val="FFFFFF"/>
                          </a:solidFill>
                        </a:rPr>
                        <a:t>Command</a:t>
                      </a:r>
                      <a:endParaRPr lang="en-US" sz="1200" dirty="0"/>
                    </a:p>
                  </a:txBody>
                  <a:tcPr marL="38100" marR="38100" marT="38100" marB="38100">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024C69"/>
                    </a:solidFill>
                  </a:tcPr>
                </a:tc>
                <a:tc>
                  <a:txBody>
                    <a:bodyPr/>
                    <a:lstStyle/>
                    <a:p>
                      <a:r>
                        <a:rPr lang="en-US" sz="1200" dirty="0">
                          <a:solidFill>
                            <a:srgbClr val="FFFFFF"/>
                          </a:solidFill>
                        </a:rPr>
                        <a:t>Description</a:t>
                      </a:r>
                      <a:endParaRPr lang="en-US" sz="1200" dirty="0"/>
                    </a:p>
                  </a:txBody>
                  <a:tcPr marL="38100" marR="38100" marT="38100" marB="38100">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024C69"/>
                    </a:solidFill>
                  </a:tcPr>
                </a:tc>
                <a:extLst>
                  <a:ext uri="{0D108BD9-81ED-4DB2-BD59-A6C34878D82A}">
                    <a16:rowId xmlns:a16="http://schemas.microsoft.com/office/drawing/2014/main" val="10000"/>
                  </a:ext>
                </a:extLst>
              </a:tr>
              <a:tr h="0">
                <a:tc>
                  <a:txBody>
                    <a:bodyPr/>
                    <a:lstStyle/>
                    <a:p>
                      <a:r>
                        <a:rPr lang="en-US" sz="1200" i="1" dirty="0">
                          <a:solidFill>
                            <a:srgbClr val="58585B"/>
                          </a:solidFill>
                        </a:rPr>
                        <a:t>number-of-unsuccessful-attempts</a:t>
                      </a:r>
                      <a:endParaRPr lang="en-US" sz="1200" i="1" dirty="0"/>
                    </a:p>
                  </a:txBody>
                  <a:tcPr marL="38100" marR="38100" marT="38100" marB="38100">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CBD0D4"/>
                    </a:solidFill>
                  </a:tcPr>
                </a:tc>
                <a:tc>
                  <a:txBody>
                    <a:bodyPr/>
                    <a:lstStyle/>
                    <a:p>
                      <a:r>
                        <a:rPr lang="en-US" sz="1200" dirty="0">
                          <a:solidFill>
                            <a:srgbClr val="58585B"/>
                          </a:solidFill>
                        </a:rPr>
                        <a:t>Number of unsuccessful authentication attempts before a connection is dropped and the user account is locked.</a:t>
                      </a:r>
                      <a:endParaRPr lang="en-US" sz="1200" dirty="0"/>
                    </a:p>
                  </a:txBody>
                  <a:tcPr marL="38100" marR="38100" marT="38100" marB="38100">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CBD0D4"/>
                    </a:solidFill>
                  </a:tcPr>
                </a:tc>
                <a:extLst>
                  <a:ext uri="{0D108BD9-81ED-4DB2-BD59-A6C34878D82A}">
                    <a16:rowId xmlns:a16="http://schemas.microsoft.com/office/drawing/2014/main" val="10001"/>
                  </a:ext>
                </a:extLst>
              </a:tr>
            </a:tbl>
          </a:graphicData>
        </a:graphic>
      </p:graphicFrame>
      <p:sp>
        <p:nvSpPr>
          <p:cNvPr id="9" name="TextBox 8">
            <a:extLst>
              <a:ext uri="{FF2B5EF4-FFF2-40B4-BE49-F238E27FC236}">
                <a16:creationId xmlns:a16="http://schemas.microsoft.com/office/drawing/2014/main" id="{67C08516-2885-4F20-A9C6-DA3E5ABF26DF}"/>
              </a:ext>
            </a:extLst>
          </p:cNvPr>
          <p:cNvSpPr txBox="1"/>
          <p:nvPr/>
        </p:nvSpPr>
        <p:spPr>
          <a:xfrm>
            <a:off x="-1" y="3254270"/>
            <a:ext cx="8897257" cy="1323439"/>
          </a:xfrm>
          <a:prstGeom prst="rect">
            <a:avLst/>
          </a:prstGeom>
          <a:noFill/>
        </p:spPr>
        <p:txBody>
          <a:bodyPr wrap="square">
            <a:spAutoFit/>
          </a:bodyPr>
          <a:lstStyle/>
          <a:p>
            <a:r>
              <a:rPr lang="en-US" sz="1600" dirty="0">
                <a:latin typeface="Arial" panose="020B0604020202020204" pitchFamily="34" charset="0"/>
                <a:cs typeface="Arial" panose="020B0604020202020204" pitchFamily="34" charset="0"/>
              </a:rPr>
              <a:t>The locked out user account remains locked until it is manually cleared by an administrator using the </a:t>
            </a:r>
            <a:r>
              <a:rPr lang="en-US" sz="1600" b="1" dirty="0">
                <a:latin typeface="Arial" panose="020B0604020202020204" pitchFamily="34" charset="0"/>
                <a:cs typeface="Arial" panose="020B0604020202020204" pitchFamily="34" charset="0"/>
              </a:rPr>
              <a:t>clear aaa local user lockout</a:t>
            </a:r>
            <a:r>
              <a:rPr lang="en-US" sz="1600" dirty="0">
                <a:latin typeface="Arial" panose="020B0604020202020204" pitchFamily="34" charset="0"/>
                <a:cs typeface="Arial" panose="020B0604020202020204" pitchFamily="34" charset="0"/>
              </a:rPr>
              <a:t> privileged EXEC mode command.</a:t>
            </a:r>
          </a:p>
          <a:p>
            <a:endParaRPr lang="en-US" sz="1600" dirty="0">
              <a:latin typeface="Arial" panose="020B0604020202020204" pitchFamily="34" charset="0"/>
              <a:cs typeface="Arial" panose="020B0604020202020204" pitchFamily="34" charset="0"/>
            </a:endParaRPr>
          </a:p>
          <a:p>
            <a:r>
              <a:rPr lang="en-US" sz="1600" dirty="0">
                <a:latin typeface="Arial" panose="020B0604020202020204" pitchFamily="34" charset="0"/>
                <a:cs typeface="Arial" panose="020B0604020202020204" pitchFamily="34" charset="0"/>
              </a:rPr>
              <a:t>To display the attributes that are collected for one AAA session, use the </a:t>
            </a:r>
            <a:r>
              <a:rPr lang="en-US" sz="1600" b="1" dirty="0">
                <a:latin typeface="Arial" panose="020B0604020202020204" pitchFamily="34" charset="0"/>
                <a:cs typeface="Arial" panose="020B0604020202020204" pitchFamily="34" charset="0"/>
              </a:rPr>
              <a:t>show aaa user</a:t>
            </a:r>
            <a:r>
              <a:rPr lang="en-US" sz="1600" dirty="0">
                <a:latin typeface="Arial" panose="020B0604020202020204" pitchFamily="34" charset="0"/>
                <a:cs typeface="Arial" panose="020B0604020202020204" pitchFamily="34" charset="0"/>
              </a:rPr>
              <a:t> command in privileged EXEC mode. </a:t>
            </a:r>
          </a:p>
        </p:txBody>
      </p:sp>
      <p:pic>
        <p:nvPicPr>
          <p:cNvPr id="5" name="Picture 4">
            <a:extLst>
              <a:ext uri="{FF2B5EF4-FFF2-40B4-BE49-F238E27FC236}">
                <a16:creationId xmlns:a16="http://schemas.microsoft.com/office/drawing/2014/main" id="{7684F8FA-F422-449F-B7F1-06F976560690}"/>
              </a:ext>
            </a:extLst>
          </p:cNvPr>
          <p:cNvPicPr>
            <a:picLocks noChangeAspect="1"/>
          </p:cNvPicPr>
          <p:nvPr/>
        </p:nvPicPr>
        <p:blipFill>
          <a:blip r:embed="rId3"/>
          <a:stretch>
            <a:fillRect/>
          </a:stretch>
        </p:blipFill>
        <p:spPr>
          <a:xfrm>
            <a:off x="321373" y="1726198"/>
            <a:ext cx="8109367" cy="393720"/>
          </a:xfrm>
          <a:prstGeom prst="rect">
            <a:avLst/>
          </a:prstGeom>
        </p:spPr>
      </p:pic>
      <p:sp>
        <p:nvSpPr>
          <p:cNvPr id="25" name="Slide Number Placeholder 24"/>
          <p:cNvSpPr>
            <a:spLocks noGrp="1"/>
          </p:cNvSpPr>
          <p:nvPr>
            <p:ph type="sldNum" sz="quarter" idx="4294967295"/>
          </p:nvPr>
        </p:nvSpPr>
        <p:spPr>
          <a:xfrm>
            <a:off x="8686800" y="4629150"/>
            <a:ext cx="457200" cy="228600"/>
          </a:xfrm>
          <a:prstGeom prst="rect">
            <a:avLst/>
          </a:prstGeom>
          <a:extLst>
            <a:ext uri="{C572A759-6A51-4108-AA02-DFA0A04FC94B}">
              <ma14:wrappingTextBoxFlag xmlns="" xmlns:ma14="http://schemas.microsoft.com/office/mac/drawingml/2011/main" val="0"/>
            </a:ext>
          </a:extLst>
        </p:spPr>
        <p:txBody>
          <a:bodyPr/>
          <a:lstStyle>
            <a:lvl1pPr>
              <a:defRPr sz="600">
                <a:solidFill>
                  <a:srgbClr val="D9D9D9"/>
                </a:solidFill>
              </a:defRPr>
            </a:lvl1pPr>
          </a:lstStyle>
          <a:p>
            <a:fld id="{F7021451-1387-4CA6-816F-3879F97B5CBC}" type="slidenum">
              <a:rPr lang="en-US"/>
              <a:t>24</a:t>
            </a:fld>
            <a:endParaRPr lang="en-US"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Object1"/>
          <p:cNvSpPr>
            <a:spLocks noGrp="1"/>
          </p:cNvSpPr>
          <p:nvPr>
            <p:ph type="body" idx="101" hasCustomPrompt="1"/>
          </p:nvPr>
        </p:nvSpPr>
        <p:spPr>
          <a:xfrm>
            <a:off x="0" y="0"/>
            <a:ext cx="9144000" cy="274320"/>
          </a:xfrm>
          <a:prstGeom prst="rect">
            <a:avLst/>
          </a:prstGeom>
          <a:noFill/>
          <a:ln/>
        </p:spPr>
        <p:txBody>
          <a:bodyPr wrap="square" rtlCol="0"/>
          <a:lstStyle/>
          <a:p>
            <a:pPr marL="0" indent="0">
              <a:buNone/>
            </a:pPr>
            <a:r>
              <a:rPr lang="en-US" dirty="0"/>
              <a:t>Configure Local AAA Authentication </a:t>
            </a:r>
          </a:p>
        </p:txBody>
      </p:sp>
      <p:sp>
        <p:nvSpPr>
          <p:cNvPr id="3" name="Object2"/>
          <p:cNvSpPr>
            <a:spLocks noGrp="1"/>
          </p:cNvSpPr>
          <p:nvPr>
            <p:ph type="body" idx="100" hasCustomPrompt="1"/>
          </p:nvPr>
        </p:nvSpPr>
        <p:spPr>
          <a:xfrm>
            <a:off x="0" y="274320"/>
            <a:ext cx="9144000" cy="914400"/>
          </a:xfrm>
          <a:prstGeom prst="rect">
            <a:avLst/>
          </a:prstGeom>
          <a:noFill/>
          <a:ln/>
        </p:spPr>
        <p:txBody>
          <a:bodyPr wrap="square" rtlCol="0"/>
          <a:lstStyle/>
          <a:p>
            <a:pPr marL="0" indent="0">
              <a:buNone/>
            </a:pPr>
            <a:r>
              <a:rPr lang="en-US" dirty="0"/>
              <a:t>Lab - Configure Local AAA Authentication</a:t>
            </a:r>
          </a:p>
        </p:txBody>
      </p:sp>
      <p:sp>
        <p:nvSpPr>
          <p:cNvPr id="5" name="Object4"/>
          <p:cNvSpPr/>
          <p:nvPr/>
        </p:nvSpPr>
        <p:spPr>
          <a:xfrm>
            <a:off x="0" y="914400"/>
            <a:ext cx="8229600" cy="2571750"/>
          </a:xfrm>
          <a:prstGeom prst="rect">
            <a:avLst/>
          </a:prstGeom>
          <a:noFill/>
          <a:ln/>
        </p:spPr>
        <p:txBody>
          <a:bodyPr wrap="square" rtlCol="0" anchor="t"/>
          <a:lstStyle/>
          <a:p>
            <a:r>
              <a:rPr lang="en-US" dirty="0">
                <a:effectLst/>
                <a:latin typeface="Arial" panose="020B0604020202020204" pitchFamily="34" charset="0"/>
                <a:cs typeface="Arial" panose="020B0604020202020204" pitchFamily="34" charset="0"/>
              </a:rPr>
              <a:t>In this lab, you will complete the following objectives:</a:t>
            </a:r>
          </a:p>
          <a:p>
            <a:endParaRPr lang="en-US" dirty="0">
              <a:effectLst/>
              <a:latin typeface="Arial" panose="020B0604020202020204" pitchFamily="34" charset="0"/>
              <a:cs typeface="Arial" panose="020B0604020202020204" pitchFamily="34" charset="0"/>
            </a:endParaRPr>
          </a:p>
          <a:p>
            <a:pPr lvl="1">
              <a:buFont typeface="Arial" panose="020B0604020202020204" pitchFamily="34" charset="0"/>
              <a:buChar char="•"/>
            </a:pPr>
            <a:r>
              <a:rPr lang="en-US" dirty="0">
                <a:effectLst/>
                <a:latin typeface="Arial" panose="020B0604020202020204" pitchFamily="34" charset="0"/>
                <a:cs typeface="Arial" panose="020B0604020202020204" pitchFamily="34" charset="0"/>
              </a:rPr>
              <a:t>Part 1: Configure Basic Device Settings</a:t>
            </a:r>
          </a:p>
          <a:p>
            <a:pPr lvl="1">
              <a:buFont typeface="Arial" panose="020B0604020202020204" pitchFamily="34" charset="0"/>
              <a:buChar char="•"/>
            </a:pPr>
            <a:r>
              <a:rPr lang="en-US" dirty="0">
                <a:effectLst/>
                <a:latin typeface="Arial" panose="020B0604020202020204" pitchFamily="34" charset="0"/>
                <a:cs typeface="Arial" panose="020B0604020202020204" pitchFamily="34" charset="0"/>
              </a:rPr>
              <a:t>Part 2: Configure Local Authentication</a:t>
            </a:r>
          </a:p>
          <a:p>
            <a:pPr lvl="1">
              <a:buFont typeface="Arial" panose="020B0604020202020204" pitchFamily="34" charset="0"/>
              <a:buChar char="•"/>
            </a:pPr>
            <a:r>
              <a:rPr lang="en-US" dirty="0">
                <a:effectLst/>
                <a:latin typeface="Arial" panose="020B0604020202020204" pitchFamily="34" charset="0"/>
                <a:cs typeface="Arial" panose="020B0604020202020204" pitchFamily="34" charset="0"/>
              </a:rPr>
              <a:t>Part 3: Configure Local Authentication using AAA</a:t>
            </a:r>
            <a:r>
              <a:rPr lang="en-US" sz="1400" dirty="0">
                <a:effectLst/>
                <a:latin typeface="Arial" panose="020B0604020202020204" pitchFamily="34" charset="0"/>
                <a:cs typeface="Arial" panose="020B0604020202020204" pitchFamily="34" charset="0"/>
              </a:rPr>
              <a:t>.</a:t>
            </a:r>
          </a:p>
        </p:txBody>
      </p:sp>
      <p:sp>
        <p:nvSpPr>
          <p:cNvPr id="25" name="Slide Number Placeholder 24"/>
          <p:cNvSpPr>
            <a:spLocks noGrp="1"/>
          </p:cNvSpPr>
          <p:nvPr>
            <p:ph type="sldNum" sz="quarter" idx="4294967295"/>
          </p:nvPr>
        </p:nvSpPr>
        <p:spPr>
          <a:xfrm>
            <a:off x="8686800" y="4629150"/>
            <a:ext cx="457200" cy="228600"/>
          </a:xfrm>
          <a:prstGeom prst="rect">
            <a:avLst/>
          </a:prstGeom>
          <a:extLst>
            <a:ext uri="{C572A759-6A51-4108-AA02-DFA0A04FC94B}">
              <ma14:wrappingTextBoxFlag xmlns="" xmlns:ma14="http://schemas.microsoft.com/office/mac/drawingml/2011/main" val="0"/>
            </a:ext>
          </a:extLst>
        </p:spPr>
        <p:txBody>
          <a:bodyPr/>
          <a:lstStyle>
            <a:lvl1pPr>
              <a:defRPr sz="600">
                <a:solidFill>
                  <a:srgbClr val="D9D9D9"/>
                </a:solidFill>
              </a:defRPr>
            </a:lvl1pPr>
          </a:lstStyle>
          <a:p>
            <a:fld id="{F7021451-1387-4CA6-816F-3879F97B5CBC}" type="slidenum">
              <a:rPr lang="en-US"/>
              <a:t>25</a:t>
            </a:fld>
            <a:endParaRPr lang="en-US"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Object1"/>
          <p:cNvSpPr>
            <a:spLocks noGrp="1"/>
          </p:cNvSpPr>
          <p:nvPr>
            <p:ph type="body" idx="101" hasCustomPrompt="1"/>
          </p:nvPr>
        </p:nvSpPr>
        <p:spPr>
          <a:xfrm>
            <a:off x="0" y="0"/>
            <a:ext cx="9144000" cy="274320"/>
          </a:xfrm>
          <a:prstGeom prst="rect">
            <a:avLst/>
          </a:prstGeom>
          <a:noFill/>
          <a:ln/>
        </p:spPr>
        <p:txBody>
          <a:bodyPr wrap="square" rtlCol="0"/>
          <a:lstStyle/>
          <a:p>
            <a:pPr marL="0" indent="0">
              <a:buNone/>
            </a:pPr>
            <a:r>
              <a:rPr lang="en-US" dirty="0"/>
              <a:t>Configure Local AAA Authentication </a:t>
            </a:r>
          </a:p>
        </p:txBody>
      </p:sp>
      <p:sp>
        <p:nvSpPr>
          <p:cNvPr id="3" name="Object2"/>
          <p:cNvSpPr>
            <a:spLocks noGrp="1"/>
          </p:cNvSpPr>
          <p:nvPr>
            <p:ph type="body" idx="100" hasCustomPrompt="1"/>
          </p:nvPr>
        </p:nvSpPr>
        <p:spPr>
          <a:xfrm>
            <a:off x="0" y="274320"/>
            <a:ext cx="9144000" cy="914400"/>
          </a:xfrm>
          <a:prstGeom prst="rect">
            <a:avLst/>
          </a:prstGeom>
          <a:noFill/>
          <a:ln/>
        </p:spPr>
        <p:txBody>
          <a:bodyPr wrap="square" rtlCol="0"/>
          <a:lstStyle/>
          <a:p>
            <a:pPr marL="0" indent="0">
              <a:buNone/>
            </a:pPr>
            <a:r>
              <a:rPr lang="en-US" dirty="0"/>
              <a:t>Packet Tracer - Configure Local AAA for Console and VTY Access</a:t>
            </a:r>
          </a:p>
        </p:txBody>
      </p:sp>
      <p:sp>
        <p:nvSpPr>
          <p:cNvPr id="5" name="Object4"/>
          <p:cNvSpPr/>
          <p:nvPr/>
        </p:nvSpPr>
        <p:spPr>
          <a:xfrm>
            <a:off x="79828" y="1172029"/>
            <a:ext cx="8744857" cy="2571750"/>
          </a:xfrm>
          <a:prstGeom prst="rect">
            <a:avLst/>
          </a:prstGeom>
          <a:noFill/>
          <a:ln/>
        </p:spPr>
        <p:txBody>
          <a:bodyPr wrap="square" rtlCol="0" anchor="t"/>
          <a:lstStyle/>
          <a:p>
            <a:r>
              <a:rPr lang="en-US" dirty="0">
                <a:effectLst/>
                <a:latin typeface="Arial" panose="020B0604020202020204" pitchFamily="34" charset="0"/>
                <a:cs typeface="Arial" panose="020B0604020202020204" pitchFamily="34" charset="0"/>
              </a:rPr>
              <a:t>In this PT activity, you will configure AAA local authentication on the console line and VTY lines with SSH.</a:t>
            </a:r>
          </a:p>
        </p:txBody>
      </p:sp>
      <p:sp>
        <p:nvSpPr>
          <p:cNvPr id="25" name="Slide Number Placeholder 24"/>
          <p:cNvSpPr>
            <a:spLocks noGrp="1"/>
          </p:cNvSpPr>
          <p:nvPr>
            <p:ph type="sldNum" sz="quarter" idx="4294967295"/>
          </p:nvPr>
        </p:nvSpPr>
        <p:spPr>
          <a:xfrm>
            <a:off x="8686800" y="4629150"/>
            <a:ext cx="457200" cy="228600"/>
          </a:xfrm>
          <a:prstGeom prst="rect">
            <a:avLst/>
          </a:prstGeom>
          <a:extLst>
            <a:ext uri="{C572A759-6A51-4108-AA02-DFA0A04FC94B}">
              <ma14:wrappingTextBoxFlag xmlns="" xmlns:ma14="http://schemas.microsoft.com/office/mac/drawingml/2011/main" val="0"/>
            </a:ext>
          </a:extLst>
        </p:spPr>
        <p:txBody>
          <a:bodyPr/>
          <a:lstStyle>
            <a:lvl1pPr>
              <a:defRPr sz="600">
                <a:solidFill>
                  <a:srgbClr val="D9D9D9"/>
                </a:solidFill>
              </a:defRPr>
            </a:lvl1pPr>
          </a:lstStyle>
          <a:p>
            <a:fld id="{F7021451-1387-4CA6-816F-3879F97B5CBC}" type="slidenum">
              <a:rPr lang="en-US"/>
              <a:t>26</a:t>
            </a:fld>
            <a:endParaRPr lang="en-US"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Object1"/>
          <p:cNvSpPr>
            <a:spLocks noGrp="1"/>
          </p:cNvSpPr>
          <p:nvPr>
            <p:ph type="body" idx="100" hasCustomPrompt="1"/>
          </p:nvPr>
        </p:nvSpPr>
        <p:spPr>
          <a:xfrm>
            <a:off x="457200" y="2057400"/>
            <a:ext cx="8229600" cy="914400"/>
          </a:xfrm>
          <a:prstGeom prst="rect">
            <a:avLst/>
          </a:prstGeom>
          <a:noFill/>
          <a:ln/>
        </p:spPr>
        <p:txBody>
          <a:bodyPr wrap="square" rtlCol="0"/>
          <a:lstStyle/>
          <a:p>
            <a:pPr marL="0" indent="0">
              <a:buNone/>
            </a:pPr>
            <a:r>
              <a:rPr lang="en-US" dirty="0"/>
              <a:t>7.3 Server-Based AAA Characteristics and Protocols</a:t>
            </a:r>
          </a:p>
        </p:txBody>
      </p:sp>
      <p:sp>
        <p:nvSpPr>
          <p:cNvPr id="25" name="Slide Number Placeholder 24"/>
          <p:cNvSpPr>
            <a:spLocks noGrp="1"/>
          </p:cNvSpPr>
          <p:nvPr>
            <p:ph type="sldNum" sz="quarter" idx="4294967295"/>
          </p:nvPr>
        </p:nvSpPr>
        <p:spPr>
          <a:xfrm>
            <a:off x="8686800" y="4629150"/>
            <a:ext cx="457200" cy="228600"/>
          </a:xfrm>
          <a:prstGeom prst="rect">
            <a:avLst/>
          </a:prstGeom>
          <a:extLst>
            <a:ext uri="{C572A759-6A51-4108-AA02-DFA0A04FC94B}">
              <ma14:wrappingTextBoxFlag xmlns="" xmlns:ma14="http://schemas.microsoft.com/office/mac/drawingml/2011/main" val="0"/>
            </a:ext>
          </a:extLst>
        </p:spPr>
        <p:txBody>
          <a:bodyPr/>
          <a:lstStyle>
            <a:lvl1pPr>
              <a:defRPr sz="600">
                <a:solidFill>
                  <a:srgbClr val="D9D9D9"/>
                </a:solidFill>
              </a:defRPr>
            </a:lvl1pPr>
          </a:lstStyle>
          <a:p>
            <a:fld id="{F7021451-1387-4CA6-816F-3879F97B5CBC}" type="slidenum">
              <a:rPr lang="en-US"/>
              <a:t>27</a:t>
            </a:fld>
            <a:endParaRPr lang="en-US"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 name="Object1"/>
          <p:cNvSpPr>
            <a:spLocks noGrp="1"/>
          </p:cNvSpPr>
          <p:nvPr>
            <p:ph type="body" idx="101" hasCustomPrompt="1"/>
          </p:nvPr>
        </p:nvSpPr>
        <p:spPr>
          <a:xfrm>
            <a:off x="0" y="0"/>
            <a:ext cx="9144000" cy="274320"/>
          </a:xfrm>
          <a:prstGeom prst="rect">
            <a:avLst/>
          </a:prstGeom>
          <a:noFill/>
          <a:ln/>
        </p:spPr>
        <p:txBody>
          <a:bodyPr wrap="square" rtlCol="0"/>
          <a:lstStyle/>
          <a:p>
            <a:pPr marL="0" indent="0">
              <a:buNone/>
            </a:pPr>
            <a:r>
              <a:rPr lang="en-US" dirty="0"/>
              <a:t>Server-Based AAA Characteristics and Protocols</a:t>
            </a:r>
          </a:p>
        </p:txBody>
      </p:sp>
      <p:sp>
        <p:nvSpPr>
          <p:cNvPr id="3" name="Object2"/>
          <p:cNvSpPr>
            <a:spLocks noGrp="1"/>
          </p:cNvSpPr>
          <p:nvPr>
            <p:ph type="body" idx="100" hasCustomPrompt="1"/>
          </p:nvPr>
        </p:nvSpPr>
        <p:spPr>
          <a:xfrm>
            <a:off x="0" y="274320"/>
            <a:ext cx="9144000" cy="914400"/>
          </a:xfrm>
          <a:prstGeom prst="rect">
            <a:avLst/>
          </a:prstGeom>
          <a:noFill/>
          <a:ln/>
        </p:spPr>
        <p:txBody>
          <a:bodyPr wrap="square" rtlCol="0"/>
          <a:lstStyle/>
          <a:p>
            <a:pPr marL="0" indent="0">
              <a:buNone/>
            </a:pPr>
            <a:r>
              <a:rPr lang="en-US" dirty="0"/>
              <a:t>Compare Local AAA and Server-Based AAA Implementations</a:t>
            </a:r>
          </a:p>
        </p:txBody>
      </p:sp>
      <p:sp>
        <p:nvSpPr>
          <p:cNvPr id="5" name="Object4"/>
          <p:cNvSpPr/>
          <p:nvPr/>
        </p:nvSpPr>
        <p:spPr>
          <a:xfrm>
            <a:off x="-1" y="914400"/>
            <a:ext cx="8795657" cy="1937657"/>
          </a:xfrm>
          <a:prstGeom prst="rect">
            <a:avLst/>
          </a:prstGeom>
          <a:noFill/>
          <a:ln/>
        </p:spPr>
        <p:txBody>
          <a:bodyPr wrap="square" rtlCol="0" anchor="t"/>
          <a:lstStyle/>
          <a:p>
            <a:pPr>
              <a:lnSpc>
                <a:spcPts val="2000"/>
              </a:lnSpc>
            </a:pPr>
            <a:r>
              <a:rPr lang="en-US" sz="1600" dirty="0">
                <a:latin typeface="Arial" panose="020B0604020202020204" pitchFamily="34" charset="0"/>
                <a:cs typeface="Arial" panose="020B0604020202020204" pitchFamily="34" charset="0"/>
              </a:rPr>
              <a:t>One or more AAA servers can be used to manage the user and administrative access needs for an entire corporate network. AAA server software can create a central user and administrative access database to which all devices in the network can refer. It may also work with many external databases, including Active Directory and Lightweight Directory Access Protocol (LDAP). These databases store user account information and passwords, allowing for central administration of user accounts. For increased redundancy, multiple servers can be implemented. </a:t>
            </a:r>
          </a:p>
          <a:p>
            <a:pPr>
              <a:lnSpc>
                <a:spcPts val="2000"/>
              </a:lnSpc>
            </a:pPr>
            <a:endParaRPr lang="en-US" sz="1600" dirty="0">
              <a:latin typeface="Arial" panose="020B0604020202020204" pitchFamily="34" charset="0"/>
              <a:cs typeface="Arial" panose="020B0604020202020204" pitchFamily="34" charset="0"/>
            </a:endParaRPr>
          </a:p>
        </p:txBody>
      </p:sp>
      <p:sp>
        <p:nvSpPr>
          <p:cNvPr id="8" name="TextBox 7">
            <a:extLst>
              <a:ext uri="{FF2B5EF4-FFF2-40B4-BE49-F238E27FC236}">
                <a16:creationId xmlns:a16="http://schemas.microsoft.com/office/drawing/2014/main" id="{56E0A3E2-5398-4EEB-ABAB-14909A86D245}"/>
              </a:ext>
            </a:extLst>
          </p:cNvPr>
          <p:cNvSpPr txBox="1"/>
          <p:nvPr/>
        </p:nvSpPr>
        <p:spPr>
          <a:xfrm>
            <a:off x="-1" y="2973987"/>
            <a:ext cx="2859314" cy="830997"/>
          </a:xfrm>
          <a:prstGeom prst="rect">
            <a:avLst/>
          </a:prstGeom>
          <a:noFill/>
        </p:spPr>
        <p:txBody>
          <a:bodyPr wrap="square">
            <a:spAutoFit/>
          </a:bodyPr>
          <a:lstStyle/>
          <a:p>
            <a:r>
              <a:rPr lang="en-US" sz="1600" dirty="0">
                <a:latin typeface="Arial" panose="020B0604020202020204" pitchFamily="34" charset="0"/>
                <a:cs typeface="Arial" panose="020B0604020202020204" pitchFamily="34" charset="0"/>
              </a:rPr>
              <a:t>The figure shows the process of authenticating router administrator users. </a:t>
            </a:r>
            <a:endParaRPr lang="en-US" sz="1600" dirty="0"/>
          </a:p>
        </p:txBody>
      </p:sp>
      <p:pic>
        <p:nvPicPr>
          <p:cNvPr id="4" name="Picture 3">
            <a:extLst>
              <a:ext uri="{FF2B5EF4-FFF2-40B4-BE49-F238E27FC236}">
                <a16:creationId xmlns:a16="http://schemas.microsoft.com/office/drawing/2014/main" id="{AE753225-EB70-4466-92B7-FDB2FED053A8}"/>
              </a:ext>
            </a:extLst>
          </p:cNvPr>
          <p:cNvPicPr>
            <a:picLocks noChangeAspect="1"/>
          </p:cNvPicPr>
          <p:nvPr/>
        </p:nvPicPr>
        <p:blipFill>
          <a:blip r:embed="rId3"/>
          <a:stretch>
            <a:fillRect/>
          </a:stretch>
        </p:blipFill>
        <p:spPr>
          <a:xfrm>
            <a:off x="3334657" y="2493951"/>
            <a:ext cx="4724400" cy="2363799"/>
          </a:xfrm>
          <a:prstGeom prst="rect">
            <a:avLst/>
          </a:prstGeom>
        </p:spPr>
      </p:pic>
      <p:sp>
        <p:nvSpPr>
          <p:cNvPr id="25" name="Slide Number Placeholder 24"/>
          <p:cNvSpPr>
            <a:spLocks noGrp="1"/>
          </p:cNvSpPr>
          <p:nvPr>
            <p:ph type="sldNum" sz="quarter" idx="4294967295"/>
          </p:nvPr>
        </p:nvSpPr>
        <p:spPr>
          <a:xfrm>
            <a:off x="8686800" y="4629150"/>
            <a:ext cx="457200" cy="228600"/>
          </a:xfrm>
          <a:prstGeom prst="rect">
            <a:avLst/>
          </a:prstGeom>
          <a:extLst>
            <a:ext uri="{C572A759-6A51-4108-AA02-DFA0A04FC94B}">
              <ma14:wrappingTextBoxFlag xmlns="" xmlns:ma14="http://schemas.microsoft.com/office/mac/drawingml/2011/main" val="0"/>
            </a:ext>
          </a:extLst>
        </p:spPr>
        <p:txBody>
          <a:bodyPr/>
          <a:lstStyle>
            <a:lvl1pPr>
              <a:defRPr sz="600">
                <a:solidFill>
                  <a:srgbClr val="D9D9D9"/>
                </a:solidFill>
              </a:defRPr>
            </a:lvl1pPr>
          </a:lstStyle>
          <a:p>
            <a:fld id="{F7021451-1387-4CA6-816F-3879F97B5CBC}" type="slidenum">
              <a:rPr lang="en-US"/>
              <a:t>28</a:t>
            </a:fld>
            <a:endParaRPr lang="en-US"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sp>
        <p:nvSpPr>
          <p:cNvPr id="2" name="Object1"/>
          <p:cNvSpPr>
            <a:spLocks noGrp="1"/>
          </p:cNvSpPr>
          <p:nvPr>
            <p:ph type="body" idx="101" hasCustomPrompt="1"/>
          </p:nvPr>
        </p:nvSpPr>
        <p:spPr>
          <a:xfrm>
            <a:off x="0" y="0"/>
            <a:ext cx="9144000" cy="274320"/>
          </a:xfrm>
          <a:prstGeom prst="rect">
            <a:avLst/>
          </a:prstGeom>
          <a:noFill/>
          <a:ln/>
        </p:spPr>
        <p:txBody>
          <a:bodyPr wrap="square" rtlCol="0"/>
          <a:lstStyle/>
          <a:p>
            <a:pPr marL="0" indent="0">
              <a:buNone/>
            </a:pPr>
            <a:r>
              <a:rPr lang="en-US" dirty="0"/>
              <a:t>Server-Based AAA Characteristics and Protocols</a:t>
            </a:r>
          </a:p>
        </p:txBody>
      </p:sp>
      <p:sp>
        <p:nvSpPr>
          <p:cNvPr id="3" name="Object2"/>
          <p:cNvSpPr>
            <a:spLocks noGrp="1"/>
          </p:cNvSpPr>
          <p:nvPr>
            <p:ph type="body" idx="100" hasCustomPrompt="1"/>
          </p:nvPr>
        </p:nvSpPr>
        <p:spPr>
          <a:xfrm>
            <a:off x="0" y="274320"/>
            <a:ext cx="9144000" cy="914400"/>
          </a:xfrm>
          <a:prstGeom prst="rect">
            <a:avLst/>
          </a:prstGeom>
          <a:noFill/>
          <a:ln/>
        </p:spPr>
        <p:txBody>
          <a:bodyPr wrap="square" rtlCol="0"/>
          <a:lstStyle/>
          <a:p>
            <a:pPr marL="0" indent="0">
              <a:buNone/>
            </a:pPr>
            <a:r>
              <a:rPr lang="en-US" dirty="0"/>
              <a:t>Cisco Identity Services Engine (ISE)</a:t>
            </a:r>
          </a:p>
        </p:txBody>
      </p:sp>
      <p:sp>
        <p:nvSpPr>
          <p:cNvPr id="5" name="Object4"/>
          <p:cNvSpPr/>
          <p:nvPr/>
        </p:nvSpPr>
        <p:spPr>
          <a:xfrm>
            <a:off x="-1" y="914400"/>
            <a:ext cx="8781143" cy="2571750"/>
          </a:xfrm>
          <a:prstGeom prst="rect">
            <a:avLst/>
          </a:prstGeom>
          <a:noFill/>
          <a:ln/>
        </p:spPr>
        <p:txBody>
          <a:bodyPr wrap="square" rtlCol="0" anchor="t"/>
          <a:lstStyle/>
          <a:p>
            <a:pPr>
              <a:lnSpc>
                <a:spcPts val="2000"/>
              </a:lnSpc>
            </a:pPr>
            <a:r>
              <a:rPr lang="en-US" dirty="0">
                <a:latin typeface="Arial" panose="020B0604020202020204" pitchFamily="34" charset="0"/>
                <a:cs typeface="Arial" panose="020B0604020202020204" pitchFamily="34" charset="0"/>
              </a:rPr>
              <a:t>Cisco Identity Services Engine (ISE) is an identity and access control policy platform that enables enterprises to enforce compliance, enhance infrastructure security, and streamline their service operations. Cisco ISE combines policy definition, control, and reporting in one appliance.  Cisco ISE defines fair access policies and enforces compliance for all end devices including BYOD. </a:t>
            </a:r>
          </a:p>
          <a:p>
            <a:pPr>
              <a:lnSpc>
                <a:spcPts val="2000"/>
              </a:lnSpc>
            </a:pPr>
            <a:endParaRPr lang="en-US" dirty="0">
              <a:latin typeface="Arial" panose="020B0604020202020204" pitchFamily="34" charset="0"/>
              <a:cs typeface="Arial" panose="020B0604020202020204" pitchFamily="34" charset="0"/>
            </a:endParaRPr>
          </a:p>
          <a:p>
            <a:r>
              <a:rPr lang="en-US" dirty="0">
                <a:latin typeface="Arial" panose="020B0604020202020204" pitchFamily="34" charset="0"/>
                <a:cs typeface="Arial" panose="020B0604020202020204" pitchFamily="34" charset="0"/>
              </a:rPr>
              <a:t>Several features of ISE are:</a:t>
            </a:r>
          </a:p>
          <a:p>
            <a:pPr lvl="1">
              <a:buFont typeface="Arial" panose="020B0604020202020204" pitchFamily="34" charset="0"/>
              <a:buChar char="•"/>
            </a:pPr>
            <a:r>
              <a:rPr lang="en-US" dirty="0">
                <a:latin typeface="Arial" panose="020B0604020202020204" pitchFamily="34" charset="0"/>
                <a:cs typeface="Arial" panose="020B0604020202020204" pitchFamily="34" charset="0"/>
              </a:rPr>
              <a:t>Asset Visibility</a:t>
            </a:r>
          </a:p>
          <a:p>
            <a:pPr lvl="1">
              <a:buFont typeface="Arial" panose="020B0604020202020204" pitchFamily="34" charset="0"/>
              <a:buChar char="•"/>
            </a:pPr>
            <a:r>
              <a:rPr lang="en-US" dirty="0">
                <a:latin typeface="Arial" panose="020B0604020202020204" pitchFamily="34" charset="0"/>
                <a:cs typeface="Arial" panose="020B0604020202020204" pitchFamily="34" charset="0"/>
              </a:rPr>
              <a:t>Posture assessment </a:t>
            </a:r>
          </a:p>
          <a:p>
            <a:pPr lvl="1">
              <a:buFont typeface="Arial" panose="020B0604020202020204" pitchFamily="34" charset="0"/>
              <a:buChar char="•"/>
            </a:pPr>
            <a:r>
              <a:rPr lang="en-US" dirty="0">
                <a:latin typeface="Arial" panose="020B0604020202020204" pitchFamily="34" charset="0"/>
                <a:cs typeface="Arial" panose="020B0604020202020204" pitchFamily="34" charset="0"/>
              </a:rPr>
              <a:t>Segmentation</a:t>
            </a:r>
          </a:p>
          <a:p>
            <a:pPr lvl="1">
              <a:buFont typeface="Arial" panose="020B0604020202020204" pitchFamily="34" charset="0"/>
              <a:buChar char="•"/>
            </a:pPr>
            <a:r>
              <a:rPr lang="en-US" dirty="0">
                <a:latin typeface="Arial" panose="020B0604020202020204" pitchFamily="34" charset="0"/>
                <a:cs typeface="Arial" panose="020B0604020202020204" pitchFamily="34" charset="0"/>
              </a:rPr>
              <a:t>Guest management and secure wireless </a:t>
            </a:r>
          </a:p>
          <a:p>
            <a:pPr lvl="1">
              <a:buFont typeface="Arial" panose="020B0604020202020204" pitchFamily="34" charset="0"/>
              <a:buChar char="•"/>
            </a:pPr>
            <a:r>
              <a:rPr lang="en-US" dirty="0">
                <a:latin typeface="Arial" panose="020B0604020202020204" pitchFamily="34" charset="0"/>
                <a:cs typeface="Arial" panose="020B0604020202020204" pitchFamily="34" charset="0"/>
              </a:rPr>
              <a:t>Threat Containment</a:t>
            </a:r>
          </a:p>
        </p:txBody>
      </p:sp>
      <p:sp>
        <p:nvSpPr>
          <p:cNvPr id="25" name="Slide Number Placeholder 24"/>
          <p:cNvSpPr>
            <a:spLocks noGrp="1"/>
          </p:cNvSpPr>
          <p:nvPr>
            <p:ph type="sldNum" sz="quarter" idx="4294967295"/>
          </p:nvPr>
        </p:nvSpPr>
        <p:spPr>
          <a:xfrm>
            <a:off x="8686800" y="4629150"/>
            <a:ext cx="457200" cy="228600"/>
          </a:xfrm>
          <a:prstGeom prst="rect">
            <a:avLst/>
          </a:prstGeom>
          <a:extLst>
            <a:ext uri="{C572A759-6A51-4108-AA02-DFA0A04FC94B}">
              <ma14:wrappingTextBoxFlag xmlns="" xmlns:ma14="http://schemas.microsoft.com/office/mac/drawingml/2011/main" val="0"/>
            </a:ext>
          </a:extLst>
        </p:spPr>
        <p:txBody>
          <a:bodyPr/>
          <a:lstStyle>
            <a:lvl1pPr>
              <a:defRPr sz="600">
                <a:solidFill>
                  <a:srgbClr val="D9D9D9"/>
                </a:solidFill>
              </a:defRPr>
            </a:lvl1pPr>
          </a:lstStyle>
          <a:p>
            <a:fld id="{F7021451-1387-4CA6-816F-3879F97B5CBC}" type="slidenum">
              <a:rPr lang="en-US"/>
              <a:t>29</a:t>
            </a:fld>
            <a:endParaRPr lang="en-US"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25">
    <p:spTree>
      <p:nvGrpSpPr>
        <p:cNvPr id="1" name=""/>
        <p:cNvGrpSpPr/>
        <p:nvPr/>
      </p:nvGrpSpPr>
      <p:grpSpPr>
        <a:xfrm>
          <a:off x="0" y="0"/>
          <a:ext cx="0" cy="0"/>
          <a:chOff x="0" y="0"/>
          <a:chExt cx="0" cy="0"/>
        </a:xfrm>
      </p:grpSpPr>
      <p:sp>
        <p:nvSpPr>
          <p:cNvPr id="2" name="Object1"/>
          <p:cNvSpPr>
            <a:spLocks noGrp="1"/>
          </p:cNvSpPr>
          <p:nvPr>
            <p:ph type="body" idx="101" hasCustomPrompt="1"/>
          </p:nvPr>
        </p:nvSpPr>
        <p:spPr>
          <a:xfrm>
            <a:off x="0" y="0"/>
            <a:ext cx="9144000" cy="274320"/>
          </a:xfrm>
          <a:prstGeom prst="rect">
            <a:avLst/>
          </a:prstGeom>
          <a:noFill/>
          <a:ln/>
        </p:spPr>
        <p:txBody>
          <a:bodyPr wrap="square" rtlCol="0"/>
          <a:lstStyle/>
          <a:p>
            <a:pPr marL="0" indent="0">
              <a:buNone/>
            </a:pPr>
            <a:r>
              <a:rPr lang="en-US" dirty="0"/>
              <a:t>Server-Based AAA Characteristics and Protocols</a:t>
            </a:r>
          </a:p>
        </p:txBody>
      </p:sp>
      <p:sp>
        <p:nvSpPr>
          <p:cNvPr id="3" name="Object2"/>
          <p:cNvSpPr>
            <a:spLocks noGrp="1"/>
          </p:cNvSpPr>
          <p:nvPr>
            <p:ph type="body" idx="100" hasCustomPrompt="1"/>
          </p:nvPr>
        </p:nvSpPr>
        <p:spPr>
          <a:xfrm>
            <a:off x="0" y="274320"/>
            <a:ext cx="9144000" cy="914400"/>
          </a:xfrm>
          <a:prstGeom prst="rect">
            <a:avLst/>
          </a:prstGeom>
          <a:noFill/>
          <a:ln/>
        </p:spPr>
        <p:txBody>
          <a:bodyPr wrap="square" rtlCol="0"/>
          <a:lstStyle/>
          <a:p>
            <a:pPr marL="0" indent="0">
              <a:buNone/>
            </a:pPr>
            <a:r>
              <a:rPr lang="en-US" dirty="0"/>
              <a:t>The TACACS+ and RADIUS Protocols</a:t>
            </a:r>
          </a:p>
        </p:txBody>
      </p:sp>
      <p:sp>
        <p:nvSpPr>
          <p:cNvPr id="7" name="TextBox 6">
            <a:extLst>
              <a:ext uri="{FF2B5EF4-FFF2-40B4-BE49-F238E27FC236}">
                <a16:creationId xmlns:a16="http://schemas.microsoft.com/office/drawing/2014/main" id="{CDA87DF0-93B4-4F5E-BD02-B5E483E1C9F3}"/>
              </a:ext>
            </a:extLst>
          </p:cNvPr>
          <p:cNvSpPr txBox="1"/>
          <p:nvPr/>
        </p:nvSpPr>
        <p:spPr>
          <a:xfrm>
            <a:off x="91440" y="784860"/>
            <a:ext cx="8961120" cy="646331"/>
          </a:xfrm>
          <a:prstGeom prst="rect">
            <a:avLst/>
          </a:prstGeom>
          <a:noFill/>
        </p:spPr>
        <p:txBody>
          <a:bodyPr wrap="square">
            <a:spAutoFit/>
          </a:bodyPr>
          <a:lstStyle/>
          <a:p>
            <a:r>
              <a:rPr lang="en-US" dirty="0"/>
              <a:t>TACACS+ and RADIUS are both authentication protocols that are used to communicate with AAA servers. As shown in the table, each supports different capabilities and functionality. </a:t>
            </a:r>
          </a:p>
        </p:txBody>
      </p:sp>
      <p:graphicFrame>
        <p:nvGraphicFramePr>
          <p:cNvPr id="26" name="Table 25"/>
          <p:cNvGraphicFramePr>
            <a:graphicFrameLocks noGrp="1"/>
          </p:cNvGraphicFramePr>
          <p:nvPr>
            <p:extLst>
              <p:ext uri="{D42A27DB-BD31-4B8C-83A1-F6EECF244321}">
                <p14:modId xmlns:p14="http://schemas.microsoft.com/office/powerpoint/2010/main" val="4002674722"/>
              </p:ext>
            </p:extLst>
          </p:nvPr>
        </p:nvGraphicFramePr>
        <p:xfrm>
          <a:off x="91440" y="1371600"/>
          <a:ext cx="8961120" cy="2987040"/>
        </p:xfrm>
        <a:graphic>
          <a:graphicData uri="http://schemas.openxmlformats.org/drawingml/2006/table">
            <a:tbl>
              <a:tblPr/>
              <a:tblGrid>
                <a:gridCol w="2987040">
                  <a:extLst>
                    <a:ext uri="{9D8B030D-6E8A-4147-A177-3AD203B41FA5}">
                      <a16:colId xmlns:a16="http://schemas.microsoft.com/office/drawing/2014/main" val="20000"/>
                    </a:ext>
                  </a:extLst>
                </a:gridCol>
                <a:gridCol w="2987040">
                  <a:extLst>
                    <a:ext uri="{9D8B030D-6E8A-4147-A177-3AD203B41FA5}">
                      <a16:colId xmlns:a16="http://schemas.microsoft.com/office/drawing/2014/main" val="20001"/>
                    </a:ext>
                  </a:extLst>
                </a:gridCol>
                <a:gridCol w="2987040">
                  <a:extLst>
                    <a:ext uri="{9D8B030D-6E8A-4147-A177-3AD203B41FA5}">
                      <a16:colId xmlns:a16="http://schemas.microsoft.com/office/drawing/2014/main" val="20002"/>
                    </a:ext>
                  </a:extLst>
                </a:gridCol>
              </a:tblGrid>
              <a:tr h="0">
                <a:tc>
                  <a:txBody>
                    <a:bodyPr/>
                    <a:lstStyle/>
                    <a:p>
                      <a:endParaRPr lang="en-US" sz="1200" dirty="0"/>
                    </a:p>
                  </a:txBody>
                  <a:tcPr marL="38100" marR="38100" marT="38100" marB="38100">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024C69"/>
                    </a:solidFill>
                  </a:tcPr>
                </a:tc>
                <a:tc>
                  <a:txBody>
                    <a:bodyPr/>
                    <a:lstStyle/>
                    <a:p>
                      <a:r>
                        <a:rPr lang="en-US" sz="1200" dirty="0">
                          <a:solidFill>
                            <a:srgbClr val="FFFFFF"/>
                          </a:solidFill>
                        </a:rPr>
                        <a:t>TACACS+</a:t>
                      </a:r>
                      <a:endParaRPr lang="en-US" sz="1200" dirty="0"/>
                    </a:p>
                  </a:txBody>
                  <a:tcPr marL="38100" marR="38100" marT="38100" marB="38100">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024C69"/>
                    </a:solidFill>
                  </a:tcPr>
                </a:tc>
                <a:tc>
                  <a:txBody>
                    <a:bodyPr/>
                    <a:lstStyle/>
                    <a:p>
                      <a:r>
                        <a:rPr lang="en-US" sz="1200" dirty="0">
                          <a:solidFill>
                            <a:srgbClr val="FFFFFF"/>
                          </a:solidFill>
                        </a:rPr>
                        <a:t>RADIUS</a:t>
                      </a:r>
                      <a:endParaRPr lang="en-US" sz="1200" dirty="0"/>
                    </a:p>
                  </a:txBody>
                  <a:tcPr marL="38100" marR="38100" marT="38100" marB="38100">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024C69"/>
                    </a:solidFill>
                  </a:tcPr>
                </a:tc>
                <a:extLst>
                  <a:ext uri="{0D108BD9-81ED-4DB2-BD59-A6C34878D82A}">
                    <a16:rowId xmlns:a16="http://schemas.microsoft.com/office/drawing/2014/main" val="10000"/>
                  </a:ext>
                </a:extLst>
              </a:tr>
              <a:tr h="0">
                <a:tc>
                  <a:txBody>
                    <a:bodyPr/>
                    <a:lstStyle/>
                    <a:p>
                      <a:r>
                        <a:rPr lang="en-US" sz="1200" dirty="0">
                          <a:solidFill>
                            <a:srgbClr val="58585B"/>
                          </a:solidFill>
                        </a:rPr>
                        <a:t>Functionality</a:t>
                      </a:r>
                      <a:endParaRPr lang="en-US" sz="1200" dirty="0"/>
                    </a:p>
                  </a:txBody>
                  <a:tcPr marL="38100" marR="38100" marT="38100" marB="38100">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CBD0D4"/>
                    </a:solidFill>
                  </a:tcPr>
                </a:tc>
                <a:tc>
                  <a:txBody>
                    <a:bodyPr/>
                    <a:lstStyle/>
                    <a:p>
                      <a:r>
                        <a:rPr lang="en-US" sz="1200" dirty="0">
                          <a:solidFill>
                            <a:srgbClr val="58585B"/>
                          </a:solidFill>
                        </a:rPr>
                        <a:t>Separates AAA according to the AAA architecture, allowing modularity of the security server implementation</a:t>
                      </a:r>
                      <a:endParaRPr lang="en-US" sz="1200" dirty="0"/>
                    </a:p>
                  </a:txBody>
                  <a:tcPr marL="38100" marR="38100" marT="38100" marB="38100">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CBD0D4"/>
                    </a:solidFill>
                  </a:tcPr>
                </a:tc>
                <a:tc>
                  <a:txBody>
                    <a:bodyPr/>
                    <a:lstStyle/>
                    <a:p>
                      <a:r>
                        <a:rPr lang="en-US" sz="1200" dirty="0">
                          <a:solidFill>
                            <a:srgbClr val="58585B"/>
                          </a:solidFill>
                        </a:rPr>
                        <a:t>Combines authentication and authorization but separates accounting, allowing less flexibility in implementation than TACACS+</a:t>
                      </a:r>
                      <a:endParaRPr lang="en-US" sz="1200" dirty="0"/>
                    </a:p>
                  </a:txBody>
                  <a:tcPr marL="38100" marR="38100" marT="38100" marB="38100">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CBD0D4"/>
                    </a:solidFill>
                  </a:tcPr>
                </a:tc>
                <a:extLst>
                  <a:ext uri="{0D108BD9-81ED-4DB2-BD59-A6C34878D82A}">
                    <a16:rowId xmlns:a16="http://schemas.microsoft.com/office/drawing/2014/main" val="10001"/>
                  </a:ext>
                </a:extLst>
              </a:tr>
              <a:tr h="0">
                <a:tc>
                  <a:txBody>
                    <a:bodyPr/>
                    <a:lstStyle/>
                    <a:p>
                      <a:r>
                        <a:rPr lang="en-US" sz="1200" dirty="0">
                          <a:solidFill>
                            <a:srgbClr val="58585B"/>
                          </a:solidFill>
                        </a:rPr>
                        <a:t>Standard</a:t>
                      </a:r>
                      <a:endParaRPr lang="en-US" sz="1200" dirty="0"/>
                    </a:p>
                  </a:txBody>
                  <a:tcPr marL="38100" marR="38100" marT="38100" marB="38100">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chemeClr val="bg1">
                        <a:lumMod val="95000"/>
                      </a:schemeClr>
                    </a:solidFill>
                  </a:tcPr>
                </a:tc>
                <a:tc>
                  <a:txBody>
                    <a:bodyPr/>
                    <a:lstStyle/>
                    <a:p>
                      <a:r>
                        <a:rPr lang="en-US" sz="1200" dirty="0">
                          <a:solidFill>
                            <a:srgbClr val="58585B"/>
                          </a:solidFill>
                        </a:rPr>
                        <a:t>Mostly Cisco supported</a:t>
                      </a:r>
                      <a:endParaRPr lang="en-US" sz="1200" dirty="0"/>
                    </a:p>
                  </a:txBody>
                  <a:tcPr marL="38100" marR="38100" marT="38100" marB="38100">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chemeClr val="bg1">
                        <a:lumMod val="95000"/>
                      </a:schemeClr>
                    </a:solidFill>
                  </a:tcPr>
                </a:tc>
                <a:tc>
                  <a:txBody>
                    <a:bodyPr/>
                    <a:lstStyle/>
                    <a:p>
                      <a:r>
                        <a:rPr lang="en-US" sz="1200" dirty="0">
                          <a:solidFill>
                            <a:srgbClr val="58585B"/>
                          </a:solidFill>
                        </a:rPr>
                        <a:t>Open/RFC standard</a:t>
                      </a:r>
                      <a:endParaRPr lang="en-US" sz="1200" dirty="0"/>
                    </a:p>
                  </a:txBody>
                  <a:tcPr marL="38100" marR="38100" marT="38100" marB="38100">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chemeClr val="bg1">
                        <a:lumMod val="95000"/>
                      </a:schemeClr>
                    </a:solidFill>
                  </a:tcPr>
                </a:tc>
                <a:extLst>
                  <a:ext uri="{0D108BD9-81ED-4DB2-BD59-A6C34878D82A}">
                    <a16:rowId xmlns:a16="http://schemas.microsoft.com/office/drawing/2014/main" val="10002"/>
                  </a:ext>
                </a:extLst>
              </a:tr>
              <a:tr h="0">
                <a:tc>
                  <a:txBody>
                    <a:bodyPr/>
                    <a:lstStyle/>
                    <a:p>
                      <a:r>
                        <a:rPr lang="en-US" sz="1200" dirty="0">
                          <a:solidFill>
                            <a:srgbClr val="58585B"/>
                          </a:solidFill>
                        </a:rPr>
                        <a:t>Transport Protocol</a:t>
                      </a:r>
                      <a:endParaRPr lang="en-US" sz="1200" dirty="0"/>
                    </a:p>
                  </a:txBody>
                  <a:tcPr marL="38100" marR="38100" marT="38100" marB="38100">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CBD0D4"/>
                    </a:solidFill>
                  </a:tcPr>
                </a:tc>
                <a:tc>
                  <a:txBody>
                    <a:bodyPr/>
                    <a:lstStyle/>
                    <a:p>
                      <a:r>
                        <a:rPr lang="en-US" sz="1200" dirty="0">
                          <a:solidFill>
                            <a:srgbClr val="58585B"/>
                          </a:solidFill>
                        </a:rPr>
                        <a:t>TCP</a:t>
                      </a:r>
                      <a:endParaRPr lang="en-US" sz="1200" dirty="0"/>
                    </a:p>
                  </a:txBody>
                  <a:tcPr marL="38100" marR="38100" marT="38100" marB="38100">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CBD0D4"/>
                    </a:solidFill>
                  </a:tcPr>
                </a:tc>
                <a:tc>
                  <a:txBody>
                    <a:bodyPr/>
                    <a:lstStyle/>
                    <a:p>
                      <a:r>
                        <a:rPr lang="en-US" sz="1200" dirty="0">
                          <a:solidFill>
                            <a:srgbClr val="58585B"/>
                          </a:solidFill>
                        </a:rPr>
                        <a:t>UDP</a:t>
                      </a:r>
                      <a:endParaRPr lang="en-US" sz="1200" dirty="0"/>
                    </a:p>
                  </a:txBody>
                  <a:tcPr marL="38100" marR="38100" marT="38100" marB="38100">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CBD0D4"/>
                    </a:solidFill>
                  </a:tcPr>
                </a:tc>
                <a:extLst>
                  <a:ext uri="{0D108BD9-81ED-4DB2-BD59-A6C34878D82A}">
                    <a16:rowId xmlns:a16="http://schemas.microsoft.com/office/drawing/2014/main" val="10003"/>
                  </a:ext>
                </a:extLst>
              </a:tr>
              <a:tr h="0">
                <a:tc>
                  <a:txBody>
                    <a:bodyPr/>
                    <a:lstStyle/>
                    <a:p>
                      <a:r>
                        <a:rPr lang="en-US" sz="1200" dirty="0">
                          <a:solidFill>
                            <a:srgbClr val="58585B"/>
                          </a:solidFill>
                        </a:rPr>
                        <a:t>CHAP</a:t>
                      </a:r>
                      <a:endParaRPr lang="en-US" sz="1200" dirty="0"/>
                    </a:p>
                  </a:txBody>
                  <a:tcPr marL="38100" marR="38100" marT="38100" marB="38100">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chemeClr val="bg1">
                        <a:lumMod val="95000"/>
                      </a:schemeClr>
                    </a:solidFill>
                  </a:tcPr>
                </a:tc>
                <a:tc>
                  <a:txBody>
                    <a:bodyPr/>
                    <a:lstStyle/>
                    <a:p>
                      <a:r>
                        <a:rPr lang="en-US" sz="1200" dirty="0">
                          <a:solidFill>
                            <a:srgbClr val="58585B"/>
                          </a:solidFill>
                        </a:rPr>
                        <a:t>Bidirectional challenge and response as used in Challenge Handshake Authentication Protocol (CHAP)</a:t>
                      </a:r>
                      <a:endParaRPr lang="en-US" sz="1200" dirty="0"/>
                    </a:p>
                  </a:txBody>
                  <a:tcPr marL="38100" marR="38100" marT="38100" marB="38100">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chemeClr val="bg1">
                        <a:lumMod val="95000"/>
                      </a:schemeClr>
                    </a:solidFill>
                  </a:tcPr>
                </a:tc>
                <a:tc>
                  <a:txBody>
                    <a:bodyPr/>
                    <a:lstStyle/>
                    <a:p>
                      <a:r>
                        <a:rPr lang="en-US" sz="1200" dirty="0">
                          <a:solidFill>
                            <a:srgbClr val="58585B"/>
                          </a:solidFill>
                        </a:rPr>
                        <a:t>Unidirectional challenge and response from the RADIUS security server to the RADIUS client</a:t>
                      </a:r>
                      <a:endParaRPr lang="en-US" sz="1200" dirty="0"/>
                    </a:p>
                  </a:txBody>
                  <a:tcPr marL="38100" marR="38100" marT="38100" marB="38100">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chemeClr val="bg1">
                        <a:lumMod val="95000"/>
                      </a:schemeClr>
                    </a:solidFill>
                  </a:tcPr>
                </a:tc>
                <a:extLst>
                  <a:ext uri="{0D108BD9-81ED-4DB2-BD59-A6C34878D82A}">
                    <a16:rowId xmlns:a16="http://schemas.microsoft.com/office/drawing/2014/main" val="10004"/>
                  </a:ext>
                </a:extLst>
              </a:tr>
              <a:tr h="0">
                <a:tc>
                  <a:txBody>
                    <a:bodyPr/>
                    <a:lstStyle/>
                    <a:p>
                      <a:r>
                        <a:rPr lang="en-US" sz="1200" dirty="0">
                          <a:solidFill>
                            <a:srgbClr val="58585B"/>
                          </a:solidFill>
                        </a:rPr>
                        <a:t>Confidentiality</a:t>
                      </a:r>
                      <a:endParaRPr lang="en-US" sz="1200" dirty="0"/>
                    </a:p>
                  </a:txBody>
                  <a:tcPr marL="38100" marR="38100" marT="38100" marB="38100">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CBD0D4"/>
                    </a:solidFill>
                  </a:tcPr>
                </a:tc>
                <a:tc>
                  <a:txBody>
                    <a:bodyPr/>
                    <a:lstStyle/>
                    <a:p>
                      <a:r>
                        <a:rPr lang="en-US" sz="1200" dirty="0">
                          <a:solidFill>
                            <a:srgbClr val="58585B"/>
                          </a:solidFill>
                        </a:rPr>
                        <a:t>Entire packet encrypted</a:t>
                      </a:r>
                      <a:endParaRPr lang="en-US" sz="1200" dirty="0"/>
                    </a:p>
                  </a:txBody>
                  <a:tcPr marL="38100" marR="38100" marT="38100" marB="38100">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CBD0D4"/>
                    </a:solidFill>
                  </a:tcPr>
                </a:tc>
                <a:tc>
                  <a:txBody>
                    <a:bodyPr/>
                    <a:lstStyle/>
                    <a:p>
                      <a:r>
                        <a:rPr lang="en-US" sz="1200" dirty="0">
                          <a:solidFill>
                            <a:srgbClr val="58585B"/>
                          </a:solidFill>
                        </a:rPr>
                        <a:t>Password encrypted</a:t>
                      </a:r>
                      <a:endParaRPr lang="en-US" sz="1200" dirty="0"/>
                    </a:p>
                  </a:txBody>
                  <a:tcPr marL="38100" marR="38100" marT="38100" marB="38100">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CBD0D4"/>
                    </a:solidFill>
                  </a:tcPr>
                </a:tc>
                <a:extLst>
                  <a:ext uri="{0D108BD9-81ED-4DB2-BD59-A6C34878D82A}">
                    <a16:rowId xmlns:a16="http://schemas.microsoft.com/office/drawing/2014/main" val="10005"/>
                  </a:ext>
                </a:extLst>
              </a:tr>
              <a:tr h="0">
                <a:tc>
                  <a:txBody>
                    <a:bodyPr/>
                    <a:lstStyle/>
                    <a:p>
                      <a:r>
                        <a:rPr lang="en-US" sz="1200" dirty="0">
                          <a:solidFill>
                            <a:srgbClr val="58585B"/>
                          </a:solidFill>
                        </a:rPr>
                        <a:t>Customization</a:t>
                      </a:r>
                      <a:endParaRPr lang="en-US" sz="1200" dirty="0"/>
                    </a:p>
                  </a:txBody>
                  <a:tcPr marL="38100" marR="38100" marT="38100" marB="38100">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chemeClr val="bg1">
                        <a:lumMod val="95000"/>
                      </a:schemeClr>
                    </a:solidFill>
                  </a:tcPr>
                </a:tc>
                <a:tc>
                  <a:txBody>
                    <a:bodyPr/>
                    <a:lstStyle/>
                    <a:p>
                      <a:r>
                        <a:rPr lang="en-US" sz="1200" dirty="0">
                          <a:solidFill>
                            <a:srgbClr val="58585B"/>
                          </a:solidFill>
                        </a:rPr>
                        <a:t>Provides authorization of router commands on a per-user or per-group basis</a:t>
                      </a:r>
                      <a:endParaRPr lang="en-US" sz="1200" dirty="0"/>
                    </a:p>
                  </a:txBody>
                  <a:tcPr marL="38100" marR="38100" marT="38100" marB="38100">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chemeClr val="bg1">
                        <a:lumMod val="95000"/>
                      </a:schemeClr>
                    </a:solidFill>
                  </a:tcPr>
                </a:tc>
                <a:tc>
                  <a:txBody>
                    <a:bodyPr/>
                    <a:lstStyle/>
                    <a:p>
                      <a:r>
                        <a:rPr lang="en-US" sz="1200" dirty="0">
                          <a:solidFill>
                            <a:srgbClr val="58585B"/>
                          </a:solidFill>
                        </a:rPr>
                        <a:t>Has no option to authorize router commands on a per-user or per-group basis</a:t>
                      </a:r>
                      <a:endParaRPr lang="en-US" sz="1200" dirty="0"/>
                    </a:p>
                  </a:txBody>
                  <a:tcPr marL="38100" marR="38100" marT="38100" marB="38100">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chemeClr val="bg1">
                        <a:lumMod val="95000"/>
                      </a:schemeClr>
                    </a:solidFill>
                  </a:tcPr>
                </a:tc>
                <a:extLst>
                  <a:ext uri="{0D108BD9-81ED-4DB2-BD59-A6C34878D82A}">
                    <a16:rowId xmlns:a16="http://schemas.microsoft.com/office/drawing/2014/main" val="10006"/>
                  </a:ext>
                </a:extLst>
              </a:tr>
              <a:tr h="0">
                <a:tc>
                  <a:txBody>
                    <a:bodyPr/>
                    <a:lstStyle/>
                    <a:p>
                      <a:r>
                        <a:rPr lang="en-US" sz="1200" dirty="0">
                          <a:solidFill>
                            <a:srgbClr val="58585B"/>
                          </a:solidFill>
                        </a:rPr>
                        <a:t>Accounting</a:t>
                      </a:r>
                      <a:endParaRPr lang="en-US" sz="1200" dirty="0"/>
                    </a:p>
                  </a:txBody>
                  <a:tcPr marL="38100" marR="38100" marT="38100" marB="38100">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CBD0D4"/>
                    </a:solidFill>
                  </a:tcPr>
                </a:tc>
                <a:tc>
                  <a:txBody>
                    <a:bodyPr/>
                    <a:lstStyle/>
                    <a:p>
                      <a:r>
                        <a:rPr lang="en-US" sz="1200" dirty="0">
                          <a:solidFill>
                            <a:srgbClr val="58585B"/>
                          </a:solidFill>
                        </a:rPr>
                        <a:t>Limited</a:t>
                      </a:r>
                      <a:endParaRPr lang="en-US" sz="1200" dirty="0"/>
                    </a:p>
                  </a:txBody>
                  <a:tcPr marL="38100" marR="38100" marT="38100" marB="38100">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CBD0D4"/>
                    </a:solidFill>
                  </a:tcPr>
                </a:tc>
                <a:tc>
                  <a:txBody>
                    <a:bodyPr/>
                    <a:lstStyle/>
                    <a:p>
                      <a:r>
                        <a:rPr lang="en-US" sz="1200" dirty="0">
                          <a:solidFill>
                            <a:srgbClr val="58585B"/>
                          </a:solidFill>
                        </a:rPr>
                        <a:t>Extensive</a:t>
                      </a:r>
                      <a:endParaRPr lang="en-US" sz="1200" dirty="0"/>
                    </a:p>
                  </a:txBody>
                  <a:tcPr marL="38100" marR="38100" marT="38100" marB="38100">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CBD0D4"/>
                    </a:solidFill>
                  </a:tcPr>
                </a:tc>
                <a:extLst>
                  <a:ext uri="{0D108BD9-81ED-4DB2-BD59-A6C34878D82A}">
                    <a16:rowId xmlns:a16="http://schemas.microsoft.com/office/drawing/2014/main" val="10007"/>
                  </a:ext>
                </a:extLst>
              </a:tr>
            </a:tbl>
          </a:graphicData>
        </a:graphic>
      </p:graphicFrame>
      <p:sp>
        <p:nvSpPr>
          <p:cNvPr id="25" name="Slide Number Placeholder 24"/>
          <p:cNvSpPr>
            <a:spLocks noGrp="1"/>
          </p:cNvSpPr>
          <p:nvPr>
            <p:ph type="sldNum" sz="quarter" idx="4294967295"/>
          </p:nvPr>
        </p:nvSpPr>
        <p:spPr>
          <a:xfrm>
            <a:off x="8686800" y="4629150"/>
            <a:ext cx="457200" cy="228600"/>
          </a:xfrm>
          <a:prstGeom prst="rect">
            <a:avLst/>
          </a:prstGeom>
          <a:extLst>
            <a:ext uri="{C572A759-6A51-4108-AA02-DFA0A04FC94B}">
              <ma14:wrappingTextBoxFlag xmlns="" xmlns:ma14="http://schemas.microsoft.com/office/mac/drawingml/2011/main" val="0"/>
            </a:ext>
          </a:extLst>
        </p:spPr>
        <p:txBody>
          <a:bodyPr/>
          <a:lstStyle>
            <a:lvl1pPr>
              <a:defRPr sz="600">
                <a:solidFill>
                  <a:srgbClr val="D9D9D9"/>
                </a:solidFill>
              </a:defRPr>
            </a:lvl1pPr>
          </a:lstStyle>
          <a:p>
            <a:fld id="{F7021451-1387-4CA6-816F-3879F97B5CBC}" type="slidenum">
              <a:rPr lang="en-US"/>
              <a:t>30</a:t>
            </a:fld>
            <a:endParaRPr lang="en-US"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26">
    <p:spTree>
      <p:nvGrpSpPr>
        <p:cNvPr id="1" name=""/>
        <p:cNvGrpSpPr/>
        <p:nvPr/>
      </p:nvGrpSpPr>
      <p:grpSpPr>
        <a:xfrm>
          <a:off x="0" y="0"/>
          <a:ext cx="0" cy="0"/>
          <a:chOff x="0" y="0"/>
          <a:chExt cx="0" cy="0"/>
        </a:xfrm>
      </p:grpSpPr>
      <p:sp>
        <p:nvSpPr>
          <p:cNvPr id="2" name="Object1"/>
          <p:cNvSpPr>
            <a:spLocks noGrp="1"/>
          </p:cNvSpPr>
          <p:nvPr>
            <p:ph type="body" idx="101" hasCustomPrompt="1"/>
          </p:nvPr>
        </p:nvSpPr>
        <p:spPr>
          <a:xfrm>
            <a:off x="0" y="0"/>
            <a:ext cx="9144000" cy="274320"/>
          </a:xfrm>
          <a:prstGeom prst="rect">
            <a:avLst/>
          </a:prstGeom>
          <a:noFill/>
          <a:ln/>
        </p:spPr>
        <p:txBody>
          <a:bodyPr wrap="square" rtlCol="0"/>
          <a:lstStyle/>
          <a:p>
            <a:pPr marL="0" indent="0">
              <a:buNone/>
            </a:pPr>
            <a:r>
              <a:rPr lang="en-US" dirty="0"/>
              <a:t>Server-Based AAA Characteristics and Protocols</a:t>
            </a:r>
          </a:p>
        </p:txBody>
      </p:sp>
      <p:sp>
        <p:nvSpPr>
          <p:cNvPr id="3" name="Object2"/>
          <p:cNvSpPr>
            <a:spLocks noGrp="1"/>
          </p:cNvSpPr>
          <p:nvPr>
            <p:ph type="body" idx="100" hasCustomPrompt="1"/>
          </p:nvPr>
        </p:nvSpPr>
        <p:spPr>
          <a:xfrm>
            <a:off x="0" y="274320"/>
            <a:ext cx="9144000" cy="914400"/>
          </a:xfrm>
          <a:prstGeom prst="rect">
            <a:avLst/>
          </a:prstGeom>
          <a:noFill/>
          <a:ln/>
        </p:spPr>
        <p:txBody>
          <a:bodyPr wrap="square" rtlCol="0"/>
          <a:lstStyle/>
          <a:p>
            <a:pPr marL="0" indent="0">
              <a:buNone/>
            </a:pPr>
            <a:r>
              <a:rPr lang="en-US" dirty="0"/>
              <a:t>TACACS+ Authentication</a:t>
            </a:r>
          </a:p>
        </p:txBody>
      </p:sp>
      <p:sp>
        <p:nvSpPr>
          <p:cNvPr id="5" name="Object4"/>
          <p:cNvSpPr/>
          <p:nvPr/>
        </p:nvSpPr>
        <p:spPr>
          <a:xfrm>
            <a:off x="0" y="914400"/>
            <a:ext cx="3360057" cy="2571750"/>
          </a:xfrm>
          <a:prstGeom prst="rect">
            <a:avLst/>
          </a:prstGeom>
          <a:noFill/>
          <a:ln/>
        </p:spPr>
        <p:txBody>
          <a:bodyPr wrap="square" rtlCol="0" anchor="t"/>
          <a:lstStyle/>
          <a:p>
            <a:pPr marL="285750" indent="-285750">
              <a:lnSpc>
                <a:spcPts val="2000"/>
              </a:lnSpc>
              <a:buFont typeface="Arial" panose="020B0604020202020204" pitchFamily="34" charset="0"/>
              <a:buChar char="•"/>
            </a:pPr>
            <a:r>
              <a:rPr lang="en-US" sz="1600" dirty="0">
                <a:latin typeface="Arial" panose="020B0604020202020204" pitchFamily="34" charset="0"/>
                <a:cs typeface="Arial" panose="020B0604020202020204" pitchFamily="34" charset="0"/>
              </a:rPr>
              <a:t>TACACS+ is a Cisco enhancement to the original TACACS protocol.</a:t>
            </a:r>
          </a:p>
          <a:p>
            <a:pPr marL="285750" indent="-285750">
              <a:lnSpc>
                <a:spcPts val="2000"/>
              </a:lnSpc>
              <a:buFont typeface="Arial" panose="020B0604020202020204" pitchFamily="34" charset="0"/>
              <a:buChar char="•"/>
            </a:pPr>
            <a:endParaRPr lang="en-US" sz="1600" dirty="0">
              <a:latin typeface="Arial" panose="020B0604020202020204" pitchFamily="34" charset="0"/>
              <a:cs typeface="Arial" panose="020B0604020202020204" pitchFamily="34" charset="0"/>
            </a:endParaRPr>
          </a:p>
          <a:p>
            <a:pPr marL="285750" indent="-285750">
              <a:lnSpc>
                <a:spcPts val="2000"/>
              </a:lnSpc>
              <a:buFont typeface="Arial" panose="020B0604020202020204" pitchFamily="34" charset="0"/>
              <a:buChar char="•"/>
            </a:pPr>
            <a:r>
              <a:rPr lang="en-US" sz="1600" dirty="0">
                <a:latin typeface="Arial" panose="020B0604020202020204" pitchFamily="34" charset="0"/>
                <a:cs typeface="Arial" panose="020B0604020202020204" pitchFamily="34" charset="0"/>
              </a:rPr>
              <a:t>TACACS+ provides separate AAA services. It is possible to use TACACS+ for authorization and accounting while using another method of authentication.</a:t>
            </a:r>
          </a:p>
          <a:p>
            <a:pPr marL="285750" indent="-285750">
              <a:lnSpc>
                <a:spcPts val="2000"/>
              </a:lnSpc>
              <a:buFont typeface="Arial" panose="020B0604020202020204" pitchFamily="34" charset="0"/>
              <a:buChar char="•"/>
            </a:pPr>
            <a:endParaRPr lang="en-US" sz="1600" dirty="0">
              <a:latin typeface="Arial" panose="020B0604020202020204" pitchFamily="34" charset="0"/>
              <a:cs typeface="Arial" panose="020B0604020202020204" pitchFamily="34" charset="0"/>
            </a:endParaRPr>
          </a:p>
          <a:p>
            <a:pPr marL="285750" indent="-285750">
              <a:lnSpc>
                <a:spcPts val="2000"/>
              </a:lnSpc>
              <a:buFont typeface="Arial" panose="020B0604020202020204" pitchFamily="34" charset="0"/>
              <a:buChar char="•"/>
            </a:pPr>
            <a:r>
              <a:rPr lang="en-US" sz="1600" dirty="0">
                <a:latin typeface="Arial" panose="020B0604020202020204" pitchFamily="34" charset="0"/>
                <a:cs typeface="Arial" panose="020B0604020202020204" pitchFamily="34" charset="0"/>
              </a:rPr>
              <a:t>The TACACS+ authentication process is shown in the figure.</a:t>
            </a:r>
          </a:p>
          <a:p>
            <a:pPr>
              <a:lnSpc>
                <a:spcPts val="2000"/>
              </a:lnSpc>
            </a:pPr>
            <a:endParaRPr lang="en-US" sz="1400" dirty="0"/>
          </a:p>
          <a:p>
            <a:pPr>
              <a:lnSpc>
                <a:spcPts val="2000"/>
              </a:lnSpc>
            </a:pPr>
            <a:endParaRPr lang="en-US" sz="1400" dirty="0"/>
          </a:p>
        </p:txBody>
      </p:sp>
      <p:pic>
        <p:nvPicPr>
          <p:cNvPr id="4" name="Picture 3">
            <a:extLst>
              <a:ext uri="{FF2B5EF4-FFF2-40B4-BE49-F238E27FC236}">
                <a16:creationId xmlns:a16="http://schemas.microsoft.com/office/drawing/2014/main" id="{96E1C29A-91DB-40BC-B465-D74BF311BE0A}"/>
              </a:ext>
            </a:extLst>
          </p:cNvPr>
          <p:cNvPicPr>
            <a:picLocks noChangeAspect="1"/>
          </p:cNvPicPr>
          <p:nvPr/>
        </p:nvPicPr>
        <p:blipFill>
          <a:blip r:embed="rId3"/>
          <a:stretch>
            <a:fillRect/>
          </a:stretch>
        </p:blipFill>
        <p:spPr>
          <a:xfrm>
            <a:off x="3287486" y="731520"/>
            <a:ext cx="5491710" cy="3599058"/>
          </a:xfrm>
          <a:prstGeom prst="rect">
            <a:avLst/>
          </a:prstGeom>
        </p:spPr>
      </p:pic>
      <p:sp>
        <p:nvSpPr>
          <p:cNvPr id="25" name="Slide Number Placeholder 24"/>
          <p:cNvSpPr>
            <a:spLocks noGrp="1"/>
          </p:cNvSpPr>
          <p:nvPr>
            <p:ph type="sldNum" sz="quarter" idx="4294967295"/>
          </p:nvPr>
        </p:nvSpPr>
        <p:spPr>
          <a:xfrm>
            <a:off x="8686800" y="4629150"/>
            <a:ext cx="457200" cy="228600"/>
          </a:xfrm>
          <a:prstGeom prst="rect">
            <a:avLst/>
          </a:prstGeom>
          <a:extLst>
            <a:ext uri="{C572A759-6A51-4108-AA02-DFA0A04FC94B}">
              <ma14:wrappingTextBoxFlag xmlns="" xmlns:ma14="http://schemas.microsoft.com/office/mac/drawingml/2011/main" val="0"/>
            </a:ext>
          </a:extLst>
        </p:spPr>
        <p:txBody>
          <a:bodyPr/>
          <a:lstStyle>
            <a:lvl1pPr>
              <a:defRPr sz="600">
                <a:solidFill>
                  <a:srgbClr val="D9D9D9"/>
                </a:solidFill>
              </a:defRPr>
            </a:lvl1pPr>
          </a:lstStyle>
          <a:p>
            <a:fld id="{F7021451-1387-4CA6-816F-3879F97B5CBC}" type="slidenum">
              <a:rPr lang="en-US"/>
              <a:t>31</a:t>
            </a:fld>
            <a:endParaRPr lang="en-US"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27">
    <p:spTree>
      <p:nvGrpSpPr>
        <p:cNvPr id="1" name=""/>
        <p:cNvGrpSpPr/>
        <p:nvPr/>
      </p:nvGrpSpPr>
      <p:grpSpPr>
        <a:xfrm>
          <a:off x="0" y="0"/>
          <a:ext cx="0" cy="0"/>
          <a:chOff x="0" y="0"/>
          <a:chExt cx="0" cy="0"/>
        </a:xfrm>
      </p:grpSpPr>
      <p:sp>
        <p:nvSpPr>
          <p:cNvPr id="2" name="Object1"/>
          <p:cNvSpPr>
            <a:spLocks noGrp="1"/>
          </p:cNvSpPr>
          <p:nvPr>
            <p:ph type="body" idx="101" hasCustomPrompt="1"/>
          </p:nvPr>
        </p:nvSpPr>
        <p:spPr>
          <a:xfrm>
            <a:off x="0" y="0"/>
            <a:ext cx="9144000" cy="274320"/>
          </a:xfrm>
          <a:prstGeom prst="rect">
            <a:avLst/>
          </a:prstGeom>
          <a:noFill/>
          <a:ln/>
        </p:spPr>
        <p:txBody>
          <a:bodyPr wrap="square" rtlCol="0"/>
          <a:lstStyle/>
          <a:p>
            <a:pPr marL="0" indent="0">
              <a:buNone/>
            </a:pPr>
            <a:r>
              <a:rPr lang="en-US" dirty="0"/>
              <a:t>Server-Based AAA Characteristics and Protocols</a:t>
            </a:r>
          </a:p>
        </p:txBody>
      </p:sp>
      <p:sp>
        <p:nvSpPr>
          <p:cNvPr id="3" name="Object2"/>
          <p:cNvSpPr>
            <a:spLocks noGrp="1"/>
          </p:cNvSpPr>
          <p:nvPr>
            <p:ph type="body" idx="100" hasCustomPrompt="1"/>
          </p:nvPr>
        </p:nvSpPr>
        <p:spPr>
          <a:xfrm>
            <a:off x="0" y="274320"/>
            <a:ext cx="9144000" cy="914400"/>
          </a:xfrm>
          <a:prstGeom prst="rect">
            <a:avLst/>
          </a:prstGeom>
          <a:noFill/>
          <a:ln/>
        </p:spPr>
        <p:txBody>
          <a:bodyPr wrap="square" rtlCol="0"/>
          <a:lstStyle/>
          <a:p>
            <a:pPr marL="0" indent="0">
              <a:buNone/>
            </a:pPr>
            <a:r>
              <a:rPr lang="en-US" dirty="0"/>
              <a:t>RADIUS Authentication</a:t>
            </a:r>
          </a:p>
        </p:txBody>
      </p:sp>
      <p:sp>
        <p:nvSpPr>
          <p:cNvPr id="5" name="Object4"/>
          <p:cNvSpPr/>
          <p:nvPr/>
        </p:nvSpPr>
        <p:spPr>
          <a:xfrm>
            <a:off x="0" y="708659"/>
            <a:ext cx="5029200" cy="3729525"/>
          </a:xfrm>
          <a:prstGeom prst="rect">
            <a:avLst/>
          </a:prstGeom>
          <a:noFill/>
          <a:ln/>
        </p:spPr>
        <p:txBody>
          <a:bodyPr wrap="square" rtlCol="0" anchor="t"/>
          <a:lstStyle/>
          <a:p>
            <a:pPr marL="285750" indent="-285750">
              <a:lnSpc>
                <a:spcPts val="2000"/>
              </a:lnSpc>
              <a:buFont typeface="Arial" panose="020B0604020202020204" pitchFamily="34" charset="0"/>
              <a:buChar char="•"/>
            </a:pPr>
            <a:r>
              <a:rPr lang="en-US" sz="1600" dirty="0">
                <a:latin typeface="Arial" panose="020B0604020202020204" pitchFamily="34" charset="0"/>
                <a:cs typeface="Arial" panose="020B0604020202020204" pitchFamily="34" charset="0"/>
              </a:rPr>
              <a:t>RADIUS is an open IETF standard AAA protocol for applications such as network access or IP mobility. RADIUS works in both local and roaming situations and is commonly used for accounting purposes.</a:t>
            </a:r>
          </a:p>
          <a:p>
            <a:pPr>
              <a:lnSpc>
                <a:spcPts val="2000"/>
              </a:lnSpc>
            </a:pPr>
            <a:endParaRPr lang="en-US" sz="1600" dirty="0">
              <a:latin typeface="Arial" panose="020B0604020202020204" pitchFamily="34" charset="0"/>
              <a:cs typeface="Arial" panose="020B0604020202020204" pitchFamily="34" charset="0"/>
            </a:endParaRPr>
          </a:p>
          <a:p>
            <a:pPr marL="285750" indent="-285750">
              <a:buFont typeface="Arial" panose="020B0604020202020204" pitchFamily="34" charset="0"/>
              <a:buChar char="•"/>
            </a:pPr>
            <a:r>
              <a:rPr lang="en-US" sz="1600" dirty="0">
                <a:latin typeface="Arial" panose="020B0604020202020204" pitchFamily="34" charset="0"/>
                <a:cs typeface="Arial" panose="020B0604020202020204" pitchFamily="34" charset="0"/>
              </a:rPr>
              <a:t>The RADIUS protocol hides passwords during transmission, even with the Password Authentication Protocol (PAP), using a rather complex operation that involves Message Digest 5 (MD5) hashing and a shared secret. However, the rest of the packet is sent in plaintext.</a:t>
            </a:r>
          </a:p>
          <a:p>
            <a:endParaRPr lang="en-US" sz="1600" dirty="0">
              <a:latin typeface="Arial" panose="020B0604020202020204" pitchFamily="34" charset="0"/>
              <a:cs typeface="Arial" panose="020B0604020202020204" pitchFamily="34" charset="0"/>
            </a:endParaRPr>
          </a:p>
          <a:p>
            <a:pPr marL="285750" indent="-285750">
              <a:buFont typeface="Arial" panose="020B0604020202020204" pitchFamily="34" charset="0"/>
              <a:buChar char="•"/>
            </a:pPr>
            <a:r>
              <a:rPr lang="en-US" sz="1600" dirty="0">
                <a:latin typeface="Arial" panose="020B0604020202020204" pitchFamily="34" charset="0"/>
                <a:cs typeface="Arial" panose="020B0604020202020204" pitchFamily="34" charset="0"/>
              </a:rPr>
              <a:t>RADIUS combines authentication and authorization as one process.</a:t>
            </a:r>
          </a:p>
          <a:p>
            <a:pPr>
              <a:lnSpc>
                <a:spcPts val="2000"/>
              </a:lnSpc>
            </a:pPr>
            <a:endParaRPr lang="en-US" sz="1400" dirty="0"/>
          </a:p>
        </p:txBody>
      </p:sp>
      <p:sp>
        <p:nvSpPr>
          <p:cNvPr id="6" name="TextBox 5">
            <a:extLst>
              <a:ext uri="{FF2B5EF4-FFF2-40B4-BE49-F238E27FC236}">
                <a16:creationId xmlns:a16="http://schemas.microsoft.com/office/drawing/2014/main" id="{AC9D4F06-A3B4-4B62-B4EF-D49D5495CEE3}"/>
              </a:ext>
            </a:extLst>
          </p:cNvPr>
          <p:cNvSpPr txBox="1"/>
          <p:nvPr/>
        </p:nvSpPr>
        <p:spPr>
          <a:xfrm>
            <a:off x="5842000" y="3171371"/>
            <a:ext cx="3062514" cy="584775"/>
          </a:xfrm>
          <a:prstGeom prst="rect">
            <a:avLst/>
          </a:prstGeom>
          <a:noFill/>
        </p:spPr>
        <p:txBody>
          <a:bodyPr wrap="square" rtlCol="0">
            <a:spAutoFit/>
          </a:bodyPr>
          <a:lstStyle/>
          <a:p>
            <a:r>
              <a:rPr lang="en-US" sz="1600" dirty="0">
                <a:latin typeface="Arial" panose="020B0604020202020204" pitchFamily="34" charset="0"/>
                <a:cs typeface="Arial" panose="020B0604020202020204" pitchFamily="34" charset="0"/>
              </a:rPr>
              <a:t>The figure shows the RADIUS authentication process.</a:t>
            </a:r>
          </a:p>
        </p:txBody>
      </p:sp>
      <p:pic>
        <p:nvPicPr>
          <p:cNvPr id="4" name="Picture 3">
            <a:extLst>
              <a:ext uri="{FF2B5EF4-FFF2-40B4-BE49-F238E27FC236}">
                <a16:creationId xmlns:a16="http://schemas.microsoft.com/office/drawing/2014/main" id="{6607C269-3CF6-483D-8B77-0B90946CFC8F}"/>
              </a:ext>
            </a:extLst>
          </p:cNvPr>
          <p:cNvPicPr>
            <a:picLocks noChangeAspect="1"/>
          </p:cNvPicPr>
          <p:nvPr/>
        </p:nvPicPr>
        <p:blipFill>
          <a:blip r:embed="rId3"/>
          <a:stretch>
            <a:fillRect/>
          </a:stretch>
        </p:blipFill>
        <p:spPr>
          <a:xfrm>
            <a:off x="5109029" y="929561"/>
            <a:ext cx="3955142" cy="1979374"/>
          </a:xfrm>
          <a:prstGeom prst="rect">
            <a:avLst/>
          </a:prstGeom>
        </p:spPr>
      </p:pic>
      <p:sp>
        <p:nvSpPr>
          <p:cNvPr id="25" name="Slide Number Placeholder 24"/>
          <p:cNvSpPr>
            <a:spLocks noGrp="1"/>
          </p:cNvSpPr>
          <p:nvPr>
            <p:ph type="sldNum" sz="quarter" idx="4294967295"/>
          </p:nvPr>
        </p:nvSpPr>
        <p:spPr>
          <a:xfrm>
            <a:off x="8686800" y="4629150"/>
            <a:ext cx="457200" cy="228600"/>
          </a:xfrm>
          <a:prstGeom prst="rect">
            <a:avLst/>
          </a:prstGeom>
          <a:extLst>
            <a:ext uri="{C572A759-6A51-4108-AA02-DFA0A04FC94B}">
              <ma14:wrappingTextBoxFlag xmlns="" xmlns:ma14="http://schemas.microsoft.com/office/mac/drawingml/2011/main" val="0"/>
            </a:ext>
          </a:extLst>
        </p:spPr>
        <p:txBody>
          <a:bodyPr/>
          <a:lstStyle>
            <a:lvl1pPr>
              <a:defRPr sz="600">
                <a:solidFill>
                  <a:srgbClr val="D9D9D9"/>
                </a:solidFill>
              </a:defRPr>
            </a:lvl1pPr>
          </a:lstStyle>
          <a:p>
            <a:fld id="{F7021451-1387-4CA6-816F-3879F97B5CBC}" type="slidenum">
              <a:rPr lang="en-US"/>
              <a:t>32</a:t>
            </a:fld>
            <a:endParaRPr lang="en-US"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29">
    <p:spTree>
      <p:nvGrpSpPr>
        <p:cNvPr id="1" name=""/>
        <p:cNvGrpSpPr/>
        <p:nvPr/>
      </p:nvGrpSpPr>
      <p:grpSpPr>
        <a:xfrm>
          <a:off x="0" y="0"/>
          <a:ext cx="0" cy="0"/>
          <a:chOff x="0" y="0"/>
          <a:chExt cx="0" cy="0"/>
        </a:xfrm>
      </p:grpSpPr>
      <p:sp>
        <p:nvSpPr>
          <p:cNvPr id="2" name="Object1"/>
          <p:cNvSpPr>
            <a:spLocks noGrp="1"/>
          </p:cNvSpPr>
          <p:nvPr>
            <p:ph type="body" idx="100" hasCustomPrompt="1"/>
          </p:nvPr>
        </p:nvSpPr>
        <p:spPr>
          <a:xfrm>
            <a:off x="457200" y="2057400"/>
            <a:ext cx="8229600" cy="914400"/>
          </a:xfrm>
          <a:prstGeom prst="rect">
            <a:avLst/>
          </a:prstGeom>
          <a:noFill/>
          <a:ln/>
        </p:spPr>
        <p:txBody>
          <a:bodyPr wrap="square" rtlCol="0"/>
          <a:lstStyle/>
          <a:p>
            <a:pPr marL="0" indent="0">
              <a:buNone/>
            </a:pPr>
            <a:r>
              <a:rPr lang="en-US" dirty="0"/>
              <a:t>7.4 Configure Server-Based Authentication</a:t>
            </a:r>
          </a:p>
        </p:txBody>
      </p:sp>
      <p:sp>
        <p:nvSpPr>
          <p:cNvPr id="25" name="Slide Number Placeholder 24"/>
          <p:cNvSpPr>
            <a:spLocks noGrp="1"/>
          </p:cNvSpPr>
          <p:nvPr>
            <p:ph type="sldNum" sz="quarter" idx="4294967295"/>
          </p:nvPr>
        </p:nvSpPr>
        <p:spPr>
          <a:xfrm>
            <a:off x="8686800" y="4629150"/>
            <a:ext cx="457200" cy="228600"/>
          </a:xfrm>
          <a:prstGeom prst="rect">
            <a:avLst/>
          </a:prstGeom>
          <a:extLst>
            <a:ext uri="{C572A759-6A51-4108-AA02-DFA0A04FC94B}">
              <ma14:wrappingTextBoxFlag xmlns="" xmlns:ma14="http://schemas.microsoft.com/office/mac/drawingml/2011/main" val="0"/>
            </a:ext>
          </a:extLst>
        </p:spPr>
        <p:txBody>
          <a:bodyPr/>
          <a:lstStyle>
            <a:lvl1pPr>
              <a:defRPr sz="600">
                <a:solidFill>
                  <a:srgbClr val="D9D9D9"/>
                </a:solidFill>
              </a:defRPr>
            </a:lvl1pPr>
          </a:lstStyle>
          <a:p>
            <a:fld id="{F7021451-1387-4CA6-816F-3879F97B5CBC}" type="slidenum">
              <a:rPr lang="en-US"/>
              <a:t>33</a:t>
            </a:fld>
            <a:endParaRPr lang="en-US"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0">
    <p:spTree>
      <p:nvGrpSpPr>
        <p:cNvPr id="1" name=""/>
        <p:cNvGrpSpPr/>
        <p:nvPr/>
      </p:nvGrpSpPr>
      <p:grpSpPr>
        <a:xfrm>
          <a:off x="0" y="0"/>
          <a:ext cx="0" cy="0"/>
          <a:chOff x="0" y="0"/>
          <a:chExt cx="0" cy="0"/>
        </a:xfrm>
      </p:grpSpPr>
      <p:sp>
        <p:nvSpPr>
          <p:cNvPr id="2" name="Object1"/>
          <p:cNvSpPr>
            <a:spLocks noGrp="1"/>
          </p:cNvSpPr>
          <p:nvPr>
            <p:ph type="body" idx="101" hasCustomPrompt="1"/>
          </p:nvPr>
        </p:nvSpPr>
        <p:spPr>
          <a:xfrm>
            <a:off x="0" y="0"/>
            <a:ext cx="9144000" cy="274320"/>
          </a:xfrm>
          <a:prstGeom prst="rect">
            <a:avLst/>
          </a:prstGeom>
          <a:noFill/>
          <a:ln/>
        </p:spPr>
        <p:txBody>
          <a:bodyPr wrap="square" rtlCol="0"/>
          <a:lstStyle/>
          <a:p>
            <a:pPr marL="0" indent="0">
              <a:buNone/>
            </a:pPr>
            <a:r>
              <a:rPr lang="en-US" dirty="0"/>
              <a:t>Configure Server-Based Authentication</a:t>
            </a:r>
          </a:p>
        </p:txBody>
      </p:sp>
      <p:sp>
        <p:nvSpPr>
          <p:cNvPr id="3" name="Object2"/>
          <p:cNvSpPr>
            <a:spLocks noGrp="1"/>
          </p:cNvSpPr>
          <p:nvPr>
            <p:ph type="body" idx="100" hasCustomPrompt="1"/>
          </p:nvPr>
        </p:nvSpPr>
        <p:spPr>
          <a:xfrm>
            <a:off x="0" y="274320"/>
            <a:ext cx="9144000" cy="914400"/>
          </a:xfrm>
          <a:prstGeom prst="rect">
            <a:avLst/>
          </a:prstGeom>
          <a:noFill/>
          <a:ln/>
        </p:spPr>
        <p:txBody>
          <a:bodyPr wrap="square" rtlCol="0"/>
          <a:lstStyle/>
          <a:p>
            <a:pPr marL="0" indent="0">
              <a:buNone/>
            </a:pPr>
            <a:r>
              <a:rPr lang="en-US" dirty="0"/>
              <a:t>Steps to Configure Server-Based AAA Authentication</a:t>
            </a:r>
          </a:p>
        </p:txBody>
      </p:sp>
      <p:sp>
        <p:nvSpPr>
          <p:cNvPr id="5" name="Object4"/>
          <p:cNvSpPr/>
          <p:nvPr/>
        </p:nvSpPr>
        <p:spPr>
          <a:xfrm>
            <a:off x="0" y="914399"/>
            <a:ext cx="8229600" cy="3494049"/>
          </a:xfrm>
          <a:prstGeom prst="rect">
            <a:avLst/>
          </a:prstGeom>
          <a:noFill/>
          <a:ln/>
        </p:spPr>
        <p:txBody>
          <a:bodyPr wrap="square" rtlCol="0" anchor="t"/>
          <a:lstStyle/>
          <a:p>
            <a:r>
              <a:rPr lang="en-US" sz="1600" dirty="0">
                <a:latin typeface="Arial" panose="020B0604020202020204" pitchFamily="34" charset="0"/>
                <a:cs typeface="Arial" panose="020B0604020202020204" pitchFamily="34" charset="0"/>
              </a:rPr>
              <a:t>There are four basic steps to configure server-based authentication:</a:t>
            </a:r>
          </a:p>
          <a:p>
            <a:pPr lvl="1"/>
            <a:endParaRPr lang="en-US" sz="1600" dirty="0">
              <a:latin typeface="Arial" panose="020B0604020202020204" pitchFamily="34" charset="0"/>
              <a:cs typeface="Arial" panose="020B0604020202020204" pitchFamily="34" charset="0"/>
            </a:endParaRPr>
          </a:p>
          <a:p>
            <a:pPr lvl="1"/>
            <a:r>
              <a:rPr lang="en-US" sz="1600" b="1" dirty="0">
                <a:latin typeface="Arial" panose="020B0604020202020204" pitchFamily="34" charset="0"/>
                <a:cs typeface="Arial" panose="020B0604020202020204" pitchFamily="34" charset="0"/>
              </a:rPr>
              <a:t>Step 1. </a:t>
            </a:r>
            <a:r>
              <a:rPr lang="en-US" sz="1600" dirty="0">
                <a:latin typeface="Arial" panose="020B0604020202020204" pitchFamily="34" charset="0"/>
                <a:cs typeface="Arial" panose="020B0604020202020204" pitchFamily="34" charset="0"/>
              </a:rPr>
              <a:t>Globally enable AAA to allow the use of all AAA elements. This step is a prerequisite for all   other AAA commands.</a:t>
            </a:r>
          </a:p>
          <a:p>
            <a:pPr lvl="1"/>
            <a:endParaRPr lang="en-US" sz="1600" dirty="0">
              <a:latin typeface="Arial" panose="020B0604020202020204" pitchFamily="34" charset="0"/>
              <a:cs typeface="Arial" panose="020B0604020202020204" pitchFamily="34" charset="0"/>
            </a:endParaRPr>
          </a:p>
          <a:p>
            <a:pPr lvl="1"/>
            <a:r>
              <a:rPr lang="en-US" sz="1600" b="1" dirty="0">
                <a:latin typeface="Arial" panose="020B0604020202020204" pitchFamily="34" charset="0"/>
                <a:cs typeface="Arial" panose="020B0604020202020204" pitchFamily="34" charset="0"/>
              </a:rPr>
              <a:t>Step 2. </a:t>
            </a:r>
            <a:r>
              <a:rPr lang="en-US" sz="1600" dirty="0">
                <a:latin typeface="Arial" panose="020B0604020202020204" pitchFamily="34" charset="0"/>
                <a:cs typeface="Arial" panose="020B0604020202020204" pitchFamily="34" charset="0"/>
              </a:rPr>
              <a:t>Specify the server that will provide AAA services for the router. This can be a TACACS+ or RADIUS server.</a:t>
            </a:r>
          </a:p>
          <a:p>
            <a:pPr lvl="1"/>
            <a:endParaRPr lang="en-US" sz="1600" dirty="0">
              <a:latin typeface="Arial" panose="020B0604020202020204" pitchFamily="34" charset="0"/>
              <a:cs typeface="Arial" panose="020B0604020202020204" pitchFamily="34" charset="0"/>
            </a:endParaRPr>
          </a:p>
          <a:p>
            <a:pPr lvl="1"/>
            <a:r>
              <a:rPr lang="en-US" sz="1600" b="1" dirty="0">
                <a:latin typeface="Arial" panose="020B0604020202020204" pitchFamily="34" charset="0"/>
                <a:cs typeface="Arial" panose="020B0604020202020204" pitchFamily="34" charset="0"/>
              </a:rPr>
              <a:t>Step 3. </a:t>
            </a:r>
            <a:r>
              <a:rPr lang="en-US" sz="1600" dirty="0">
                <a:latin typeface="Arial" panose="020B0604020202020204" pitchFamily="34" charset="0"/>
                <a:cs typeface="Arial" panose="020B0604020202020204" pitchFamily="34" charset="0"/>
              </a:rPr>
              <a:t>Configure the encryption key needed to encrypt the data transfer between the network device and AAA server.</a:t>
            </a:r>
          </a:p>
          <a:p>
            <a:pPr lvl="1"/>
            <a:endParaRPr lang="en-US" sz="1600" dirty="0">
              <a:latin typeface="Arial" panose="020B0604020202020204" pitchFamily="34" charset="0"/>
              <a:cs typeface="Arial" panose="020B0604020202020204" pitchFamily="34" charset="0"/>
            </a:endParaRPr>
          </a:p>
          <a:p>
            <a:pPr lvl="1"/>
            <a:r>
              <a:rPr lang="en-US" sz="1600" b="1" dirty="0">
                <a:latin typeface="Arial" panose="020B0604020202020204" pitchFamily="34" charset="0"/>
                <a:cs typeface="Arial" panose="020B0604020202020204" pitchFamily="34" charset="0"/>
              </a:rPr>
              <a:t>Step 4. </a:t>
            </a:r>
            <a:r>
              <a:rPr lang="en-US" sz="1600" dirty="0">
                <a:latin typeface="Arial" panose="020B0604020202020204" pitchFamily="34" charset="0"/>
                <a:cs typeface="Arial" panose="020B0604020202020204" pitchFamily="34" charset="0"/>
              </a:rPr>
              <a:t>Configure the AAA authentication method list to refer to the TACACS+ or RADIUS server. For redundancy, it is possible to configure more than one server.</a:t>
            </a:r>
          </a:p>
        </p:txBody>
      </p:sp>
      <p:sp>
        <p:nvSpPr>
          <p:cNvPr id="25" name="Slide Number Placeholder 24"/>
          <p:cNvSpPr>
            <a:spLocks noGrp="1"/>
          </p:cNvSpPr>
          <p:nvPr>
            <p:ph type="sldNum" sz="quarter" idx="4294967295"/>
          </p:nvPr>
        </p:nvSpPr>
        <p:spPr>
          <a:xfrm>
            <a:off x="8686800" y="4629150"/>
            <a:ext cx="457200" cy="228600"/>
          </a:xfrm>
          <a:prstGeom prst="rect">
            <a:avLst/>
          </a:prstGeom>
          <a:extLst>
            <a:ext uri="{C572A759-6A51-4108-AA02-DFA0A04FC94B}">
              <ma14:wrappingTextBoxFlag xmlns="" xmlns:ma14="http://schemas.microsoft.com/office/mac/drawingml/2011/main" val="0"/>
            </a:ext>
          </a:extLst>
        </p:spPr>
        <p:txBody>
          <a:bodyPr/>
          <a:lstStyle>
            <a:lvl1pPr>
              <a:defRPr sz="600">
                <a:solidFill>
                  <a:srgbClr val="D9D9D9"/>
                </a:solidFill>
              </a:defRPr>
            </a:lvl1pPr>
          </a:lstStyle>
          <a:p>
            <a:fld id="{F7021451-1387-4CA6-816F-3879F97B5CBC}" type="slidenum">
              <a:rPr lang="en-US"/>
              <a:t>34</a:t>
            </a:fld>
            <a:endParaRPr lang="en-US" dirty="0"/>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1">
    <p:spTree>
      <p:nvGrpSpPr>
        <p:cNvPr id="1" name=""/>
        <p:cNvGrpSpPr/>
        <p:nvPr/>
      </p:nvGrpSpPr>
      <p:grpSpPr>
        <a:xfrm>
          <a:off x="0" y="0"/>
          <a:ext cx="0" cy="0"/>
          <a:chOff x="0" y="0"/>
          <a:chExt cx="0" cy="0"/>
        </a:xfrm>
      </p:grpSpPr>
      <p:sp>
        <p:nvSpPr>
          <p:cNvPr id="2" name="Object1"/>
          <p:cNvSpPr>
            <a:spLocks noGrp="1"/>
          </p:cNvSpPr>
          <p:nvPr>
            <p:ph type="body" idx="101" hasCustomPrompt="1"/>
          </p:nvPr>
        </p:nvSpPr>
        <p:spPr>
          <a:xfrm>
            <a:off x="0" y="0"/>
            <a:ext cx="9144000" cy="274320"/>
          </a:xfrm>
          <a:prstGeom prst="rect">
            <a:avLst/>
          </a:prstGeom>
          <a:noFill/>
          <a:ln/>
        </p:spPr>
        <p:txBody>
          <a:bodyPr wrap="square" rtlCol="0"/>
          <a:lstStyle/>
          <a:p>
            <a:pPr marL="0" indent="0">
              <a:buNone/>
            </a:pPr>
            <a:r>
              <a:rPr lang="en-US" dirty="0"/>
              <a:t>Configure Server-Based Authentication</a:t>
            </a:r>
          </a:p>
        </p:txBody>
      </p:sp>
      <p:sp>
        <p:nvSpPr>
          <p:cNvPr id="3" name="Object2"/>
          <p:cNvSpPr>
            <a:spLocks noGrp="1"/>
          </p:cNvSpPr>
          <p:nvPr>
            <p:ph type="body" idx="100" hasCustomPrompt="1"/>
          </p:nvPr>
        </p:nvSpPr>
        <p:spPr>
          <a:xfrm>
            <a:off x="0" y="274320"/>
            <a:ext cx="9144000" cy="914400"/>
          </a:xfrm>
          <a:prstGeom prst="rect">
            <a:avLst/>
          </a:prstGeom>
          <a:noFill/>
          <a:ln/>
        </p:spPr>
        <p:txBody>
          <a:bodyPr wrap="square" rtlCol="0"/>
          <a:lstStyle/>
          <a:p>
            <a:pPr marL="0" indent="0">
              <a:buNone/>
            </a:pPr>
            <a:r>
              <a:rPr lang="en-US" dirty="0"/>
              <a:t>Configure TACACS+ Servers</a:t>
            </a:r>
          </a:p>
        </p:txBody>
      </p:sp>
      <p:sp>
        <p:nvSpPr>
          <p:cNvPr id="5" name="Object4"/>
          <p:cNvSpPr/>
          <p:nvPr/>
        </p:nvSpPr>
        <p:spPr>
          <a:xfrm>
            <a:off x="0" y="753291"/>
            <a:ext cx="5035544" cy="2571750"/>
          </a:xfrm>
          <a:prstGeom prst="rect">
            <a:avLst/>
          </a:prstGeom>
          <a:noFill/>
          <a:ln/>
        </p:spPr>
        <p:txBody>
          <a:bodyPr wrap="square" rtlCol="0" anchor="t"/>
          <a:lstStyle/>
          <a:p>
            <a:pPr marL="285750" indent="-285750">
              <a:buFont typeface="Arial" panose="020B0604020202020204" pitchFamily="34" charset="0"/>
              <a:buChar char="•"/>
            </a:pPr>
            <a:r>
              <a:rPr lang="en-US" sz="1500" dirty="0">
                <a:latin typeface="Arial" panose="020B0604020202020204" pitchFamily="34" charset="0"/>
                <a:cs typeface="Arial" panose="020B0604020202020204" pitchFamily="34" charset="0"/>
              </a:rPr>
              <a:t>To configure a TACACS+ server, globally enable AAA using the </a:t>
            </a:r>
            <a:r>
              <a:rPr lang="en-US" sz="1500" b="1" dirty="0">
                <a:latin typeface="Arial" panose="020B0604020202020204" pitchFamily="34" charset="0"/>
                <a:cs typeface="Arial" panose="020B0604020202020204" pitchFamily="34" charset="0"/>
              </a:rPr>
              <a:t>aaa new-model</a:t>
            </a:r>
            <a:r>
              <a:rPr lang="en-US" sz="1500" dirty="0">
                <a:latin typeface="Arial" panose="020B0604020202020204" pitchFamily="34" charset="0"/>
                <a:cs typeface="Arial" panose="020B0604020202020204" pitchFamily="34" charset="0"/>
              </a:rPr>
              <a:t> command. </a:t>
            </a:r>
          </a:p>
          <a:p>
            <a:pPr marL="285750" indent="-285750">
              <a:buFont typeface="Arial" panose="020B0604020202020204" pitchFamily="34" charset="0"/>
              <a:buChar char="•"/>
            </a:pPr>
            <a:r>
              <a:rPr lang="en-US" sz="1500" dirty="0">
                <a:latin typeface="Arial" panose="020B0604020202020204" pitchFamily="34" charset="0"/>
                <a:cs typeface="Arial" panose="020B0604020202020204" pitchFamily="34" charset="0"/>
              </a:rPr>
              <a:t>Use the </a:t>
            </a:r>
            <a:r>
              <a:rPr lang="en-US" sz="1500" b="1" dirty="0">
                <a:latin typeface="Arial" panose="020B0604020202020204" pitchFamily="34" charset="0"/>
                <a:cs typeface="Arial" panose="020B0604020202020204" pitchFamily="34" charset="0"/>
              </a:rPr>
              <a:t>tacacs server</a:t>
            </a:r>
            <a:r>
              <a:rPr lang="en-US" sz="1500" dirty="0">
                <a:latin typeface="Arial" panose="020B0604020202020204" pitchFamily="34" charset="0"/>
                <a:cs typeface="Arial" panose="020B0604020202020204" pitchFamily="34" charset="0"/>
              </a:rPr>
              <a:t> </a:t>
            </a:r>
            <a:r>
              <a:rPr lang="en-US" sz="1500" i="1" dirty="0">
                <a:latin typeface="Arial" panose="020B0604020202020204" pitchFamily="34" charset="0"/>
                <a:cs typeface="Arial" panose="020B0604020202020204" pitchFamily="34" charset="0"/>
              </a:rPr>
              <a:t>name</a:t>
            </a:r>
            <a:r>
              <a:rPr lang="en-US" sz="1500" dirty="0">
                <a:latin typeface="Arial" panose="020B0604020202020204" pitchFamily="34" charset="0"/>
                <a:cs typeface="Arial" panose="020B0604020202020204" pitchFamily="34" charset="0"/>
              </a:rPr>
              <a:t> command. </a:t>
            </a:r>
          </a:p>
          <a:p>
            <a:pPr marL="285750" indent="-285750">
              <a:buFont typeface="Arial" panose="020B0604020202020204" pitchFamily="34" charset="0"/>
              <a:buChar char="•"/>
            </a:pPr>
            <a:r>
              <a:rPr lang="en-US" sz="1500" dirty="0">
                <a:latin typeface="Arial" panose="020B0604020202020204" pitchFamily="34" charset="0"/>
                <a:cs typeface="Arial" panose="020B0604020202020204" pitchFamily="34" charset="0"/>
              </a:rPr>
              <a:t>In TACACS+ server configuration mode, configure the IPv4 address of the TACACS+ server using the </a:t>
            </a:r>
            <a:r>
              <a:rPr lang="en-US" sz="1500" b="1" dirty="0">
                <a:latin typeface="Arial" panose="020B0604020202020204" pitchFamily="34" charset="0"/>
                <a:cs typeface="Arial" panose="020B0604020202020204" pitchFamily="34" charset="0"/>
              </a:rPr>
              <a:t>address ipv4</a:t>
            </a:r>
            <a:r>
              <a:rPr lang="en-US" sz="1500" dirty="0">
                <a:latin typeface="Arial" panose="020B0604020202020204" pitchFamily="34" charset="0"/>
                <a:cs typeface="Arial" panose="020B0604020202020204" pitchFamily="34" charset="0"/>
              </a:rPr>
              <a:t> command. The </a:t>
            </a:r>
            <a:r>
              <a:rPr lang="en-US" sz="1500" b="1" dirty="0">
                <a:latin typeface="Arial" panose="020B0604020202020204" pitchFamily="34" charset="0"/>
                <a:cs typeface="Arial" panose="020B0604020202020204" pitchFamily="34" charset="0"/>
              </a:rPr>
              <a:t>address ipv4</a:t>
            </a:r>
            <a:r>
              <a:rPr lang="en-US" sz="1500" dirty="0">
                <a:latin typeface="Arial" panose="020B0604020202020204" pitchFamily="34" charset="0"/>
                <a:cs typeface="Arial" panose="020B0604020202020204" pitchFamily="34" charset="0"/>
              </a:rPr>
              <a:t> command allows the option to modify the authentication port and the accounting port.</a:t>
            </a:r>
          </a:p>
          <a:p>
            <a:pPr marL="285750" indent="-285750">
              <a:buFont typeface="Arial" panose="020B0604020202020204" pitchFamily="34" charset="0"/>
              <a:buChar char="•"/>
            </a:pPr>
            <a:r>
              <a:rPr lang="en-US" sz="1500" dirty="0">
                <a:latin typeface="Arial" panose="020B0604020202020204" pitchFamily="34" charset="0"/>
                <a:cs typeface="Arial" panose="020B0604020202020204" pitchFamily="34" charset="0"/>
              </a:rPr>
              <a:t>Use the </a:t>
            </a:r>
            <a:r>
              <a:rPr lang="en-US" sz="1500" b="1" dirty="0">
                <a:latin typeface="Arial" panose="020B0604020202020204" pitchFamily="34" charset="0"/>
                <a:cs typeface="Arial" panose="020B0604020202020204" pitchFamily="34" charset="0"/>
              </a:rPr>
              <a:t>single-connection</a:t>
            </a:r>
            <a:r>
              <a:rPr lang="en-US" sz="1500" dirty="0">
                <a:latin typeface="Arial" panose="020B0604020202020204" pitchFamily="34" charset="0"/>
                <a:cs typeface="Arial" panose="020B0604020202020204" pitchFamily="34" charset="0"/>
              </a:rPr>
              <a:t> command to enhance TCP performance. If required, multiple TACACS+ servers can be identified by entering their respective IPv4 addresses using the </a:t>
            </a:r>
            <a:r>
              <a:rPr lang="en-US" sz="1500" b="1" dirty="0">
                <a:latin typeface="Arial" panose="020B0604020202020204" pitchFamily="34" charset="0"/>
                <a:cs typeface="Arial" panose="020B0604020202020204" pitchFamily="34" charset="0"/>
              </a:rPr>
              <a:t>tacacs server</a:t>
            </a:r>
            <a:r>
              <a:rPr lang="en-US" sz="1500" dirty="0">
                <a:latin typeface="Arial" panose="020B0604020202020204" pitchFamily="34" charset="0"/>
                <a:cs typeface="Arial" panose="020B0604020202020204" pitchFamily="34" charset="0"/>
              </a:rPr>
              <a:t> </a:t>
            </a:r>
            <a:r>
              <a:rPr lang="en-US" sz="1500" i="1" dirty="0">
                <a:latin typeface="Arial" panose="020B0604020202020204" pitchFamily="34" charset="0"/>
                <a:cs typeface="Arial" panose="020B0604020202020204" pitchFamily="34" charset="0"/>
              </a:rPr>
              <a:t>name</a:t>
            </a:r>
            <a:r>
              <a:rPr lang="en-US" sz="1500" dirty="0">
                <a:latin typeface="Arial" panose="020B0604020202020204" pitchFamily="34" charset="0"/>
                <a:cs typeface="Arial" panose="020B0604020202020204" pitchFamily="34" charset="0"/>
              </a:rPr>
              <a:t> command.</a:t>
            </a:r>
          </a:p>
          <a:p>
            <a:pPr marL="285750" indent="-285750">
              <a:buFont typeface="Arial" panose="020B0604020202020204" pitchFamily="34" charset="0"/>
              <a:buChar char="•"/>
            </a:pPr>
            <a:r>
              <a:rPr lang="en-US" sz="1500" dirty="0">
                <a:latin typeface="Arial" panose="020B0604020202020204" pitchFamily="34" charset="0"/>
                <a:cs typeface="Arial" panose="020B0604020202020204" pitchFamily="34" charset="0"/>
              </a:rPr>
              <a:t>The </a:t>
            </a:r>
            <a:r>
              <a:rPr lang="en-US" sz="1500" b="1" dirty="0">
                <a:latin typeface="Arial" panose="020B0604020202020204" pitchFamily="34" charset="0"/>
                <a:cs typeface="Arial" panose="020B0604020202020204" pitchFamily="34" charset="0"/>
              </a:rPr>
              <a:t>key</a:t>
            </a:r>
            <a:r>
              <a:rPr lang="en-US" sz="1500" dirty="0">
                <a:latin typeface="Arial" panose="020B0604020202020204" pitchFamily="34" charset="0"/>
                <a:cs typeface="Arial" panose="020B0604020202020204" pitchFamily="34" charset="0"/>
              </a:rPr>
              <a:t> </a:t>
            </a:r>
            <a:r>
              <a:rPr lang="en-US" sz="1500" i="1" dirty="0">
                <a:latin typeface="Arial" panose="020B0604020202020204" pitchFamily="34" charset="0"/>
                <a:cs typeface="Arial" panose="020B0604020202020204" pitchFamily="34" charset="0"/>
              </a:rPr>
              <a:t>key</a:t>
            </a:r>
            <a:r>
              <a:rPr lang="en-US" sz="1500" dirty="0">
                <a:latin typeface="Arial" panose="020B0604020202020204" pitchFamily="34" charset="0"/>
                <a:cs typeface="Arial" panose="020B0604020202020204" pitchFamily="34" charset="0"/>
              </a:rPr>
              <a:t> command is used to configure the shared secret key to encrypt the data transfer between the TACACS+ server and AAA-enabled router. </a:t>
            </a:r>
          </a:p>
        </p:txBody>
      </p:sp>
      <p:pic>
        <p:nvPicPr>
          <p:cNvPr id="6" name="Picture 5">
            <a:extLst>
              <a:ext uri="{FF2B5EF4-FFF2-40B4-BE49-F238E27FC236}">
                <a16:creationId xmlns:a16="http://schemas.microsoft.com/office/drawing/2014/main" id="{F180D6EF-C839-4A0C-B644-9D1E2DFD5F5C}"/>
              </a:ext>
            </a:extLst>
          </p:cNvPr>
          <p:cNvPicPr>
            <a:picLocks noChangeAspect="1"/>
          </p:cNvPicPr>
          <p:nvPr/>
        </p:nvPicPr>
        <p:blipFill>
          <a:blip r:embed="rId3"/>
          <a:stretch>
            <a:fillRect/>
          </a:stretch>
        </p:blipFill>
        <p:spPr>
          <a:xfrm>
            <a:off x="4888758" y="2778085"/>
            <a:ext cx="4255242" cy="1620787"/>
          </a:xfrm>
          <a:prstGeom prst="rect">
            <a:avLst/>
          </a:prstGeom>
        </p:spPr>
      </p:pic>
      <p:pic>
        <p:nvPicPr>
          <p:cNvPr id="4" name="Picture 3">
            <a:extLst>
              <a:ext uri="{FF2B5EF4-FFF2-40B4-BE49-F238E27FC236}">
                <a16:creationId xmlns:a16="http://schemas.microsoft.com/office/drawing/2014/main" id="{480DB185-0F91-4B24-9E1F-0667DE77D322}"/>
              </a:ext>
            </a:extLst>
          </p:cNvPr>
          <p:cNvPicPr>
            <a:picLocks noChangeAspect="1"/>
          </p:cNvPicPr>
          <p:nvPr/>
        </p:nvPicPr>
        <p:blipFill>
          <a:blip r:embed="rId4"/>
          <a:stretch>
            <a:fillRect/>
          </a:stretch>
        </p:blipFill>
        <p:spPr>
          <a:xfrm>
            <a:off x="5159120" y="306070"/>
            <a:ext cx="2881080" cy="2472871"/>
          </a:xfrm>
          <a:prstGeom prst="rect">
            <a:avLst/>
          </a:prstGeom>
        </p:spPr>
      </p:pic>
      <p:sp>
        <p:nvSpPr>
          <p:cNvPr id="25" name="Slide Number Placeholder 24"/>
          <p:cNvSpPr>
            <a:spLocks noGrp="1"/>
          </p:cNvSpPr>
          <p:nvPr>
            <p:ph type="sldNum" sz="quarter" idx="4294967295"/>
          </p:nvPr>
        </p:nvSpPr>
        <p:spPr>
          <a:xfrm>
            <a:off x="8686800" y="4629150"/>
            <a:ext cx="457200" cy="228600"/>
          </a:xfrm>
          <a:prstGeom prst="rect">
            <a:avLst/>
          </a:prstGeom>
          <a:extLst>
            <a:ext uri="{C572A759-6A51-4108-AA02-DFA0A04FC94B}">
              <ma14:wrappingTextBoxFlag xmlns="" xmlns:ma14="http://schemas.microsoft.com/office/mac/drawingml/2011/main" val="0"/>
            </a:ext>
          </a:extLst>
        </p:spPr>
        <p:txBody>
          <a:bodyPr/>
          <a:lstStyle>
            <a:lvl1pPr>
              <a:defRPr sz="600">
                <a:solidFill>
                  <a:srgbClr val="D9D9D9"/>
                </a:solidFill>
              </a:defRPr>
            </a:lvl1pPr>
          </a:lstStyle>
          <a:p>
            <a:fld id="{F7021451-1387-4CA6-816F-3879F97B5CBC}" type="slidenum">
              <a:rPr lang="en-US"/>
              <a:t>35</a:t>
            </a:fld>
            <a:endParaRPr lang="en-US" dirty="0"/>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2">
    <p:spTree>
      <p:nvGrpSpPr>
        <p:cNvPr id="1" name=""/>
        <p:cNvGrpSpPr/>
        <p:nvPr/>
      </p:nvGrpSpPr>
      <p:grpSpPr>
        <a:xfrm>
          <a:off x="0" y="0"/>
          <a:ext cx="0" cy="0"/>
          <a:chOff x="0" y="0"/>
          <a:chExt cx="0" cy="0"/>
        </a:xfrm>
      </p:grpSpPr>
      <p:sp>
        <p:nvSpPr>
          <p:cNvPr id="2" name="Object1"/>
          <p:cNvSpPr>
            <a:spLocks noGrp="1"/>
          </p:cNvSpPr>
          <p:nvPr>
            <p:ph type="body" idx="101" hasCustomPrompt="1"/>
          </p:nvPr>
        </p:nvSpPr>
        <p:spPr>
          <a:xfrm>
            <a:off x="0" y="0"/>
            <a:ext cx="9144000" cy="274320"/>
          </a:xfrm>
          <a:prstGeom prst="rect">
            <a:avLst/>
          </a:prstGeom>
          <a:noFill/>
          <a:ln/>
        </p:spPr>
        <p:txBody>
          <a:bodyPr wrap="square" rtlCol="0"/>
          <a:lstStyle/>
          <a:p>
            <a:pPr marL="0" indent="0">
              <a:buNone/>
            </a:pPr>
            <a:r>
              <a:rPr lang="en-US" dirty="0"/>
              <a:t>Configure Server-Based Authentication</a:t>
            </a:r>
          </a:p>
        </p:txBody>
      </p:sp>
      <p:sp>
        <p:nvSpPr>
          <p:cNvPr id="3" name="Object2"/>
          <p:cNvSpPr>
            <a:spLocks noGrp="1"/>
          </p:cNvSpPr>
          <p:nvPr>
            <p:ph type="body" idx="100" hasCustomPrompt="1"/>
          </p:nvPr>
        </p:nvSpPr>
        <p:spPr>
          <a:xfrm>
            <a:off x="0" y="274320"/>
            <a:ext cx="9144000" cy="914400"/>
          </a:xfrm>
          <a:prstGeom prst="rect">
            <a:avLst/>
          </a:prstGeom>
          <a:noFill/>
          <a:ln/>
        </p:spPr>
        <p:txBody>
          <a:bodyPr wrap="square" rtlCol="0"/>
          <a:lstStyle/>
          <a:p>
            <a:pPr marL="0" indent="0">
              <a:buNone/>
            </a:pPr>
            <a:r>
              <a:rPr lang="en-US" dirty="0"/>
              <a:t>Configure RADIUS Servers</a:t>
            </a:r>
          </a:p>
        </p:txBody>
      </p:sp>
      <p:sp>
        <p:nvSpPr>
          <p:cNvPr id="5" name="Object4"/>
          <p:cNvSpPr/>
          <p:nvPr/>
        </p:nvSpPr>
        <p:spPr>
          <a:xfrm>
            <a:off x="0" y="914400"/>
            <a:ext cx="8686800" cy="1567543"/>
          </a:xfrm>
          <a:prstGeom prst="rect">
            <a:avLst/>
          </a:prstGeom>
          <a:noFill/>
          <a:ln/>
        </p:spPr>
        <p:txBody>
          <a:bodyPr wrap="square" rtlCol="0" anchor="t"/>
          <a:lstStyle/>
          <a:p>
            <a:pPr marL="285750" indent="-285750">
              <a:lnSpc>
                <a:spcPts val="2000"/>
              </a:lnSpc>
              <a:buFont typeface="Arial" panose="020B0604020202020204" pitchFamily="34" charset="0"/>
              <a:buChar char="•"/>
            </a:pPr>
            <a:r>
              <a:rPr lang="en-US" sz="1600" dirty="0">
                <a:latin typeface="Arial" panose="020B0604020202020204" pitchFamily="34" charset="0"/>
                <a:cs typeface="Arial" panose="020B0604020202020204" pitchFamily="34" charset="0"/>
              </a:rPr>
              <a:t>To configure a RADIUS server, use the </a:t>
            </a:r>
            <a:r>
              <a:rPr lang="en-US" sz="1600" b="1" dirty="0">
                <a:latin typeface="Arial" panose="020B0604020202020204" pitchFamily="34" charset="0"/>
                <a:cs typeface="Arial" panose="020B0604020202020204" pitchFamily="34" charset="0"/>
              </a:rPr>
              <a:t>radius server</a:t>
            </a:r>
            <a:r>
              <a:rPr lang="en-US" sz="1600" dirty="0">
                <a:latin typeface="Arial" panose="020B0604020202020204" pitchFamily="34" charset="0"/>
                <a:cs typeface="Arial" panose="020B0604020202020204" pitchFamily="34" charset="0"/>
              </a:rPr>
              <a:t> </a:t>
            </a:r>
            <a:r>
              <a:rPr lang="en-US" sz="1600" i="1" dirty="0">
                <a:latin typeface="Arial" panose="020B0604020202020204" pitchFamily="34" charset="0"/>
                <a:cs typeface="Arial" panose="020B0604020202020204" pitchFamily="34" charset="0"/>
              </a:rPr>
              <a:t>name</a:t>
            </a:r>
            <a:r>
              <a:rPr lang="en-US" sz="1600" dirty="0">
                <a:latin typeface="Arial" panose="020B0604020202020204" pitchFamily="34" charset="0"/>
                <a:cs typeface="Arial" panose="020B0604020202020204" pitchFamily="34" charset="0"/>
              </a:rPr>
              <a:t> command.</a:t>
            </a:r>
          </a:p>
          <a:p>
            <a:pPr marL="285750" indent="-285750">
              <a:buFont typeface="Arial" panose="020B0604020202020204" pitchFamily="34" charset="0"/>
              <a:buChar char="•"/>
            </a:pPr>
            <a:r>
              <a:rPr lang="en-US" sz="1600" dirty="0">
                <a:latin typeface="Arial" panose="020B0604020202020204" pitchFamily="34" charset="0"/>
                <a:cs typeface="Arial" panose="020B0604020202020204" pitchFamily="34" charset="0"/>
              </a:rPr>
              <a:t>If required, multiple RADIUS servers can be identified by entering a </a:t>
            </a:r>
            <a:r>
              <a:rPr lang="en-US" sz="1600" b="1" dirty="0">
                <a:latin typeface="Arial" panose="020B0604020202020204" pitchFamily="34" charset="0"/>
                <a:cs typeface="Arial" panose="020B0604020202020204" pitchFamily="34" charset="0"/>
              </a:rPr>
              <a:t>radius server</a:t>
            </a:r>
            <a:r>
              <a:rPr lang="en-US" sz="1600" dirty="0">
                <a:latin typeface="Arial" panose="020B0604020202020204" pitchFamily="34" charset="0"/>
                <a:cs typeface="Arial" panose="020B0604020202020204" pitchFamily="34" charset="0"/>
              </a:rPr>
              <a:t> </a:t>
            </a:r>
            <a:r>
              <a:rPr lang="en-US" sz="1600" i="1" dirty="0">
                <a:latin typeface="Arial" panose="020B0604020202020204" pitchFamily="34" charset="0"/>
                <a:cs typeface="Arial" panose="020B0604020202020204" pitchFamily="34" charset="0"/>
              </a:rPr>
              <a:t>name</a:t>
            </a:r>
            <a:r>
              <a:rPr lang="en-US" sz="1600" dirty="0">
                <a:latin typeface="Arial" panose="020B0604020202020204" pitchFamily="34" charset="0"/>
                <a:cs typeface="Arial" panose="020B0604020202020204" pitchFamily="34" charset="0"/>
              </a:rPr>
              <a:t> command for each server.</a:t>
            </a:r>
          </a:p>
          <a:p>
            <a:pPr marL="285750" indent="-285750">
              <a:buFont typeface="Arial" panose="020B0604020202020204" pitchFamily="34" charset="0"/>
              <a:buChar char="•"/>
            </a:pPr>
            <a:r>
              <a:rPr lang="en-US" sz="1600" dirty="0">
                <a:latin typeface="Arial" panose="020B0604020202020204" pitchFamily="34" charset="0"/>
                <a:cs typeface="Arial" panose="020B0604020202020204" pitchFamily="34" charset="0"/>
              </a:rPr>
              <a:t>In RADIUS server configuration mode, configure the IPv4 address of the RADIUS server using the </a:t>
            </a:r>
            <a:r>
              <a:rPr lang="en-US" sz="1600" b="1" dirty="0">
                <a:latin typeface="Arial" panose="020B0604020202020204" pitchFamily="34" charset="0"/>
                <a:cs typeface="Arial" panose="020B0604020202020204" pitchFamily="34" charset="0"/>
              </a:rPr>
              <a:t>address ipv4</a:t>
            </a:r>
            <a:r>
              <a:rPr lang="en-US" sz="1600" dirty="0">
                <a:latin typeface="Arial" panose="020B0604020202020204" pitchFamily="34" charset="0"/>
                <a:cs typeface="Arial" panose="020B0604020202020204" pitchFamily="34" charset="0"/>
              </a:rPr>
              <a:t> </a:t>
            </a:r>
            <a:r>
              <a:rPr lang="en-US" sz="1600" i="1" dirty="0">
                <a:latin typeface="Arial" panose="020B0604020202020204" pitchFamily="34" charset="0"/>
                <a:cs typeface="Arial" panose="020B0604020202020204" pitchFamily="34" charset="0"/>
              </a:rPr>
              <a:t>ipv4-address</a:t>
            </a:r>
            <a:r>
              <a:rPr lang="en-US" sz="1600" dirty="0">
                <a:latin typeface="Arial" panose="020B0604020202020204" pitchFamily="34" charset="0"/>
                <a:cs typeface="Arial" panose="020B0604020202020204" pitchFamily="34" charset="0"/>
              </a:rPr>
              <a:t> command.</a:t>
            </a:r>
          </a:p>
          <a:p>
            <a:pPr marL="285750" indent="-285750">
              <a:buFont typeface="Arial" panose="020B0604020202020204" pitchFamily="34" charset="0"/>
              <a:buChar char="•"/>
            </a:pPr>
            <a:r>
              <a:rPr lang="en-US" sz="1600" dirty="0">
                <a:latin typeface="Arial" panose="020B0604020202020204" pitchFamily="34" charset="0"/>
                <a:cs typeface="Arial" panose="020B0604020202020204" pitchFamily="34" charset="0"/>
              </a:rPr>
              <a:t>To configure the shared secret key for encrypting the password, use the </a:t>
            </a:r>
            <a:r>
              <a:rPr lang="en-US" sz="1600" b="1" dirty="0">
                <a:latin typeface="Arial" panose="020B0604020202020204" pitchFamily="34" charset="0"/>
                <a:cs typeface="Arial" panose="020B0604020202020204" pitchFamily="34" charset="0"/>
              </a:rPr>
              <a:t>key </a:t>
            </a:r>
            <a:r>
              <a:rPr lang="en-US" sz="1600" dirty="0">
                <a:latin typeface="Arial" panose="020B0604020202020204" pitchFamily="34" charset="0"/>
                <a:cs typeface="Arial" panose="020B0604020202020204" pitchFamily="34" charset="0"/>
              </a:rPr>
              <a:t>command. </a:t>
            </a:r>
          </a:p>
          <a:p>
            <a:pPr>
              <a:lnSpc>
                <a:spcPts val="2000"/>
              </a:lnSpc>
            </a:pPr>
            <a:endParaRPr lang="en-US" sz="1400" dirty="0"/>
          </a:p>
          <a:p>
            <a:pPr>
              <a:lnSpc>
                <a:spcPts val="2000"/>
              </a:lnSpc>
            </a:pPr>
            <a:endParaRPr lang="en-US" sz="1400" dirty="0"/>
          </a:p>
        </p:txBody>
      </p:sp>
      <p:pic>
        <p:nvPicPr>
          <p:cNvPr id="4" name="Picture 3">
            <a:extLst>
              <a:ext uri="{FF2B5EF4-FFF2-40B4-BE49-F238E27FC236}">
                <a16:creationId xmlns:a16="http://schemas.microsoft.com/office/drawing/2014/main" id="{FB2273C4-FD83-4E7B-BC62-D4688C986929}"/>
              </a:ext>
            </a:extLst>
          </p:cNvPr>
          <p:cNvPicPr>
            <a:picLocks noChangeAspect="1"/>
          </p:cNvPicPr>
          <p:nvPr/>
        </p:nvPicPr>
        <p:blipFill>
          <a:blip r:embed="rId3"/>
          <a:stretch>
            <a:fillRect/>
          </a:stretch>
        </p:blipFill>
        <p:spPr>
          <a:xfrm>
            <a:off x="0" y="2481943"/>
            <a:ext cx="9144000" cy="1650801"/>
          </a:xfrm>
          <a:prstGeom prst="rect">
            <a:avLst/>
          </a:prstGeom>
        </p:spPr>
      </p:pic>
      <p:sp>
        <p:nvSpPr>
          <p:cNvPr id="25" name="Slide Number Placeholder 24"/>
          <p:cNvSpPr>
            <a:spLocks noGrp="1"/>
          </p:cNvSpPr>
          <p:nvPr>
            <p:ph type="sldNum" sz="quarter" idx="4294967295"/>
          </p:nvPr>
        </p:nvSpPr>
        <p:spPr>
          <a:xfrm>
            <a:off x="8686800" y="4629150"/>
            <a:ext cx="457200" cy="228600"/>
          </a:xfrm>
          <a:prstGeom prst="rect">
            <a:avLst/>
          </a:prstGeom>
          <a:extLst>
            <a:ext uri="{C572A759-6A51-4108-AA02-DFA0A04FC94B}">
              <ma14:wrappingTextBoxFlag xmlns="" xmlns:ma14="http://schemas.microsoft.com/office/mac/drawingml/2011/main" val="0"/>
            </a:ext>
          </a:extLst>
        </p:spPr>
        <p:txBody>
          <a:bodyPr/>
          <a:lstStyle>
            <a:lvl1pPr>
              <a:defRPr sz="600">
                <a:solidFill>
                  <a:srgbClr val="D9D9D9"/>
                </a:solidFill>
              </a:defRPr>
            </a:lvl1pPr>
          </a:lstStyle>
          <a:p>
            <a:fld id="{F7021451-1387-4CA6-816F-3879F97B5CBC}" type="slidenum">
              <a:rPr lang="en-US"/>
              <a:t>36</a:t>
            </a:fld>
            <a:endParaRPr lang="en-US" dirty="0"/>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3">
    <p:spTree>
      <p:nvGrpSpPr>
        <p:cNvPr id="1" name=""/>
        <p:cNvGrpSpPr/>
        <p:nvPr/>
      </p:nvGrpSpPr>
      <p:grpSpPr>
        <a:xfrm>
          <a:off x="0" y="0"/>
          <a:ext cx="0" cy="0"/>
          <a:chOff x="0" y="0"/>
          <a:chExt cx="0" cy="0"/>
        </a:xfrm>
      </p:grpSpPr>
      <p:sp>
        <p:nvSpPr>
          <p:cNvPr id="2" name="Object1"/>
          <p:cNvSpPr>
            <a:spLocks noGrp="1"/>
          </p:cNvSpPr>
          <p:nvPr>
            <p:ph type="body" idx="101" hasCustomPrompt="1"/>
          </p:nvPr>
        </p:nvSpPr>
        <p:spPr>
          <a:xfrm>
            <a:off x="0" y="0"/>
            <a:ext cx="9144000" cy="274320"/>
          </a:xfrm>
          <a:prstGeom prst="rect">
            <a:avLst/>
          </a:prstGeom>
          <a:noFill/>
          <a:ln/>
        </p:spPr>
        <p:txBody>
          <a:bodyPr wrap="square" rtlCol="0"/>
          <a:lstStyle/>
          <a:p>
            <a:pPr marL="0" indent="0">
              <a:buNone/>
            </a:pPr>
            <a:r>
              <a:rPr lang="en-US" dirty="0"/>
              <a:t>Configure Server-Based Authentication</a:t>
            </a:r>
          </a:p>
        </p:txBody>
      </p:sp>
      <p:sp>
        <p:nvSpPr>
          <p:cNvPr id="3" name="Object2"/>
          <p:cNvSpPr>
            <a:spLocks noGrp="1"/>
          </p:cNvSpPr>
          <p:nvPr>
            <p:ph type="body" idx="100" hasCustomPrompt="1"/>
          </p:nvPr>
        </p:nvSpPr>
        <p:spPr>
          <a:xfrm>
            <a:off x="0" y="274320"/>
            <a:ext cx="9144000" cy="914400"/>
          </a:xfrm>
          <a:prstGeom prst="rect">
            <a:avLst/>
          </a:prstGeom>
          <a:noFill/>
          <a:ln/>
        </p:spPr>
        <p:txBody>
          <a:bodyPr wrap="square" rtlCol="0"/>
          <a:lstStyle/>
          <a:p>
            <a:pPr marL="0" indent="0">
              <a:buNone/>
            </a:pPr>
            <a:r>
              <a:rPr lang="en-US" dirty="0"/>
              <a:t>Authenticate to the AAA Server Configuration Commands</a:t>
            </a:r>
          </a:p>
        </p:txBody>
      </p:sp>
      <p:sp>
        <p:nvSpPr>
          <p:cNvPr id="5" name="Object4"/>
          <p:cNvSpPr/>
          <p:nvPr/>
        </p:nvSpPr>
        <p:spPr>
          <a:xfrm>
            <a:off x="0" y="914400"/>
            <a:ext cx="9027886" cy="841829"/>
          </a:xfrm>
          <a:prstGeom prst="rect">
            <a:avLst/>
          </a:prstGeom>
          <a:noFill/>
          <a:ln/>
        </p:spPr>
        <p:txBody>
          <a:bodyPr wrap="square" rtlCol="0" anchor="t"/>
          <a:lstStyle/>
          <a:p>
            <a:pPr>
              <a:lnSpc>
                <a:spcPts val="2000"/>
              </a:lnSpc>
            </a:pPr>
            <a:r>
              <a:rPr lang="en-US" sz="1600" dirty="0">
                <a:latin typeface="Arial" panose="020B0604020202020204" pitchFamily="34" charset="0"/>
                <a:cs typeface="Arial" panose="020B0604020202020204" pitchFamily="34" charset="0"/>
              </a:rPr>
              <a:t>When the AAA security servers have been identified, the servers must be included in the method list of the </a:t>
            </a:r>
            <a:r>
              <a:rPr lang="en-US" sz="1600" b="1" dirty="0">
                <a:latin typeface="Arial" panose="020B0604020202020204" pitchFamily="34" charset="0"/>
                <a:cs typeface="Arial" panose="020B0604020202020204" pitchFamily="34" charset="0"/>
              </a:rPr>
              <a:t>aaa authentication login</a:t>
            </a:r>
            <a:r>
              <a:rPr lang="en-US" sz="1600" dirty="0">
                <a:latin typeface="Arial" panose="020B0604020202020204" pitchFamily="34" charset="0"/>
                <a:cs typeface="Arial" panose="020B0604020202020204" pitchFamily="34" charset="0"/>
              </a:rPr>
              <a:t> command. AAA servers are identified using the </a:t>
            </a:r>
            <a:r>
              <a:rPr lang="en-US" sz="1600" b="1" dirty="0">
                <a:latin typeface="Arial" panose="020B0604020202020204" pitchFamily="34" charset="0"/>
                <a:cs typeface="Arial" panose="020B0604020202020204" pitchFamily="34" charset="0"/>
              </a:rPr>
              <a:t>group tacacs+</a:t>
            </a:r>
            <a:r>
              <a:rPr lang="en-US" sz="1600" dirty="0">
                <a:latin typeface="Arial" panose="020B0604020202020204" pitchFamily="34" charset="0"/>
                <a:cs typeface="Arial" panose="020B0604020202020204" pitchFamily="34" charset="0"/>
              </a:rPr>
              <a:t> or </a:t>
            </a:r>
            <a:r>
              <a:rPr lang="en-US" sz="1600" b="1" dirty="0">
                <a:latin typeface="Arial" panose="020B0604020202020204" pitchFamily="34" charset="0"/>
                <a:cs typeface="Arial" panose="020B0604020202020204" pitchFamily="34" charset="0"/>
              </a:rPr>
              <a:t>group radius</a:t>
            </a:r>
            <a:r>
              <a:rPr lang="en-US" sz="1600" dirty="0">
                <a:latin typeface="Arial" panose="020B0604020202020204" pitchFamily="34" charset="0"/>
                <a:cs typeface="Arial" panose="020B0604020202020204" pitchFamily="34" charset="0"/>
              </a:rPr>
              <a:t> keywords. Refer to the figure to see command syntax options available with the </a:t>
            </a:r>
            <a:r>
              <a:rPr lang="en-US" sz="1600" b="1" dirty="0">
                <a:latin typeface="Arial" panose="020B0604020202020204" pitchFamily="34" charset="0"/>
                <a:cs typeface="Arial" panose="020B0604020202020204" pitchFamily="34" charset="0"/>
              </a:rPr>
              <a:t>aaa authentication login</a:t>
            </a:r>
            <a:r>
              <a:rPr lang="en-US" sz="1600" dirty="0">
                <a:latin typeface="Arial" panose="020B0604020202020204" pitchFamily="34" charset="0"/>
                <a:cs typeface="Arial" panose="020B0604020202020204" pitchFamily="34" charset="0"/>
              </a:rPr>
              <a:t> command.</a:t>
            </a:r>
          </a:p>
          <a:p>
            <a:pPr>
              <a:lnSpc>
                <a:spcPts val="2000"/>
              </a:lnSpc>
            </a:pPr>
            <a:endParaRPr lang="en-US" sz="1400" dirty="0"/>
          </a:p>
        </p:txBody>
      </p:sp>
      <p:pic>
        <p:nvPicPr>
          <p:cNvPr id="4" name="Picture 3">
            <a:extLst>
              <a:ext uri="{FF2B5EF4-FFF2-40B4-BE49-F238E27FC236}">
                <a16:creationId xmlns:a16="http://schemas.microsoft.com/office/drawing/2014/main" id="{9B9EE47C-54B3-4579-AF1A-9535BB4C6D7B}"/>
              </a:ext>
            </a:extLst>
          </p:cNvPr>
          <p:cNvPicPr>
            <a:picLocks noChangeAspect="1"/>
          </p:cNvPicPr>
          <p:nvPr/>
        </p:nvPicPr>
        <p:blipFill>
          <a:blip r:embed="rId3"/>
          <a:stretch>
            <a:fillRect/>
          </a:stretch>
        </p:blipFill>
        <p:spPr>
          <a:xfrm>
            <a:off x="1545772" y="1969281"/>
            <a:ext cx="5768335" cy="2659869"/>
          </a:xfrm>
          <a:prstGeom prst="rect">
            <a:avLst/>
          </a:prstGeom>
        </p:spPr>
      </p:pic>
      <p:sp>
        <p:nvSpPr>
          <p:cNvPr id="25" name="Slide Number Placeholder 24"/>
          <p:cNvSpPr>
            <a:spLocks noGrp="1"/>
          </p:cNvSpPr>
          <p:nvPr>
            <p:ph type="sldNum" sz="quarter" idx="4294967295"/>
          </p:nvPr>
        </p:nvSpPr>
        <p:spPr>
          <a:xfrm>
            <a:off x="8686800" y="4629150"/>
            <a:ext cx="457200" cy="228600"/>
          </a:xfrm>
          <a:prstGeom prst="rect">
            <a:avLst/>
          </a:prstGeom>
          <a:extLst>
            <a:ext uri="{C572A759-6A51-4108-AA02-DFA0A04FC94B}">
              <ma14:wrappingTextBoxFlag xmlns="" xmlns:ma14="http://schemas.microsoft.com/office/mac/drawingml/2011/main" val="0"/>
            </a:ext>
          </a:extLst>
        </p:spPr>
        <p:txBody>
          <a:bodyPr/>
          <a:lstStyle>
            <a:lvl1pPr>
              <a:defRPr sz="600">
                <a:solidFill>
                  <a:srgbClr val="D9D9D9"/>
                </a:solidFill>
              </a:defRPr>
            </a:lvl1pPr>
          </a:lstStyle>
          <a:p>
            <a:fld id="{F7021451-1387-4CA6-816F-3879F97B5CBC}" type="slidenum">
              <a:rPr lang="en-US"/>
              <a:t>37</a:t>
            </a:fld>
            <a:endParaRPr lang="en-US" dirty="0"/>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1"/>
          <p:cNvSpPr>
            <a:spLocks noGrp="1"/>
          </p:cNvSpPr>
          <p:nvPr>
            <p:ph type="body" idx="101" hasCustomPrompt="1"/>
          </p:nvPr>
        </p:nvSpPr>
        <p:spPr>
          <a:xfrm>
            <a:off x="0" y="0"/>
            <a:ext cx="9144000" cy="274320"/>
          </a:xfrm>
          <a:prstGeom prst="rect">
            <a:avLst/>
          </a:prstGeom>
          <a:noFill/>
          <a:ln/>
        </p:spPr>
        <p:txBody>
          <a:bodyPr wrap="square" rtlCol="0"/>
          <a:lstStyle/>
          <a:p>
            <a:pPr marL="0" indent="0">
              <a:buNone/>
            </a:pPr>
            <a:r>
              <a:rPr lang="en-US" dirty="0"/>
              <a:t>Configure Server-Based Authentication</a:t>
            </a:r>
          </a:p>
        </p:txBody>
      </p:sp>
      <p:sp>
        <p:nvSpPr>
          <p:cNvPr id="3" name="Object2"/>
          <p:cNvSpPr>
            <a:spLocks noGrp="1"/>
          </p:cNvSpPr>
          <p:nvPr>
            <p:ph type="body" idx="100" hasCustomPrompt="1"/>
          </p:nvPr>
        </p:nvSpPr>
        <p:spPr>
          <a:xfrm>
            <a:off x="0" y="274320"/>
            <a:ext cx="9144000" cy="914400"/>
          </a:xfrm>
          <a:prstGeom prst="rect">
            <a:avLst/>
          </a:prstGeom>
          <a:noFill/>
          <a:ln/>
        </p:spPr>
        <p:txBody>
          <a:bodyPr wrap="square" rtlCol="0"/>
          <a:lstStyle/>
          <a:p>
            <a:pPr marL="0" indent="0">
              <a:buNone/>
            </a:pPr>
            <a:r>
              <a:rPr lang="en-US" dirty="0"/>
              <a:t>Authenticate to the AAA Server Configuration Commands (Cont.)</a:t>
            </a:r>
          </a:p>
        </p:txBody>
      </p:sp>
      <p:sp>
        <p:nvSpPr>
          <p:cNvPr id="5" name="Object4"/>
          <p:cNvSpPr/>
          <p:nvPr/>
        </p:nvSpPr>
        <p:spPr>
          <a:xfrm>
            <a:off x="0" y="914400"/>
            <a:ext cx="9027886" cy="841829"/>
          </a:xfrm>
          <a:prstGeom prst="rect">
            <a:avLst/>
          </a:prstGeom>
          <a:noFill/>
          <a:ln/>
        </p:spPr>
        <p:txBody>
          <a:bodyPr wrap="square" rtlCol="0" anchor="t"/>
          <a:lstStyle/>
          <a:p>
            <a:pPr>
              <a:lnSpc>
                <a:spcPts val="2000"/>
              </a:lnSpc>
            </a:pPr>
            <a:r>
              <a:rPr lang="en-US" sz="1600" dirty="0">
                <a:latin typeface="Arial" panose="020B0604020202020204" pitchFamily="34" charset="0"/>
                <a:cs typeface="Arial" panose="020B0604020202020204" pitchFamily="34" charset="0"/>
              </a:rPr>
              <a:t>To configure a method list for the default login to authenticate first using a TACACS+ server, second with a RADIUS server, and finally with a local username database, specify the order with the </a:t>
            </a:r>
            <a:r>
              <a:rPr lang="en-US" sz="1600" b="1" dirty="0">
                <a:latin typeface="Arial" panose="020B0604020202020204" pitchFamily="34" charset="0"/>
                <a:cs typeface="Arial" panose="020B0604020202020204" pitchFamily="34" charset="0"/>
              </a:rPr>
              <a:t>aaa authentication login default</a:t>
            </a:r>
            <a:r>
              <a:rPr lang="en-US" sz="1600" dirty="0">
                <a:latin typeface="Arial" panose="020B0604020202020204" pitchFamily="34" charset="0"/>
                <a:cs typeface="Arial" panose="020B0604020202020204" pitchFamily="34" charset="0"/>
              </a:rPr>
              <a:t> command, as highlighted in the example.</a:t>
            </a:r>
            <a:endParaRPr lang="en-US" sz="1400" dirty="0">
              <a:latin typeface="Arial" panose="020B0604020202020204" pitchFamily="34" charset="0"/>
              <a:cs typeface="Arial" panose="020B0604020202020204" pitchFamily="34" charset="0"/>
            </a:endParaRPr>
          </a:p>
        </p:txBody>
      </p:sp>
      <p:pic>
        <p:nvPicPr>
          <p:cNvPr id="6" name="Picture 5">
            <a:extLst>
              <a:ext uri="{FF2B5EF4-FFF2-40B4-BE49-F238E27FC236}">
                <a16:creationId xmlns:a16="http://schemas.microsoft.com/office/drawing/2014/main" id="{2E80DC55-1C97-4A0E-B5B3-5C980C51E2EE}"/>
              </a:ext>
            </a:extLst>
          </p:cNvPr>
          <p:cNvPicPr>
            <a:picLocks noChangeAspect="1"/>
          </p:cNvPicPr>
          <p:nvPr/>
        </p:nvPicPr>
        <p:blipFill>
          <a:blip r:embed="rId3"/>
          <a:stretch>
            <a:fillRect/>
          </a:stretch>
        </p:blipFill>
        <p:spPr>
          <a:xfrm>
            <a:off x="805542" y="1864006"/>
            <a:ext cx="7497794" cy="2765144"/>
          </a:xfrm>
          <a:prstGeom prst="rect">
            <a:avLst/>
          </a:prstGeom>
        </p:spPr>
      </p:pic>
      <p:sp>
        <p:nvSpPr>
          <p:cNvPr id="25" name="Slide Number Placeholder 24"/>
          <p:cNvSpPr>
            <a:spLocks noGrp="1"/>
          </p:cNvSpPr>
          <p:nvPr>
            <p:ph type="sldNum" sz="quarter" idx="4294967295"/>
          </p:nvPr>
        </p:nvSpPr>
        <p:spPr>
          <a:xfrm>
            <a:off x="8686800" y="4629150"/>
            <a:ext cx="457200" cy="228600"/>
          </a:xfrm>
          <a:prstGeom prst="rect">
            <a:avLst/>
          </a:prstGeom>
          <a:extLst>
            <a:ext uri="{C572A759-6A51-4108-AA02-DFA0A04FC94B}">
              <ma14:wrappingTextBoxFlag xmlns="" xmlns:ma14="http://schemas.microsoft.com/office/mac/drawingml/2011/main" val="0"/>
            </a:ext>
          </a:extLst>
        </p:spPr>
        <p:txBody>
          <a:bodyPr/>
          <a:lstStyle>
            <a:lvl1pPr>
              <a:defRPr sz="600">
                <a:solidFill>
                  <a:srgbClr val="D9D9D9"/>
                </a:solidFill>
              </a:defRPr>
            </a:lvl1pPr>
          </a:lstStyle>
          <a:p>
            <a:fld id="{F7021451-1387-4CA6-816F-3879F97B5CBC}" type="slidenum">
              <a:rPr lang="en-US"/>
              <a:t>38</a:t>
            </a:fld>
            <a:endParaRPr lang="en-US" dirty="0"/>
          </a:p>
        </p:txBody>
      </p:sp>
    </p:spTree>
    <p:extLst>
      <p:ext uri="{BB962C8B-B14F-4D97-AF65-F5344CB8AC3E}">
        <p14:creationId xmlns:p14="http://schemas.microsoft.com/office/powerpoint/2010/main" val="3600007590"/>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5">
    <p:spTree>
      <p:nvGrpSpPr>
        <p:cNvPr id="1" name=""/>
        <p:cNvGrpSpPr/>
        <p:nvPr/>
      </p:nvGrpSpPr>
      <p:grpSpPr>
        <a:xfrm>
          <a:off x="0" y="0"/>
          <a:ext cx="0" cy="0"/>
          <a:chOff x="0" y="0"/>
          <a:chExt cx="0" cy="0"/>
        </a:xfrm>
      </p:grpSpPr>
      <p:sp>
        <p:nvSpPr>
          <p:cNvPr id="2" name="Object1"/>
          <p:cNvSpPr>
            <a:spLocks noGrp="1"/>
          </p:cNvSpPr>
          <p:nvPr>
            <p:ph type="body" idx="101" hasCustomPrompt="1"/>
          </p:nvPr>
        </p:nvSpPr>
        <p:spPr>
          <a:xfrm>
            <a:off x="0" y="0"/>
            <a:ext cx="9144000" cy="274320"/>
          </a:xfrm>
          <a:prstGeom prst="rect">
            <a:avLst/>
          </a:prstGeom>
          <a:noFill/>
          <a:ln/>
        </p:spPr>
        <p:txBody>
          <a:bodyPr wrap="square" rtlCol="0"/>
          <a:lstStyle/>
          <a:p>
            <a:pPr marL="0" indent="0">
              <a:buNone/>
            </a:pPr>
            <a:r>
              <a:rPr lang="en-US" dirty="0"/>
              <a:t>Configure Server-Based Authentication</a:t>
            </a:r>
          </a:p>
        </p:txBody>
      </p:sp>
      <p:sp>
        <p:nvSpPr>
          <p:cNvPr id="3" name="Object2"/>
          <p:cNvSpPr>
            <a:spLocks noGrp="1"/>
          </p:cNvSpPr>
          <p:nvPr>
            <p:ph type="body" idx="100" hasCustomPrompt="1"/>
          </p:nvPr>
        </p:nvSpPr>
        <p:spPr>
          <a:xfrm>
            <a:off x="0" y="274320"/>
            <a:ext cx="9144000" cy="914400"/>
          </a:xfrm>
          <a:prstGeom prst="rect">
            <a:avLst/>
          </a:prstGeom>
          <a:noFill/>
          <a:ln/>
        </p:spPr>
        <p:txBody>
          <a:bodyPr wrap="square" rtlCol="0"/>
          <a:lstStyle/>
          <a:p>
            <a:pPr marL="0" indent="0">
              <a:buNone/>
            </a:pPr>
            <a:r>
              <a:rPr lang="en-US" dirty="0"/>
              <a:t>Video Demonstration - Configure a Cisco Router to Access a AAA RADIUS Server</a:t>
            </a:r>
          </a:p>
        </p:txBody>
      </p:sp>
      <p:sp>
        <p:nvSpPr>
          <p:cNvPr id="5" name="Object4"/>
          <p:cNvSpPr/>
          <p:nvPr/>
        </p:nvSpPr>
        <p:spPr>
          <a:xfrm>
            <a:off x="0" y="1088571"/>
            <a:ext cx="9361714" cy="2571750"/>
          </a:xfrm>
          <a:prstGeom prst="rect">
            <a:avLst/>
          </a:prstGeom>
          <a:noFill/>
          <a:ln/>
        </p:spPr>
        <p:txBody>
          <a:bodyPr wrap="square" rtlCol="0" anchor="t"/>
          <a:lstStyle/>
          <a:p>
            <a:r>
              <a:rPr lang="en-US" sz="1600" dirty="0">
                <a:effectLst/>
                <a:latin typeface="Arial" panose="020B0604020202020204" pitchFamily="34" charset="0"/>
                <a:cs typeface="Arial" panose="020B0604020202020204" pitchFamily="34" charset="0"/>
              </a:rPr>
              <a:t>This video demonstrates how to configure a Cisco router to access a AAA RADIUS server by completing the following:</a:t>
            </a:r>
          </a:p>
          <a:p>
            <a:endParaRPr lang="en-US" sz="1400" dirty="0">
              <a:effectLst/>
              <a:latin typeface="Arial" panose="020B0604020202020204" pitchFamily="34" charset="0"/>
              <a:cs typeface="Arial" panose="020B0604020202020204" pitchFamily="34" charset="0"/>
            </a:endParaRPr>
          </a:p>
          <a:p>
            <a:pPr lvl="1"/>
            <a:r>
              <a:rPr lang="en-US" sz="1300" b="1" dirty="0">
                <a:effectLst/>
                <a:latin typeface="Arial" panose="020B0604020202020204" pitchFamily="34" charset="0"/>
                <a:cs typeface="Arial" panose="020B0604020202020204" pitchFamily="34" charset="0"/>
              </a:rPr>
              <a:t>Step 1</a:t>
            </a:r>
            <a:r>
              <a:rPr lang="en-US" sz="1300" dirty="0">
                <a:effectLst/>
                <a:latin typeface="Arial" panose="020B0604020202020204" pitchFamily="34" charset="0"/>
                <a:cs typeface="Arial" panose="020B0604020202020204" pitchFamily="34" charset="0"/>
              </a:rPr>
              <a:t>. Create users on the RADIUS server</a:t>
            </a:r>
          </a:p>
          <a:p>
            <a:pPr lvl="1"/>
            <a:r>
              <a:rPr lang="en-US" sz="1300" b="1" dirty="0">
                <a:effectLst/>
                <a:latin typeface="Arial" panose="020B0604020202020204" pitchFamily="34" charset="0"/>
                <a:cs typeface="Arial" panose="020B0604020202020204" pitchFamily="34" charset="0"/>
              </a:rPr>
              <a:t>Step 2</a:t>
            </a:r>
            <a:r>
              <a:rPr lang="en-US" sz="1300" dirty="0">
                <a:effectLst/>
                <a:latin typeface="Arial" panose="020B0604020202020204" pitchFamily="34" charset="0"/>
                <a:cs typeface="Arial" panose="020B0604020202020204" pitchFamily="34" charset="0"/>
              </a:rPr>
              <a:t>. Set a secret key on the RADIUS server</a:t>
            </a:r>
          </a:p>
          <a:p>
            <a:pPr lvl="1"/>
            <a:r>
              <a:rPr lang="en-US" sz="1300" b="1" dirty="0">
                <a:effectLst/>
                <a:latin typeface="Arial" panose="020B0604020202020204" pitchFamily="34" charset="0"/>
                <a:cs typeface="Arial" panose="020B0604020202020204" pitchFamily="34" charset="0"/>
              </a:rPr>
              <a:t>Step 3</a:t>
            </a:r>
            <a:r>
              <a:rPr lang="en-US" sz="1300" dirty="0">
                <a:effectLst/>
                <a:latin typeface="Arial" panose="020B0604020202020204" pitchFamily="34" charset="0"/>
                <a:cs typeface="Arial" panose="020B0604020202020204" pitchFamily="34" charset="0"/>
              </a:rPr>
              <a:t>. Verify port 1812 for the RADIUS authentication port and 1813 for the RADIUS accounting port</a:t>
            </a:r>
          </a:p>
          <a:p>
            <a:pPr lvl="1"/>
            <a:r>
              <a:rPr lang="en-US" sz="1300" b="1" dirty="0">
                <a:effectLst/>
                <a:latin typeface="Arial" panose="020B0604020202020204" pitchFamily="34" charset="0"/>
                <a:cs typeface="Arial" panose="020B0604020202020204" pitchFamily="34" charset="0"/>
              </a:rPr>
              <a:t>Step 4</a:t>
            </a:r>
            <a:r>
              <a:rPr lang="en-US" sz="1300" dirty="0">
                <a:effectLst/>
                <a:latin typeface="Arial" panose="020B0604020202020204" pitchFamily="34" charset="0"/>
                <a:cs typeface="Arial" panose="020B0604020202020204" pitchFamily="34" charset="0"/>
              </a:rPr>
              <a:t>. Set up SSH on the router for remote access</a:t>
            </a:r>
          </a:p>
          <a:p>
            <a:pPr lvl="1"/>
            <a:r>
              <a:rPr lang="en-US" sz="1300" b="1" dirty="0">
                <a:effectLst/>
                <a:latin typeface="Arial" panose="020B0604020202020204" pitchFamily="34" charset="0"/>
                <a:cs typeface="Arial" panose="020B0604020202020204" pitchFamily="34" charset="0"/>
              </a:rPr>
              <a:t>Step 5</a:t>
            </a:r>
            <a:r>
              <a:rPr lang="en-US" sz="1300" dirty="0">
                <a:effectLst/>
                <a:latin typeface="Arial" panose="020B0604020202020204" pitchFamily="34" charset="0"/>
                <a:cs typeface="Arial" panose="020B0604020202020204" pitchFamily="34" charset="0"/>
              </a:rPr>
              <a:t>. Set up a local user on the router in case of RADIUS server failure</a:t>
            </a:r>
          </a:p>
          <a:p>
            <a:pPr lvl="1"/>
            <a:r>
              <a:rPr lang="en-US" sz="1300" b="1" dirty="0">
                <a:effectLst/>
                <a:latin typeface="Arial" panose="020B0604020202020204" pitchFamily="34" charset="0"/>
                <a:cs typeface="Arial" panose="020B0604020202020204" pitchFamily="34" charset="0"/>
              </a:rPr>
              <a:t>Step 6</a:t>
            </a:r>
            <a:r>
              <a:rPr lang="en-US" sz="1300" dirty="0">
                <a:effectLst/>
                <a:latin typeface="Arial" panose="020B0604020202020204" pitchFamily="34" charset="0"/>
                <a:cs typeface="Arial" panose="020B0604020202020204" pitchFamily="34" charset="0"/>
              </a:rPr>
              <a:t>. Enable AAA authentication on the router</a:t>
            </a:r>
          </a:p>
          <a:p>
            <a:pPr lvl="1"/>
            <a:r>
              <a:rPr lang="en-US" sz="1300" b="1" dirty="0">
                <a:effectLst/>
                <a:latin typeface="Arial" panose="020B0604020202020204" pitchFamily="34" charset="0"/>
                <a:cs typeface="Arial" panose="020B0604020202020204" pitchFamily="34" charset="0"/>
              </a:rPr>
              <a:t>Step 7</a:t>
            </a:r>
            <a:r>
              <a:rPr lang="en-US" sz="1300" dirty="0">
                <a:effectLst/>
                <a:latin typeface="Arial" panose="020B0604020202020204" pitchFamily="34" charset="0"/>
                <a:cs typeface="Arial" panose="020B0604020202020204" pitchFamily="34" charset="0"/>
              </a:rPr>
              <a:t>. Set AAA authentication login method lists</a:t>
            </a:r>
          </a:p>
          <a:p>
            <a:pPr lvl="1"/>
            <a:r>
              <a:rPr lang="en-US" sz="1300" b="1" dirty="0">
                <a:effectLst/>
                <a:latin typeface="Arial" panose="020B0604020202020204" pitchFamily="34" charset="0"/>
                <a:cs typeface="Arial" panose="020B0604020202020204" pitchFamily="34" charset="0"/>
              </a:rPr>
              <a:t>Step 8</a:t>
            </a:r>
            <a:r>
              <a:rPr lang="en-US" sz="1300" dirty="0">
                <a:effectLst/>
                <a:latin typeface="Arial" panose="020B0604020202020204" pitchFamily="34" charset="0"/>
                <a:cs typeface="Arial" panose="020B0604020202020204" pitchFamily="34" charset="0"/>
              </a:rPr>
              <a:t>. Enable the router to use the RADIUS server for authentication by configuring the following on the router:</a:t>
            </a:r>
          </a:p>
          <a:p>
            <a:pPr lvl="2">
              <a:buFont typeface="+mj-lt"/>
              <a:buAutoNum type="arabicPeriod"/>
            </a:pPr>
            <a:r>
              <a:rPr lang="en-US" sz="1300" dirty="0">
                <a:effectLst/>
                <a:latin typeface="Arial" panose="020B0604020202020204" pitchFamily="34" charset="0"/>
                <a:cs typeface="Arial" panose="020B0604020202020204" pitchFamily="34" charset="0"/>
              </a:rPr>
              <a:t>RADIUS server name</a:t>
            </a:r>
          </a:p>
          <a:p>
            <a:pPr lvl="2">
              <a:buFont typeface="+mj-lt"/>
              <a:buAutoNum type="arabicPeriod"/>
            </a:pPr>
            <a:r>
              <a:rPr lang="en-US" sz="1300" dirty="0">
                <a:effectLst/>
                <a:latin typeface="Arial" panose="020B0604020202020204" pitchFamily="34" charset="0"/>
                <a:cs typeface="Arial" panose="020B0604020202020204" pitchFamily="34" charset="0"/>
              </a:rPr>
              <a:t>RADIUS server IP address, authentication port 1812, and accounting port 1813</a:t>
            </a:r>
          </a:p>
          <a:p>
            <a:pPr lvl="2">
              <a:buFont typeface="+mj-lt"/>
              <a:buAutoNum type="arabicPeriod"/>
            </a:pPr>
            <a:r>
              <a:rPr lang="en-US" sz="1300" dirty="0">
                <a:effectLst/>
                <a:latin typeface="Arial" panose="020B0604020202020204" pitchFamily="34" charset="0"/>
                <a:cs typeface="Arial" panose="020B0604020202020204" pitchFamily="34" charset="0"/>
              </a:rPr>
              <a:t>shared secret key</a:t>
            </a:r>
          </a:p>
          <a:p>
            <a:pPr lvl="1"/>
            <a:r>
              <a:rPr lang="en-US" sz="1300" b="1" dirty="0">
                <a:effectLst/>
                <a:latin typeface="Arial" panose="020B0604020202020204" pitchFamily="34" charset="0"/>
                <a:cs typeface="Arial" panose="020B0604020202020204" pitchFamily="34" charset="0"/>
              </a:rPr>
              <a:t>Step 9</a:t>
            </a:r>
            <a:r>
              <a:rPr lang="en-US" sz="1300" dirty="0">
                <a:effectLst/>
                <a:latin typeface="Arial" panose="020B0604020202020204" pitchFamily="34" charset="0"/>
                <a:cs typeface="Arial" panose="020B0604020202020204" pitchFamily="34" charset="0"/>
              </a:rPr>
              <a:t>. Configure the console line and specify the AAA login authentication method list to use</a:t>
            </a:r>
          </a:p>
          <a:p>
            <a:pPr lvl="1"/>
            <a:r>
              <a:rPr lang="en-US" sz="1300" b="1" dirty="0">
                <a:effectLst/>
                <a:latin typeface="Arial" panose="020B0604020202020204" pitchFamily="34" charset="0"/>
                <a:cs typeface="Arial" panose="020B0604020202020204" pitchFamily="34" charset="0"/>
              </a:rPr>
              <a:t>Step 10</a:t>
            </a:r>
            <a:r>
              <a:rPr lang="en-US" sz="1300" dirty="0">
                <a:effectLst/>
                <a:latin typeface="Arial" panose="020B0604020202020204" pitchFamily="34" charset="0"/>
                <a:cs typeface="Arial" panose="020B0604020202020204" pitchFamily="34" charset="0"/>
              </a:rPr>
              <a:t>. Configure the VTY lines for SSH and specify the AAA login authentication method list to use</a:t>
            </a:r>
          </a:p>
          <a:p>
            <a:pPr lvl="1"/>
            <a:r>
              <a:rPr lang="en-US" sz="1300" b="1" dirty="0">
                <a:effectLst/>
                <a:latin typeface="Arial" panose="020B0604020202020204" pitchFamily="34" charset="0"/>
                <a:cs typeface="Arial" panose="020B0604020202020204" pitchFamily="34" charset="0"/>
              </a:rPr>
              <a:t>Step 11</a:t>
            </a:r>
            <a:r>
              <a:rPr lang="en-US" sz="1300" dirty="0">
                <a:effectLst/>
                <a:latin typeface="Arial" panose="020B0604020202020204" pitchFamily="34" charset="0"/>
                <a:cs typeface="Arial" panose="020B0604020202020204" pitchFamily="34" charset="0"/>
              </a:rPr>
              <a:t>. Test and verify</a:t>
            </a:r>
          </a:p>
        </p:txBody>
      </p:sp>
      <p:sp>
        <p:nvSpPr>
          <p:cNvPr id="25" name="Slide Number Placeholder 24"/>
          <p:cNvSpPr>
            <a:spLocks noGrp="1"/>
          </p:cNvSpPr>
          <p:nvPr>
            <p:ph type="sldNum" sz="quarter" idx="4294967295"/>
          </p:nvPr>
        </p:nvSpPr>
        <p:spPr>
          <a:xfrm>
            <a:off x="8686800" y="4629150"/>
            <a:ext cx="457200" cy="228600"/>
          </a:xfrm>
          <a:prstGeom prst="rect">
            <a:avLst/>
          </a:prstGeom>
          <a:extLst>
            <a:ext uri="{C572A759-6A51-4108-AA02-DFA0A04FC94B}">
              <ma14:wrappingTextBoxFlag xmlns="" xmlns:ma14="http://schemas.microsoft.com/office/mac/drawingml/2011/main" val="0"/>
            </a:ext>
          </a:extLst>
        </p:spPr>
        <p:txBody>
          <a:bodyPr/>
          <a:lstStyle>
            <a:lvl1pPr>
              <a:defRPr sz="600">
                <a:solidFill>
                  <a:srgbClr val="D9D9D9"/>
                </a:solidFill>
              </a:defRPr>
            </a:lvl1pPr>
          </a:lstStyle>
          <a:p>
            <a:fld id="{F7021451-1387-4CA6-816F-3879F97B5CBC}" type="slidenum">
              <a:rPr lang="en-US"/>
              <a:t>39</a:t>
            </a:fld>
            <a:endParaRPr lang="en-US" dirty="0"/>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24"/>
          <p:cNvSpPr>
            <a:spLocks noGrp="1"/>
          </p:cNvSpPr>
          <p:nvPr>
            <p:ph type="sldNum" sz="quarter" idx="4294967295"/>
          </p:nvPr>
        </p:nvSpPr>
        <p:spPr>
          <a:xfrm>
            <a:off x="8686800" y="4629150"/>
            <a:ext cx="457200" cy="228600"/>
          </a:xfrm>
          <a:prstGeom prst="rect">
            <a:avLst/>
          </a:prstGeom>
          <a:extLst>
            <a:ext uri="{C572A759-6A51-4108-AA02-DFA0A04FC94B}">
              <ma14:wrappingTextBoxFlag xmlns="" xmlns:ma14="http://schemas.microsoft.com/office/mac/drawingml/2011/main" val="0"/>
            </a:ext>
          </a:extLst>
        </p:spPr>
        <p:txBody>
          <a:bodyPr/>
          <a:lstStyle>
            <a:lvl1pPr>
              <a:defRPr sz="600">
                <a:solidFill>
                  <a:srgbClr val="D9D9D9"/>
                </a:solidFill>
              </a:defRPr>
            </a:lvl1pPr>
          </a:lstStyle>
          <a:p>
            <a:fld id="{F7021451-1387-4CA6-816F-3879F97B5CBC}" type="slidenum">
              <a:rPr lang="en-US"/>
              <a:t>40</a:t>
            </a:fld>
            <a:endParaRPr lang="en-US" dirty="0"/>
          </a:p>
        </p:txBody>
      </p:sp>
      <p:sp>
        <p:nvSpPr>
          <p:cNvPr id="5" name="Object4"/>
          <p:cNvSpPr/>
          <p:nvPr/>
        </p:nvSpPr>
        <p:spPr>
          <a:xfrm>
            <a:off x="159657" y="1016000"/>
            <a:ext cx="8229600" cy="2571750"/>
          </a:xfrm>
          <a:prstGeom prst="rect">
            <a:avLst/>
          </a:prstGeom>
          <a:noFill/>
          <a:ln/>
        </p:spPr>
        <p:txBody>
          <a:bodyPr wrap="square" rtlCol="0" anchor="t"/>
          <a:lstStyle/>
          <a:p>
            <a:r>
              <a:rPr lang="en-US" dirty="0">
                <a:effectLst/>
                <a:latin typeface="Arial" panose="020B0604020202020204" pitchFamily="34" charset="0"/>
                <a:cs typeface="Arial" panose="020B0604020202020204" pitchFamily="34" charset="0"/>
              </a:rPr>
              <a:t>In this lab, you will install the virtual machine.</a:t>
            </a:r>
          </a:p>
        </p:txBody>
      </p:sp>
      <p:sp>
        <p:nvSpPr>
          <p:cNvPr id="3" name="Object2"/>
          <p:cNvSpPr>
            <a:spLocks noGrp="1"/>
          </p:cNvSpPr>
          <p:nvPr>
            <p:ph type="body" idx="100" hasCustomPrompt="1"/>
          </p:nvPr>
        </p:nvSpPr>
        <p:spPr>
          <a:xfrm>
            <a:off x="0" y="274320"/>
            <a:ext cx="9144000" cy="914400"/>
          </a:xfrm>
          <a:prstGeom prst="rect">
            <a:avLst/>
          </a:prstGeom>
          <a:noFill/>
          <a:ln/>
        </p:spPr>
        <p:txBody>
          <a:bodyPr wrap="square" rtlCol="0"/>
          <a:lstStyle/>
          <a:p>
            <a:pPr marL="0" indent="0">
              <a:buNone/>
            </a:pPr>
            <a:r>
              <a:rPr lang="en-US" dirty="0"/>
              <a:t>Lab – Install the Virtual Machine</a:t>
            </a:r>
          </a:p>
        </p:txBody>
      </p:sp>
      <p:sp>
        <p:nvSpPr>
          <p:cNvPr id="2" name="Object1"/>
          <p:cNvSpPr>
            <a:spLocks noGrp="1"/>
          </p:cNvSpPr>
          <p:nvPr>
            <p:ph type="body" idx="101" hasCustomPrompt="1"/>
          </p:nvPr>
        </p:nvSpPr>
        <p:spPr>
          <a:xfrm>
            <a:off x="0" y="0"/>
            <a:ext cx="9144000" cy="274320"/>
          </a:xfrm>
          <a:prstGeom prst="rect">
            <a:avLst/>
          </a:prstGeom>
          <a:noFill/>
          <a:ln/>
        </p:spPr>
        <p:txBody>
          <a:bodyPr wrap="square" rtlCol="0"/>
          <a:lstStyle/>
          <a:p>
            <a:pPr marL="0" indent="0">
              <a:buNone/>
            </a:pPr>
            <a:r>
              <a:rPr lang="en-US" dirty="0"/>
              <a:t>Configure Server-Based Authentication</a:t>
            </a:r>
          </a:p>
        </p:txBody>
      </p:sp>
    </p:spTree>
    <p:extLst>
      <p:ext uri="{BB962C8B-B14F-4D97-AF65-F5344CB8AC3E}">
        <p14:creationId xmlns:p14="http://schemas.microsoft.com/office/powerpoint/2010/main" val="4259129871"/>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36">
    <p:spTree>
      <p:nvGrpSpPr>
        <p:cNvPr id="1" name=""/>
        <p:cNvGrpSpPr/>
        <p:nvPr/>
      </p:nvGrpSpPr>
      <p:grpSpPr>
        <a:xfrm>
          <a:off x="0" y="0"/>
          <a:ext cx="0" cy="0"/>
          <a:chOff x="0" y="0"/>
          <a:chExt cx="0" cy="0"/>
        </a:xfrm>
      </p:grpSpPr>
      <p:sp>
        <p:nvSpPr>
          <p:cNvPr id="2" name="Object1"/>
          <p:cNvSpPr>
            <a:spLocks noGrp="1"/>
          </p:cNvSpPr>
          <p:nvPr>
            <p:ph type="body" idx="101" hasCustomPrompt="1"/>
          </p:nvPr>
        </p:nvSpPr>
        <p:spPr>
          <a:xfrm>
            <a:off x="0" y="0"/>
            <a:ext cx="9144000" cy="274320"/>
          </a:xfrm>
          <a:prstGeom prst="rect">
            <a:avLst/>
          </a:prstGeom>
          <a:noFill/>
          <a:ln/>
        </p:spPr>
        <p:txBody>
          <a:bodyPr wrap="square" rtlCol="0"/>
          <a:lstStyle/>
          <a:p>
            <a:pPr marL="0" indent="0">
              <a:buNone/>
            </a:pPr>
            <a:r>
              <a:rPr lang="en-US" dirty="0"/>
              <a:t>Configure Server-Based Authentication</a:t>
            </a:r>
          </a:p>
        </p:txBody>
      </p:sp>
      <p:sp>
        <p:nvSpPr>
          <p:cNvPr id="3" name="Object2"/>
          <p:cNvSpPr>
            <a:spLocks noGrp="1"/>
          </p:cNvSpPr>
          <p:nvPr>
            <p:ph type="body" idx="100" hasCustomPrompt="1"/>
          </p:nvPr>
        </p:nvSpPr>
        <p:spPr>
          <a:xfrm>
            <a:off x="0" y="274320"/>
            <a:ext cx="9144000" cy="914400"/>
          </a:xfrm>
          <a:prstGeom prst="rect">
            <a:avLst/>
          </a:prstGeom>
          <a:noFill/>
          <a:ln/>
        </p:spPr>
        <p:txBody>
          <a:bodyPr wrap="square" rtlCol="0"/>
          <a:lstStyle/>
          <a:p>
            <a:pPr marL="0" indent="0">
              <a:buNone/>
            </a:pPr>
            <a:r>
              <a:rPr lang="en-US" dirty="0"/>
              <a:t>Lab -Configure Server-Based Authentication with RADIUS</a:t>
            </a:r>
          </a:p>
        </p:txBody>
      </p:sp>
      <p:sp>
        <p:nvSpPr>
          <p:cNvPr id="5" name="Object4"/>
          <p:cNvSpPr/>
          <p:nvPr/>
        </p:nvSpPr>
        <p:spPr>
          <a:xfrm>
            <a:off x="159657" y="1016000"/>
            <a:ext cx="8229600" cy="2571750"/>
          </a:xfrm>
          <a:prstGeom prst="rect">
            <a:avLst/>
          </a:prstGeom>
          <a:noFill/>
          <a:ln/>
        </p:spPr>
        <p:txBody>
          <a:bodyPr wrap="square" rtlCol="0" anchor="t"/>
          <a:lstStyle/>
          <a:p>
            <a:r>
              <a:rPr lang="en-US" dirty="0">
                <a:effectLst/>
                <a:latin typeface="Arial" panose="020B0604020202020204" pitchFamily="34" charset="0"/>
                <a:cs typeface="Arial" panose="020B0604020202020204" pitchFamily="34" charset="0"/>
              </a:rPr>
              <a:t>In this lab, you will complete the following objective:</a:t>
            </a:r>
          </a:p>
          <a:p>
            <a:endParaRPr lang="en-US" dirty="0">
              <a:effectLst/>
              <a:latin typeface="Arial" panose="020B0604020202020204" pitchFamily="34" charset="0"/>
              <a:cs typeface="Arial" panose="020B0604020202020204" pitchFamily="34" charset="0"/>
            </a:endParaRPr>
          </a:p>
          <a:p>
            <a:r>
              <a:rPr lang="en-US" dirty="0">
                <a:effectLst/>
                <a:latin typeface="Arial" panose="020B0604020202020204" pitchFamily="34" charset="0"/>
                <a:cs typeface="Arial" panose="020B0604020202020204" pitchFamily="34" charset="0"/>
              </a:rPr>
              <a:t>	Configure Centralized Authentication Using AAA and RADIUS</a:t>
            </a:r>
          </a:p>
        </p:txBody>
      </p:sp>
      <p:sp>
        <p:nvSpPr>
          <p:cNvPr id="25" name="Slide Number Placeholder 24"/>
          <p:cNvSpPr>
            <a:spLocks noGrp="1"/>
          </p:cNvSpPr>
          <p:nvPr>
            <p:ph type="sldNum" sz="quarter" idx="4294967295"/>
          </p:nvPr>
        </p:nvSpPr>
        <p:spPr>
          <a:xfrm>
            <a:off x="8686800" y="4629150"/>
            <a:ext cx="457200" cy="228600"/>
          </a:xfrm>
          <a:prstGeom prst="rect">
            <a:avLst/>
          </a:prstGeom>
          <a:extLst>
            <a:ext uri="{C572A759-6A51-4108-AA02-DFA0A04FC94B}">
              <ma14:wrappingTextBoxFlag xmlns="" xmlns:ma14="http://schemas.microsoft.com/office/mac/drawingml/2011/main" val="0"/>
            </a:ext>
          </a:extLst>
        </p:spPr>
        <p:txBody>
          <a:bodyPr/>
          <a:lstStyle>
            <a:lvl1pPr>
              <a:defRPr sz="600">
                <a:solidFill>
                  <a:srgbClr val="D9D9D9"/>
                </a:solidFill>
              </a:defRPr>
            </a:lvl1pPr>
          </a:lstStyle>
          <a:p>
            <a:fld id="{F7021451-1387-4CA6-816F-3879F97B5CBC}" type="slidenum">
              <a:rPr lang="en-US"/>
              <a:t>41</a:t>
            </a:fld>
            <a:endParaRPr lang="en-US" dirty="0"/>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1"/>
          <p:cNvSpPr>
            <a:spLocks noGrp="1"/>
          </p:cNvSpPr>
          <p:nvPr>
            <p:ph type="body" idx="101" hasCustomPrompt="1"/>
          </p:nvPr>
        </p:nvSpPr>
        <p:spPr>
          <a:xfrm>
            <a:off x="0" y="0"/>
            <a:ext cx="9144000" cy="274320"/>
          </a:xfrm>
          <a:prstGeom prst="rect">
            <a:avLst/>
          </a:prstGeom>
          <a:noFill/>
          <a:ln/>
        </p:spPr>
        <p:txBody>
          <a:bodyPr wrap="square" rtlCol="0"/>
          <a:lstStyle/>
          <a:p>
            <a:pPr marL="0" indent="0">
              <a:buNone/>
            </a:pPr>
            <a:r>
              <a:rPr lang="en-US" dirty="0"/>
              <a:t>Configure Server-Based Authentication</a:t>
            </a:r>
          </a:p>
        </p:txBody>
      </p:sp>
      <p:sp>
        <p:nvSpPr>
          <p:cNvPr id="3" name="Object2"/>
          <p:cNvSpPr>
            <a:spLocks noGrp="1"/>
          </p:cNvSpPr>
          <p:nvPr>
            <p:ph type="body" idx="100" hasCustomPrompt="1"/>
          </p:nvPr>
        </p:nvSpPr>
        <p:spPr>
          <a:xfrm>
            <a:off x="0" y="274320"/>
            <a:ext cx="9144000" cy="914400"/>
          </a:xfrm>
          <a:prstGeom prst="rect">
            <a:avLst/>
          </a:prstGeom>
          <a:noFill/>
          <a:ln/>
        </p:spPr>
        <p:txBody>
          <a:bodyPr wrap="square" rtlCol="0"/>
          <a:lstStyle/>
          <a:p>
            <a:pPr marL="0" indent="0">
              <a:buNone/>
            </a:pPr>
            <a:r>
              <a:rPr lang="en-US" dirty="0"/>
              <a:t>Packet Tracer -Configure Server-Based Authentication with TACACS+ and RADIUS</a:t>
            </a:r>
          </a:p>
        </p:txBody>
      </p:sp>
      <p:sp>
        <p:nvSpPr>
          <p:cNvPr id="5" name="Object4"/>
          <p:cNvSpPr/>
          <p:nvPr/>
        </p:nvSpPr>
        <p:spPr>
          <a:xfrm>
            <a:off x="159657" y="1016000"/>
            <a:ext cx="8229600" cy="2571750"/>
          </a:xfrm>
          <a:prstGeom prst="rect">
            <a:avLst/>
          </a:prstGeom>
          <a:noFill/>
          <a:ln/>
        </p:spPr>
        <p:txBody>
          <a:bodyPr wrap="square" rtlCol="0" anchor="t"/>
          <a:lstStyle/>
          <a:p>
            <a:r>
              <a:rPr lang="en-US" dirty="0">
                <a:effectLst/>
                <a:latin typeface="Arial" panose="020B0604020202020204" pitchFamily="34" charset="0"/>
                <a:cs typeface="Arial" panose="020B0604020202020204" pitchFamily="34" charset="0"/>
              </a:rPr>
              <a:t>In this Packet Tracer activity, you will complete the following objectives:</a:t>
            </a:r>
          </a:p>
          <a:p>
            <a:endParaRPr lang="en-US" dirty="0">
              <a:effectLst/>
              <a:latin typeface="Arial" panose="020B0604020202020204" pitchFamily="34" charset="0"/>
              <a:cs typeface="Arial" panose="020B0604020202020204" pitchFamily="34" charset="0"/>
            </a:endParaRPr>
          </a:p>
          <a:p>
            <a:pPr marL="285750" indent="-285750">
              <a:buFont typeface="Arial" panose="020B0604020202020204" pitchFamily="34" charset="0"/>
              <a:buChar char="•"/>
            </a:pPr>
            <a:r>
              <a:rPr lang="en-US" dirty="0">
                <a:effectLst/>
                <a:latin typeface="Arial" panose="020B0604020202020204" pitchFamily="34" charset="0"/>
                <a:cs typeface="Arial" panose="020B0604020202020204" pitchFamily="34" charset="0"/>
              </a:rPr>
              <a:t>    Configure server-based AAA authentication using TACACS+.</a:t>
            </a:r>
          </a:p>
          <a:p>
            <a:pPr marL="285750" indent="-285750">
              <a:buFont typeface="Arial" panose="020B0604020202020204" pitchFamily="34" charset="0"/>
              <a:buChar char="•"/>
            </a:pPr>
            <a:r>
              <a:rPr lang="en-US" dirty="0">
                <a:effectLst/>
                <a:latin typeface="Arial" panose="020B0604020202020204" pitchFamily="34" charset="0"/>
                <a:cs typeface="Arial" panose="020B0604020202020204" pitchFamily="34" charset="0"/>
              </a:rPr>
              <a:t>    Verify server-based AAA authentication from the PC-B client.</a:t>
            </a:r>
          </a:p>
          <a:p>
            <a:pPr marL="285750" indent="-285750">
              <a:buFont typeface="Arial" panose="020B0604020202020204" pitchFamily="34" charset="0"/>
              <a:buChar char="•"/>
            </a:pPr>
            <a:r>
              <a:rPr lang="en-US" dirty="0">
                <a:effectLst/>
                <a:latin typeface="Arial" panose="020B0604020202020204" pitchFamily="34" charset="0"/>
                <a:cs typeface="Arial" panose="020B0604020202020204" pitchFamily="34" charset="0"/>
              </a:rPr>
              <a:t>    Configure server-based AAA authentication using RADIUS.</a:t>
            </a:r>
          </a:p>
          <a:p>
            <a:pPr marL="285750" indent="-285750">
              <a:buFont typeface="Arial" panose="020B0604020202020204" pitchFamily="34" charset="0"/>
              <a:buChar char="•"/>
            </a:pPr>
            <a:r>
              <a:rPr lang="en-US" dirty="0">
                <a:effectLst/>
                <a:latin typeface="Arial" panose="020B0604020202020204" pitchFamily="34" charset="0"/>
                <a:cs typeface="Arial" panose="020B0604020202020204" pitchFamily="34" charset="0"/>
              </a:rPr>
              <a:t>    Verify server-based AAA authentication from the PC-C client.</a:t>
            </a:r>
          </a:p>
        </p:txBody>
      </p:sp>
      <p:sp>
        <p:nvSpPr>
          <p:cNvPr id="25" name="Slide Number Placeholder 24"/>
          <p:cNvSpPr>
            <a:spLocks noGrp="1"/>
          </p:cNvSpPr>
          <p:nvPr>
            <p:ph type="sldNum" sz="quarter" idx="4294967295"/>
          </p:nvPr>
        </p:nvSpPr>
        <p:spPr>
          <a:xfrm>
            <a:off x="8686800" y="4629150"/>
            <a:ext cx="457200" cy="228600"/>
          </a:xfrm>
          <a:prstGeom prst="rect">
            <a:avLst/>
          </a:prstGeom>
          <a:extLst>
            <a:ext uri="{C572A759-6A51-4108-AA02-DFA0A04FC94B}">
              <ma14:wrappingTextBoxFlag xmlns="" xmlns:ma14="http://schemas.microsoft.com/office/mac/drawingml/2011/main" val="0"/>
            </a:ext>
          </a:extLst>
        </p:spPr>
        <p:txBody>
          <a:bodyPr/>
          <a:lstStyle>
            <a:lvl1pPr>
              <a:defRPr sz="600">
                <a:solidFill>
                  <a:srgbClr val="D9D9D9"/>
                </a:solidFill>
              </a:defRPr>
            </a:lvl1pPr>
          </a:lstStyle>
          <a:p>
            <a:fld id="{F7021451-1387-4CA6-816F-3879F97B5CBC}" type="slidenum">
              <a:rPr lang="en-US"/>
              <a:t>42</a:t>
            </a:fld>
            <a:endParaRPr lang="en-US" dirty="0"/>
          </a:p>
        </p:txBody>
      </p:sp>
    </p:spTree>
    <p:extLst>
      <p:ext uri="{BB962C8B-B14F-4D97-AF65-F5344CB8AC3E}">
        <p14:creationId xmlns:p14="http://schemas.microsoft.com/office/powerpoint/2010/main" val="764901934"/>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37">
    <p:spTree>
      <p:nvGrpSpPr>
        <p:cNvPr id="1" name=""/>
        <p:cNvGrpSpPr/>
        <p:nvPr/>
      </p:nvGrpSpPr>
      <p:grpSpPr>
        <a:xfrm>
          <a:off x="0" y="0"/>
          <a:ext cx="0" cy="0"/>
          <a:chOff x="0" y="0"/>
          <a:chExt cx="0" cy="0"/>
        </a:xfrm>
      </p:grpSpPr>
      <p:sp>
        <p:nvSpPr>
          <p:cNvPr id="2" name="Object1"/>
          <p:cNvSpPr>
            <a:spLocks noGrp="1"/>
          </p:cNvSpPr>
          <p:nvPr>
            <p:ph type="body" idx="100" hasCustomPrompt="1"/>
          </p:nvPr>
        </p:nvSpPr>
        <p:spPr>
          <a:xfrm>
            <a:off x="457200" y="2057400"/>
            <a:ext cx="8229600" cy="914400"/>
          </a:xfrm>
          <a:prstGeom prst="rect">
            <a:avLst/>
          </a:prstGeom>
          <a:noFill/>
          <a:ln/>
        </p:spPr>
        <p:txBody>
          <a:bodyPr wrap="square" rtlCol="0"/>
          <a:lstStyle/>
          <a:p>
            <a:pPr marL="0" indent="0">
              <a:buNone/>
            </a:pPr>
            <a:r>
              <a:rPr lang="en-US" dirty="0"/>
              <a:t>7.5 Configure Server-Based Authorization and Accounting</a:t>
            </a:r>
          </a:p>
        </p:txBody>
      </p:sp>
      <p:sp>
        <p:nvSpPr>
          <p:cNvPr id="25" name="Slide Number Placeholder 24"/>
          <p:cNvSpPr>
            <a:spLocks noGrp="1"/>
          </p:cNvSpPr>
          <p:nvPr>
            <p:ph type="sldNum" sz="quarter" idx="4294967295"/>
          </p:nvPr>
        </p:nvSpPr>
        <p:spPr>
          <a:xfrm>
            <a:off x="8686800" y="4629150"/>
            <a:ext cx="457200" cy="228600"/>
          </a:xfrm>
          <a:prstGeom prst="rect">
            <a:avLst/>
          </a:prstGeom>
          <a:extLst>
            <a:ext uri="{C572A759-6A51-4108-AA02-DFA0A04FC94B}">
              <ma14:wrappingTextBoxFlag xmlns="" xmlns:ma14="http://schemas.microsoft.com/office/mac/drawingml/2011/main" val="0"/>
            </a:ext>
          </a:extLst>
        </p:spPr>
        <p:txBody>
          <a:bodyPr/>
          <a:lstStyle>
            <a:lvl1pPr>
              <a:defRPr sz="600">
                <a:solidFill>
                  <a:srgbClr val="D9D9D9"/>
                </a:solidFill>
              </a:defRPr>
            </a:lvl1pPr>
          </a:lstStyle>
          <a:p>
            <a:fld id="{F7021451-1387-4CA6-816F-3879F97B5CBC}" type="slidenum">
              <a:rPr lang="en-US"/>
              <a:t>43</a:t>
            </a:fld>
            <a:endParaRPr lang="en-US" dirty="0"/>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name="Slide 38">
    <p:spTree>
      <p:nvGrpSpPr>
        <p:cNvPr id="1" name=""/>
        <p:cNvGrpSpPr/>
        <p:nvPr/>
      </p:nvGrpSpPr>
      <p:grpSpPr>
        <a:xfrm>
          <a:off x="0" y="0"/>
          <a:ext cx="0" cy="0"/>
          <a:chOff x="0" y="0"/>
          <a:chExt cx="0" cy="0"/>
        </a:xfrm>
      </p:grpSpPr>
      <p:sp>
        <p:nvSpPr>
          <p:cNvPr id="2" name="Object1"/>
          <p:cNvSpPr>
            <a:spLocks noGrp="1"/>
          </p:cNvSpPr>
          <p:nvPr>
            <p:ph type="body" idx="101" hasCustomPrompt="1"/>
          </p:nvPr>
        </p:nvSpPr>
        <p:spPr>
          <a:xfrm>
            <a:off x="0" y="0"/>
            <a:ext cx="9144000" cy="274320"/>
          </a:xfrm>
          <a:prstGeom prst="rect">
            <a:avLst/>
          </a:prstGeom>
          <a:noFill/>
          <a:ln/>
        </p:spPr>
        <p:txBody>
          <a:bodyPr wrap="square" rtlCol="0"/>
          <a:lstStyle/>
          <a:p>
            <a:pPr marL="0" indent="0">
              <a:buNone/>
            </a:pPr>
            <a:r>
              <a:rPr lang="en-US" dirty="0"/>
              <a:t>Configure Server-Based Authorization and Accounting</a:t>
            </a:r>
          </a:p>
        </p:txBody>
      </p:sp>
      <p:sp>
        <p:nvSpPr>
          <p:cNvPr id="3" name="Object2"/>
          <p:cNvSpPr>
            <a:spLocks noGrp="1"/>
          </p:cNvSpPr>
          <p:nvPr>
            <p:ph type="body" idx="100" hasCustomPrompt="1"/>
          </p:nvPr>
        </p:nvSpPr>
        <p:spPr>
          <a:xfrm>
            <a:off x="0" y="274320"/>
            <a:ext cx="9144000" cy="914400"/>
          </a:xfrm>
          <a:prstGeom prst="rect">
            <a:avLst/>
          </a:prstGeom>
          <a:noFill/>
          <a:ln/>
        </p:spPr>
        <p:txBody>
          <a:bodyPr wrap="square" rtlCol="0"/>
          <a:lstStyle/>
          <a:p>
            <a:pPr marL="0" indent="0">
              <a:buNone/>
            </a:pPr>
            <a:r>
              <a:rPr lang="en-US" dirty="0"/>
              <a:t>Introduction to Server-Based AAA Authorization</a:t>
            </a:r>
          </a:p>
        </p:txBody>
      </p:sp>
      <p:sp>
        <p:nvSpPr>
          <p:cNvPr id="5" name="Object4"/>
          <p:cNvSpPr/>
          <p:nvPr/>
        </p:nvSpPr>
        <p:spPr>
          <a:xfrm>
            <a:off x="0" y="791028"/>
            <a:ext cx="9078686" cy="1625601"/>
          </a:xfrm>
          <a:prstGeom prst="rect">
            <a:avLst/>
          </a:prstGeom>
          <a:noFill/>
          <a:ln/>
        </p:spPr>
        <p:txBody>
          <a:bodyPr wrap="square" rtlCol="0" anchor="t"/>
          <a:lstStyle/>
          <a:p>
            <a:r>
              <a:rPr lang="en-US" dirty="0">
                <a:latin typeface="Arial" panose="020B0604020202020204" pitchFamily="34" charset="0"/>
                <a:cs typeface="Arial" panose="020B0604020202020204" pitchFamily="34" charset="0"/>
              </a:rPr>
              <a:t>Authorization is concerned with allowing and disallowing authenticated users access to functions of the network device interface. The TACACS+ protocol allows the separation of authentication from authorization. A router can be configured to restrict the user to performing only certain functions after successful authentication. Keep in mind that RADIUS does not separate the authentication from the authorization process.</a:t>
            </a:r>
          </a:p>
          <a:p>
            <a:endParaRPr lang="en-US" dirty="0">
              <a:latin typeface="Arial" panose="020B0604020202020204" pitchFamily="34" charset="0"/>
              <a:cs typeface="Arial" panose="020B0604020202020204" pitchFamily="34" charset="0"/>
            </a:endParaRPr>
          </a:p>
          <a:p>
            <a:r>
              <a:rPr lang="en-US" dirty="0">
                <a:latin typeface="Arial" panose="020B0604020202020204" pitchFamily="34" charset="0"/>
                <a:cs typeface="Arial" panose="020B0604020202020204" pitchFamily="34" charset="0"/>
              </a:rPr>
              <a:t>Another important aspect of authorization is the ability to control user access to specific services. </a:t>
            </a:r>
          </a:p>
          <a:p>
            <a:endParaRPr lang="en-US" dirty="0">
              <a:latin typeface="Arial" panose="020B0604020202020204" pitchFamily="34" charset="0"/>
              <a:cs typeface="Arial" panose="020B0604020202020204" pitchFamily="34" charset="0"/>
            </a:endParaRPr>
          </a:p>
          <a:p>
            <a:r>
              <a:rPr lang="en-US" dirty="0">
                <a:latin typeface="Arial" panose="020B0604020202020204" pitchFamily="34" charset="0"/>
                <a:cs typeface="Arial" panose="020B0604020202020204" pitchFamily="34" charset="0"/>
              </a:rPr>
              <a:t>By default, TACACS+ establishes a new TCP session for every authorization request, which can lead to delays when users enter commands. To improve performance, AAA supports persistent TCP sessions that are configured with the </a:t>
            </a:r>
            <a:r>
              <a:rPr lang="en-US" b="1" dirty="0">
                <a:latin typeface="Arial" panose="020B0604020202020204" pitchFamily="34" charset="0"/>
                <a:cs typeface="Arial" panose="020B0604020202020204" pitchFamily="34" charset="0"/>
              </a:rPr>
              <a:t>single-connection</a:t>
            </a:r>
            <a:r>
              <a:rPr lang="en-US" dirty="0">
                <a:latin typeface="Arial" panose="020B0604020202020204" pitchFamily="34" charset="0"/>
                <a:cs typeface="Arial" panose="020B0604020202020204" pitchFamily="34" charset="0"/>
              </a:rPr>
              <a:t> tacacs server configuration mode command.</a:t>
            </a:r>
          </a:p>
        </p:txBody>
      </p:sp>
      <p:sp>
        <p:nvSpPr>
          <p:cNvPr id="25" name="Slide Number Placeholder 24"/>
          <p:cNvSpPr>
            <a:spLocks noGrp="1"/>
          </p:cNvSpPr>
          <p:nvPr>
            <p:ph type="sldNum" sz="quarter" idx="4294967295"/>
          </p:nvPr>
        </p:nvSpPr>
        <p:spPr>
          <a:xfrm>
            <a:off x="8686800" y="4629150"/>
            <a:ext cx="457200" cy="228600"/>
          </a:xfrm>
          <a:prstGeom prst="rect">
            <a:avLst/>
          </a:prstGeom>
          <a:extLst>
            <a:ext uri="{C572A759-6A51-4108-AA02-DFA0A04FC94B}">
              <ma14:wrappingTextBoxFlag xmlns="" xmlns:ma14="http://schemas.microsoft.com/office/mac/drawingml/2011/main" val="0"/>
            </a:ext>
          </a:extLst>
        </p:spPr>
        <p:txBody>
          <a:bodyPr/>
          <a:lstStyle>
            <a:lvl1pPr>
              <a:defRPr sz="600">
                <a:solidFill>
                  <a:srgbClr val="D9D9D9"/>
                </a:solidFill>
              </a:defRPr>
            </a:lvl1pPr>
          </a:lstStyle>
          <a:p>
            <a:fld id="{F7021451-1387-4CA6-816F-3879F97B5CBC}" type="slidenum">
              <a:rPr lang="en-US"/>
              <a:t>44</a:t>
            </a:fld>
            <a:endParaRPr lang="en-US" dirty="0"/>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name="Slide 39">
    <p:spTree>
      <p:nvGrpSpPr>
        <p:cNvPr id="1" name=""/>
        <p:cNvGrpSpPr/>
        <p:nvPr/>
      </p:nvGrpSpPr>
      <p:grpSpPr>
        <a:xfrm>
          <a:off x="0" y="0"/>
          <a:ext cx="0" cy="0"/>
          <a:chOff x="0" y="0"/>
          <a:chExt cx="0" cy="0"/>
        </a:xfrm>
      </p:grpSpPr>
      <p:sp>
        <p:nvSpPr>
          <p:cNvPr id="2" name="Object1"/>
          <p:cNvSpPr>
            <a:spLocks noGrp="1"/>
          </p:cNvSpPr>
          <p:nvPr>
            <p:ph type="body" idx="101" hasCustomPrompt="1"/>
          </p:nvPr>
        </p:nvSpPr>
        <p:spPr>
          <a:xfrm>
            <a:off x="0" y="0"/>
            <a:ext cx="9144000" cy="274320"/>
          </a:xfrm>
          <a:prstGeom prst="rect">
            <a:avLst/>
          </a:prstGeom>
          <a:noFill/>
          <a:ln/>
        </p:spPr>
        <p:txBody>
          <a:bodyPr wrap="square" rtlCol="0"/>
          <a:lstStyle/>
          <a:p>
            <a:pPr marL="0" indent="0">
              <a:buNone/>
            </a:pPr>
            <a:r>
              <a:rPr lang="en-US" dirty="0"/>
              <a:t>Configure Server-Based Authorization and Accounting</a:t>
            </a:r>
          </a:p>
        </p:txBody>
      </p:sp>
      <p:sp>
        <p:nvSpPr>
          <p:cNvPr id="3" name="Object2"/>
          <p:cNvSpPr>
            <a:spLocks noGrp="1"/>
          </p:cNvSpPr>
          <p:nvPr>
            <p:ph type="body" idx="100" hasCustomPrompt="1"/>
          </p:nvPr>
        </p:nvSpPr>
        <p:spPr>
          <a:xfrm>
            <a:off x="0" y="274320"/>
            <a:ext cx="9144000" cy="914400"/>
          </a:xfrm>
          <a:prstGeom prst="rect">
            <a:avLst/>
          </a:prstGeom>
          <a:noFill/>
          <a:ln/>
        </p:spPr>
        <p:txBody>
          <a:bodyPr wrap="square" rtlCol="0"/>
          <a:lstStyle/>
          <a:p>
            <a:pPr marL="0" indent="0">
              <a:buNone/>
            </a:pPr>
            <a:r>
              <a:rPr lang="en-US" dirty="0"/>
              <a:t>AAA Authorization Configuration</a:t>
            </a:r>
          </a:p>
        </p:txBody>
      </p:sp>
      <p:sp>
        <p:nvSpPr>
          <p:cNvPr id="7" name="TextBox 6">
            <a:extLst>
              <a:ext uri="{FF2B5EF4-FFF2-40B4-BE49-F238E27FC236}">
                <a16:creationId xmlns:a16="http://schemas.microsoft.com/office/drawing/2014/main" id="{B2E5F84B-80C3-4863-A15C-76271FEF3D20}"/>
              </a:ext>
            </a:extLst>
          </p:cNvPr>
          <p:cNvSpPr txBox="1"/>
          <p:nvPr/>
        </p:nvSpPr>
        <p:spPr>
          <a:xfrm>
            <a:off x="56243" y="731520"/>
            <a:ext cx="3315833" cy="3939540"/>
          </a:xfrm>
          <a:prstGeom prst="rect">
            <a:avLst/>
          </a:prstGeom>
          <a:noFill/>
        </p:spPr>
        <p:txBody>
          <a:bodyPr wrap="square">
            <a:spAutoFit/>
          </a:bodyPr>
          <a:lstStyle/>
          <a:p>
            <a:r>
              <a:rPr lang="en-US" sz="1600" dirty="0">
                <a:effectLst/>
                <a:latin typeface="Arial" panose="020B0604020202020204" pitchFamily="34" charset="0"/>
                <a:cs typeface="Arial" panose="020B0604020202020204" pitchFamily="34" charset="0"/>
              </a:rPr>
              <a:t>To configure authorization, use the </a:t>
            </a:r>
            <a:r>
              <a:rPr lang="en-US" sz="1600" b="1" dirty="0">
                <a:effectLst/>
                <a:latin typeface="Arial" panose="020B0604020202020204" pitchFamily="34" charset="0"/>
                <a:cs typeface="Arial" panose="020B0604020202020204" pitchFamily="34" charset="0"/>
              </a:rPr>
              <a:t>aaa authorization</a:t>
            </a:r>
            <a:r>
              <a:rPr lang="en-US" sz="1600" dirty="0">
                <a:effectLst/>
                <a:latin typeface="Arial" panose="020B0604020202020204" pitchFamily="34" charset="0"/>
                <a:cs typeface="Arial" panose="020B0604020202020204" pitchFamily="34" charset="0"/>
              </a:rPr>
              <a:t> command, as shown in the examples below. The authorization type can specify the types of commands or services:</a:t>
            </a:r>
          </a:p>
          <a:p>
            <a:endParaRPr lang="en-US" sz="1600" dirty="0">
              <a:effectLst/>
              <a:latin typeface="Arial" panose="020B0604020202020204" pitchFamily="34" charset="0"/>
              <a:cs typeface="Arial" panose="020B0604020202020204" pitchFamily="34" charset="0"/>
            </a:endParaRPr>
          </a:p>
          <a:p>
            <a:pPr lvl="1">
              <a:buFont typeface="Arial" panose="020B0604020202020204" pitchFamily="34" charset="0"/>
              <a:buChar char="•"/>
            </a:pPr>
            <a:r>
              <a:rPr lang="en-US" sz="1400" b="1" dirty="0">
                <a:effectLst/>
                <a:latin typeface="Arial" panose="020B0604020202020204" pitchFamily="34" charset="0"/>
                <a:cs typeface="Arial" panose="020B0604020202020204" pitchFamily="34" charset="0"/>
              </a:rPr>
              <a:t>network</a:t>
            </a:r>
            <a:r>
              <a:rPr lang="en-US" sz="1400" dirty="0">
                <a:effectLst/>
                <a:latin typeface="Arial" panose="020B0604020202020204" pitchFamily="34" charset="0"/>
                <a:cs typeface="Arial" panose="020B0604020202020204" pitchFamily="34" charset="0"/>
              </a:rPr>
              <a:t> - for network services such as PPP and SLIP</a:t>
            </a:r>
          </a:p>
          <a:p>
            <a:pPr lvl="1">
              <a:buFont typeface="Arial" panose="020B0604020202020204" pitchFamily="34" charset="0"/>
              <a:buChar char="•"/>
            </a:pPr>
            <a:r>
              <a:rPr lang="en-US" sz="1400" b="1" dirty="0">
                <a:effectLst/>
                <a:latin typeface="Arial" panose="020B0604020202020204" pitchFamily="34" charset="0"/>
                <a:cs typeface="Arial" panose="020B0604020202020204" pitchFamily="34" charset="0"/>
              </a:rPr>
              <a:t>exec</a:t>
            </a:r>
            <a:r>
              <a:rPr lang="en-US" sz="1400" dirty="0">
                <a:effectLst/>
                <a:latin typeface="Arial" panose="020B0604020202020204" pitchFamily="34" charset="0"/>
                <a:cs typeface="Arial" panose="020B0604020202020204" pitchFamily="34" charset="0"/>
              </a:rPr>
              <a:t> - for User EXEC terminal sessions</a:t>
            </a:r>
          </a:p>
          <a:p>
            <a:pPr lvl="1">
              <a:buFont typeface="Arial" panose="020B0604020202020204" pitchFamily="34" charset="0"/>
              <a:buChar char="•"/>
            </a:pPr>
            <a:r>
              <a:rPr lang="en-US" sz="1400" b="1" dirty="0">
                <a:effectLst/>
                <a:latin typeface="Arial" panose="020B0604020202020204" pitchFamily="34" charset="0"/>
                <a:cs typeface="Arial" panose="020B0604020202020204" pitchFamily="34" charset="0"/>
              </a:rPr>
              <a:t>commands</a:t>
            </a:r>
            <a:r>
              <a:rPr lang="en-US" sz="1400" dirty="0">
                <a:effectLst/>
                <a:latin typeface="Arial" panose="020B0604020202020204" pitchFamily="34" charset="0"/>
                <a:cs typeface="Arial" panose="020B0604020202020204" pitchFamily="34" charset="0"/>
              </a:rPr>
              <a:t> </a:t>
            </a:r>
            <a:r>
              <a:rPr lang="en-US" sz="1400" i="1" dirty="0">
                <a:effectLst/>
                <a:latin typeface="Arial" panose="020B0604020202020204" pitchFamily="34" charset="0"/>
                <a:cs typeface="Arial" panose="020B0604020202020204" pitchFamily="34" charset="0"/>
              </a:rPr>
              <a:t>level</a:t>
            </a:r>
            <a:r>
              <a:rPr lang="en-US" sz="1400" dirty="0">
                <a:effectLst/>
                <a:latin typeface="Arial" panose="020B0604020202020204" pitchFamily="34" charset="0"/>
                <a:cs typeface="Arial" panose="020B0604020202020204" pitchFamily="34" charset="0"/>
              </a:rPr>
              <a:t> - command authorization attempts authorization for all EXEC mode commands, including global configuration commands, associated with a specific privilege level</a:t>
            </a:r>
          </a:p>
        </p:txBody>
      </p:sp>
      <p:pic>
        <p:nvPicPr>
          <p:cNvPr id="9" name="Picture 8">
            <a:extLst>
              <a:ext uri="{FF2B5EF4-FFF2-40B4-BE49-F238E27FC236}">
                <a16:creationId xmlns:a16="http://schemas.microsoft.com/office/drawing/2014/main" id="{85123CDD-C7F0-4D47-AAE5-B01ECC6D716A}"/>
              </a:ext>
            </a:extLst>
          </p:cNvPr>
          <p:cNvPicPr>
            <a:picLocks noChangeAspect="1"/>
          </p:cNvPicPr>
          <p:nvPr/>
        </p:nvPicPr>
        <p:blipFill>
          <a:blip r:embed="rId3"/>
          <a:stretch>
            <a:fillRect/>
          </a:stretch>
        </p:blipFill>
        <p:spPr>
          <a:xfrm>
            <a:off x="3362325" y="1139650"/>
            <a:ext cx="5781675" cy="512415"/>
          </a:xfrm>
          <a:prstGeom prst="rect">
            <a:avLst/>
          </a:prstGeom>
        </p:spPr>
      </p:pic>
      <p:pic>
        <p:nvPicPr>
          <p:cNvPr id="10" name="Picture 9">
            <a:extLst>
              <a:ext uri="{FF2B5EF4-FFF2-40B4-BE49-F238E27FC236}">
                <a16:creationId xmlns:a16="http://schemas.microsoft.com/office/drawing/2014/main" id="{FCAA3C50-1430-4602-9EA2-5DE240033B83}"/>
              </a:ext>
            </a:extLst>
          </p:cNvPr>
          <p:cNvPicPr>
            <a:picLocks noChangeAspect="1"/>
          </p:cNvPicPr>
          <p:nvPr/>
        </p:nvPicPr>
        <p:blipFill>
          <a:blip r:embed="rId4"/>
          <a:stretch>
            <a:fillRect/>
          </a:stretch>
        </p:blipFill>
        <p:spPr>
          <a:xfrm>
            <a:off x="4274893" y="3091644"/>
            <a:ext cx="2994066" cy="1584859"/>
          </a:xfrm>
          <a:prstGeom prst="rect">
            <a:avLst/>
          </a:prstGeom>
        </p:spPr>
      </p:pic>
      <p:pic>
        <p:nvPicPr>
          <p:cNvPr id="11" name="Picture 10">
            <a:extLst>
              <a:ext uri="{FF2B5EF4-FFF2-40B4-BE49-F238E27FC236}">
                <a16:creationId xmlns:a16="http://schemas.microsoft.com/office/drawing/2014/main" id="{77F10021-5E40-4140-8412-7A8CC11A3D97}"/>
              </a:ext>
            </a:extLst>
          </p:cNvPr>
          <p:cNvPicPr>
            <a:picLocks noChangeAspect="1"/>
          </p:cNvPicPr>
          <p:nvPr/>
        </p:nvPicPr>
        <p:blipFill>
          <a:blip r:embed="rId5"/>
          <a:stretch>
            <a:fillRect/>
          </a:stretch>
        </p:blipFill>
        <p:spPr>
          <a:xfrm>
            <a:off x="3372077" y="1876242"/>
            <a:ext cx="5575980" cy="1286058"/>
          </a:xfrm>
          <a:prstGeom prst="rect">
            <a:avLst/>
          </a:prstGeom>
        </p:spPr>
      </p:pic>
      <p:sp>
        <p:nvSpPr>
          <p:cNvPr id="25" name="Slide Number Placeholder 24"/>
          <p:cNvSpPr>
            <a:spLocks noGrp="1"/>
          </p:cNvSpPr>
          <p:nvPr>
            <p:ph type="sldNum" sz="quarter" idx="4294967295"/>
          </p:nvPr>
        </p:nvSpPr>
        <p:spPr>
          <a:xfrm>
            <a:off x="8686800" y="4629150"/>
            <a:ext cx="457200" cy="228600"/>
          </a:xfrm>
          <a:prstGeom prst="rect">
            <a:avLst/>
          </a:prstGeom>
          <a:extLst>
            <a:ext uri="{C572A759-6A51-4108-AA02-DFA0A04FC94B}">
              <ma14:wrappingTextBoxFlag xmlns="" xmlns:ma14="http://schemas.microsoft.com/office/mac/drawingml/2011/main" val="0"/>
            </a:ext>
          </a:extLst>
        </p:spPr>
        <p:txBody>
          <a:bodyPr/>
          <a:lstStyle>
            <a:lvl1pPr>
              <a:defRPr sz="600">
                <a:solidFill>
                  <a:srgbClr val="D9D9D9"/>
                </a:solidFill>
              </a:defRPr>
            </a:lvl1pPr>
          </a:lstStyle>
          <a:p>
            <a:fld id="{F7021451-1387-4CA6-816F-3879F97B5CBC}" type="slidenum">
              <a:rPr lang="en-US"/>
              <a:t>45</a:t>
            </a:fld>
            <a:endParaRPr lang="en-US" dirty="0"/>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name="Slide 40">
    <p:spTree>
      <p:nvGrpSpPr>
        <p:cNvPr id="1" name=""/>
        <p:cNvGrpSpPr/>
        <p:nvPr/>
      </p:nvGrpSpPr>
      <p:grpSpPr>
        <a:xfrm>
          <a:off x="0" y="0"/>
          <a:ext cx="0" cy="0"/>
          <a:chOff x="0" y="0"/>
          <a:chExt cx="0" cy="0"/>
        </a:xfrm>
      </p:grpSpPr>
      <p:sp>
        <p:nvSpPr>
          <p:cNvPr id="2" name="Object1"/>
          <p:cNvSpPr>
            <a:spLocks noGrp="1"/>
          </p:cNvSpPr>
          <p:nvPr>
            <p:ph type="body" idx="101" hasCustomPrompt="1"/>
          </p:nvPr>
        </p:nvSpPr>
        <p:spPr>
          <a:xfrm>
            <a:off x="0" y="0"/>
            <a:ext cx="9144000" cy="274320"/>
          </a:xfrm>
          <a:prstGeom prst="rect">
            <a:avLst/>
          </a:prstGeom>
          <a:noFill/>
          <a:ln/>
        </p:spPr>
        <p:txBody>
          <a:bodyPr wrap="square" rtlCol="0"/>
          <a:lstStyle/>
          <a:p>
            <a:pPr marL="0" indent="0">
              <a:buNone/>
            </a:pPr>
            <a:r>
              <a:rPr lang="en-US" dirty="0"/>
              <a:t>Configure Server-Based Authorization and Accounting</a:t>
            </a:r>
          </a:p>
        </p:txBody>
      </p:sp>
      <p:sp>
        <p:nvSpPr>
          <p:cNvPr id="3" name="Object2"/>
          <p:cNvSpPr>
            <a:spLocks noGrp="1"/>
          </p:cNvSpPr>
          <p:nvPr>
            <p:ph type="body" idx="100" hasCustomPrompt="1"/>
          </p:nvPr>
        </p:nvSpPr>
        <p:spPr>
          <a:xfrm>
            <a:off x="0" y="274320"/>
            <a:ext cx="9144000" cy="914400"/>
          </a:xfrm>
          <a:prstGeom prst="rect">
            <a:avLst/>
          </a:prstGeom>
          <a:noFill/>
          <a:ln/>
        </p:spPr>
        <p:txBody>
          <a:bodyPr wrap="square" rtlCol="0"/>
          <a:lstStyle/>
          <a:p>
            <a:pPr marL="0" indent="0">
              <a:buNone/>
            </a:pPr>
            <a:r>
              <a:rPr lang="en-US" dirty="0"/>
              <a:t>Introduction to Server-Based AAA Accounting</a:t>
            </a:r>
          </a:p>
        </p:txBody>
      </p:sp>
      <p:sp>
        <p:nvSpPr>
          <p:cNvPr id="5" name="Object4"/>
          <p:cNvSpPr/>
          <p:nvPr/>
        </p:nvSpPr>
        <p:spPr>
          <a:xfrm>
            <a:off x="-1" y="914400"/>
            <a:ext cx="8795657" cy="2571750"/>
          </a:xfrm>
          <a:prstGeom prst="rect">
            <a:avLst/>
          </a:prstGeom>
          <a:noFill/>
          <a:ln/>
        </p:spPr>
        <p:txBody>
          <a:bodyPr wrap="square" rtlCol="0" anchor="t"/>
          <a:lstStyle/>
          <a:p>
            <a:pPr>
              <a:lnSpc>
                <a:spcPts val="2000"/>
              </a:lnSpc>
            </a:pPr>
            <a:r>
              <a:rPr lang="en-US" sz="1600" dirty="0">
                <a:latin typeface="Arial" panose="020B0604020202020204" pitchFamily="34" charset="0"/>
                <a:cs typeface="Arial" panose="020B0604020202020204" pitchFamily="34" charset="0"/>
              </a:rPr>
              <a:t>AAA accounting enables usage tracking. </a:t>
            </a:r>
          </a:p>
          <a:p>
            <a:pPr>
              <a:lnSpc>
                <a:spcPts val="2000"/>
              </a:lnSpc>
            </a:pPr>
            <a:endParaRPr lang="en-US" sz="1600" dirty="0">
              <a:latin typeface="Arial" panose="020B0604020202020204" pitchFamily="34" charset="0"/>
              <a:cs typeface="Arial" panose="020B0604020202020204" pitchFamily="34" charset="0"/>
            </a:endParaRPr>
          </a:p>
          <a:p>
            <a:pPr marL="285750" indent="-285750">
              <a:buFont typeface="Arial" panose="020B0604020202020204" pitchFamily="34" charset="0"/>
              <a:buChar char="•"/>
            </a:pPr>
            <a:r>
              <a:rPr lang="en-US" sz="1600" dirty="0">
                <a:latin typeface="Arial" panose="020B0604020202020204" pitchFamily="34" charset="0"/>
                <a:cs typeface="Arial" panose="020B0604020202020204" pitchFamily="34" charset="0"/>
              </a:rPr>
              <a:t>When accounting is configured on a AAA server it functions as a central repository for accounting information. </a:t>
            </a:r>
          </a:p>
          <a:p>
            <a:pPr marL="285750" indent="-285750">
              <a:buFont typeface="Arial" panose="020B0604020202020204" pitchFamily="34" charset="0"/>
              <a:buChar char="•"/>
            </a:pPr>
            <a:endParaRPr lang="en-US" sz="1600" dirty="0">
              <a:latin typeface="Arial" panose="020B0604020202020204" pitchFamily="34" charset="0"/>
              <a:cs typeface="Arial" panose="020B0604020202020204" pitchFamily="34" charset="0"/>
            </a:endParaRPr>
          </a:p>
          <a:p>
            <a:pPr marL="285750" indent="-285750">
              <a:buFont typeface="Arial" panose="020B0604020202020204" pitchFamily="34" charset="0"/>
              <a:buChar char="•"/>
            </a:pPr>
            <a:r>
              <a:rPr lang="en-US" sz="1600" dirty="0">
                <a:latin typeface="Arial" panose="020B0604020202020204" pitchFamily="34" charset="0"/>
                <a:cs typeface="Arial" panose="020B0604020202020204" pitchFamily="34" charset="0"/>
              </a:rPr>
              <a:t>Each session that is established through Cisco Secure ACS can be fully accounted for and stored on the server. </a:t>
            </a:r>
          </a:p>
          <a:p>
            <a:pPr marL="285750" indent="-285750">
              <a:buFont typeface="Arial" panose="020B0604020202020204" pitchFamily="34" charset="0"/>
              <a:buChar char="•"/>
            </a:pPr>
            <a:endParaRPr lang="en-US" sz="1600" dirty="0">
              <a:latin typeface="Arial" panose="020B0604020202020204" pitchFamily="34" charset="0"/>
              <a:cs typeface="Arial" panose="020B0604020202020204" pitchFamily="34" charset="0"/>
            </a:endParaRPr>
          </a:p>
          <a:p>
            <a:pPr marL="285750" indent="-285750">
              <a:buFont typeface="Arial" panose="020B0604020202020204" pitchFamily="34" charset="0"/>
              <a:buChar char="•"/>
            </a:pPr>
            <a:r>
              <a:rPr lang="en-US" sz="1600" dirty="0">
                <a:latin typeface="Arial" panose="020B0604020202020204" pitchFamily="34" charset="0"/>
                <a:cs typeface="Arial" panose="020B0604020202020204" pitchFamily="34" charset="0"/>
              </a:rPr>
              <a:t>Like authentication and authorization method lists, method lists for accounting define the way accounting is performed and the sequence in which these methods are performed. After it is enabled, the default accounting method list is automatically applied to all interfaces, except those that have a user-defined, or custom, accounting method list that has been explicitly defined.</a:t>
            </a:r>
          </a:p>
        </p:txBody>
      </p:sp>
      <p:sp>
        <p:nvSpPr>
          <p:cNvPr id="25" name="Slide Number Placeholder 24"/>
          <p:cNvSpPr>
            <a:spLocks noGrp="1"/>
          </p:cNvSpPr>
          <p:nvPr>
            <p:ph type="sldNum" sz="quarter" idx="4294967295"/>
          </p:nvPr>
        </p:nvSpPr>
        <p:spPr>
          <a:xfrm>
            <a:off x="8686800" y="4629150"/>
            <a:ext cx="457200" cy="228600"/>
          </a:xfrm>
          <a:prstGeom prst="rect">
            <a:avLst/>
          </a:prstGeom>
          <a:extLst>
            <a:ext uri="{C572A759-6A51-4108-AA02-DFA0A04FC94B}">
              <ma14:wrappingTextBoxFlag xmlns="" xmlns:ma14="http://schemas.microsoft.com/office/mac/drawingml/2011/main" val="0"/>
            </a:ext>
          </a:extLst>
        </p:spPr>
        <p:txBody>
          <a:bodyPr/>
          <a:lstStyle>
            <a:lvl1pPr>
              <a:defRPr sz="600">
                <a:solidFill>
                  <a:srgbClr val="D9D9D9"/>
                </a:solidFill>
              </a:defRPr>
            </a:lvl1pPr>
          </a:lstStyle>
          <a:p>
            <a:fld id="{F7021451-1387-4CA6-816F-3879F97B5CBC}" type="slidenum">
              <a:rPr lang="en-US"/>
              <a:t>46</a:t>
            </a:fld>
            <a:endParaRPr lang="en-US" dirty="0"/>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name="Slide 41">
    <p:spTree>
      <p:nvGrpSpPr>
        <p:cNvPr id="1" name=""/>
        <p:cNvGrpSpPr/>
        <p:nvPr/>
      </p:nvGrpSpPr>
      <p:grpSpPr>
        <a:xfrm>
          <a:off x="0" y="0"/>
          <a:ext cx="0" cy="0"/>
          <a:chOff x="0" y="0"/>
          <a:chExt cx="0" cy="0"/>
        </a:xfrm>
      </p:grpSpPr>
      <p:sp>
        <p:nvSpPr>
          <p:cNvPr id="2" name="Object1"/>
          <p:cNvSpPr>
            <a:spLocks noGrp="1"/>
          </p:cNvSpPr>
          <p:nvPr>
            <p:ph type="body" idx="101" hasCustomPrompt="1"/>
          </p:nvPr>
        </p:nvSpPr>
        <p:spPr>
          <a:xfrm>
            <a:off x="0" y="0"/>
            <a:ext cx="9144000" cy="274320"/>
          </a:xfrm>
          <a:prstGeom prst="rect">
            <a:avLst/>
          </a:prstGeom>
          <a:noFill/>
          <a:ln/>
        </p:spPr>
        <p:txBody>
          <a:bodyPr wrap="square" rtlCol="0"/>
          <a:lstStyle/>
          <a:p>
            <a:pPr marL="0" indent="0">
              <a:buNone/>
            </a:pPr>
            <a:r>
              <a:rPr lang="en-US" dirty="0"/>
              <a:t>Configure Server-Based Authorization and Accounting</a:t>
            </a:r>
          </a:p>
        </p:txBody>
      </p:sp>
      <p:sp>
        <p:nvSpPr>
          <p:cNvPr id="3" name="Object2"/>
          <p:cNvSpPr>
            <a:spLocks noGrp="1"/>
          </p:cNvSpPr>
          <p:nvPr>
            <p:ph type="body" idx="100" hasCustomPrompt="1"/>
          </p:nvPr>
        </p:nvSpPr>
        <p:spPr>
          <a:xfrm>
            <a:off x="0" y="274320"/>
            <a:ext cx="9144000" cy="914400"/>
          </a:xfrm>
          <a:prstGeom prst="rect">
            <a:avLst/>
          </a:prstGeom>
          <a:noFill/>
          <a:ln/>
        </p:spPr>
        <p:txBody>
          <a:bodyPr wrap="square" rtlCol="0"/>
          <a:lstStyle/>
          <a:p>
            <a:pPr marL="0" indent="0">
              <a:buNone/>
            </a:pPr>
            <a:r>
              <a:rPr lang="en-US" dirty="0"/>
              <a:t>AAA Accounting Configuration</a:t>
            </a:r>
          </a:p>
          <a:p>
            <a:pPr marL="0" indent="0">
              <a:buNone/>
            </a:pPr>
            <a:endParaRPr lang="en-US" dirty="0"/>
          </a:p>
        </p:txBody>
      </p:sp>
      <p:sp>
        <p:nvSpPr>
          <p:cNvPr id="5" name="Object4"/>
          <p:cNvSpPr/>
          <p:nvPr/>
        </p:nvSpPr>
        <p:spPr>
          <a:xfrm>
            <a:off x="-50800" y="738777"/>
            <a:ext cx="9310914" cy="2571750"/>
          </a:xfrm>
          <a:prstGeom prst="rect">
            <a:avLst/>
          </a:prstGeom>
          <a:noFill/>
          <a:ln/>
        </p:spPr>
        <p:txBody>
          <a:bodyPr wrap="square" rtlCol="0" anchor="t"/>
          <a:lstStyle/>
          <a:p>
            <a:r>
              <a:rPr lang="en-US" sz="1400" dirty="0">
                <a:effectLst/>
                <a:latin typeface="Arial" panose="020B0604020202020204" pitchFamily="34" charset="0"/>
                <a:cs typeface="Arial" panose="020B0604020202020204" pitchFamily="34" charset="0"/>
              </a:rPr>
              <a:t>To configure AAA accounting, use the </a:t>
            </a:r>
            <a:r>
              <a:rPr lang="en-US" sz="1400" b="1" dirty="0">
                <a:effectLst/>
                <a:latin typeface="Arial" panose="020B0604020202020204" pitchFamily="34" charset="0"/>
                <a:cs typeface="Arial" panose="020B0604020202020204" pitchFamily="34" charset="0"/>
              </a:rPr>
              <a:t>aaa accounting</a:t>
            </a:r>
            <a:r>
              <a:rPr lang="en-US" sz="1400" dirty="0">
                <a:effectLst/>
                <a:latin typeface="Arial" panose="020B0604020202020204" pitchFamily="34" charset="0"/>
                <a:cs typeface="Arial" panose="020B0604020202020204" pitchFamily="34" charset="0"/>
              </a:rPr>
              <a:t> command that is shown in the figure.</a:t>
            </a:r>
          </a:p>
          <a:p>
            <a:endParaRPr lang="en-US" sz="1400" dirty="0">
              <a:effectLst/>
              <a:latin typeface="Arial" panose="020B0604020202020204" pitchFamily="34" charset="0"/>
              <a:cs typeface="Arial" panose="020B0604020202020204" pitchFamily="34" charset="0"/>
            </a:endParaRPr>
          </a:p>
          <a:p>
            <a:r>
              <a:rPr lang="en-US" sz="1400" dirty="0">
                <a:effectLst/>
                <a:latin typeface="Arial" panose="020B0604020202020204" pitchFamily="34" charset="0"/>
                <a:cs typeface="Arial" panose="020B0604020202020204" pitchFamily="34" charset="0"/>
              </a:rPr>
              <a:t>The following three parameters are commonly used </a:t>
            </a:r>
            <a:r>
              <a:rPr lang="en-US" sz="1400" b="1" dirty="0">
                <a:effectLst/>
                <a:latin typeface="Arial" panose="020B0604020202020204" pitchFamily="34" charset="0"/>
                <a:cs typeface="Arial" panose="020B0604020202020204" pitchFamily="34" charset="0"/>
              </a:rPr>
              <a:t>aaa accounting</a:t>
            </a:r>
            <a:r>
              <a:rPr lang="en-US" sz="1400" dirty="0">
                <a:effectLst/>
                <a:latin typeface="Arial" panose="020B0604020202020204" pitchFamily="34" charset="0"/>
                <a:cs typeface="Arial" panose="020B0604020202020204" pitchFamily="34" charset="0"/>
              </a:rPr>
              <a:t> keywords:</a:t>
            </a:r>
          </a:p>
          <a:p>
            <a:pPr lvl="1">
              <a:buFont typeface="Arial" panose="020B0604020202020204" pitchFamily="34" charset="0"/>
              <a:buChar char="•"/>
            </a:pPr>
            <a:r>
              <a:rPr lang="en-US" sz="1400" b="1" dirty="0">
                <a:effectLst/>
                <a:latin typeface="Arial" panose="020B0604020202020204" pitchFamily="34" charset="0"/>
                <a:cs typeface="Arial" panose="020B0604020202020204" pitchFamily="34" charset="0"/>
              </a:rPr>
              <a:t>network</a:t>
            </a:r>
            <a:r>
              <a:rPr lang="en-US" sz="1400" dirty="0">
                <a:effectLst/>
                <a:latin typeface="Arial" panose="020B0604020202020204" pitchFamily="34" charset="0"/>
                <a:cs typeface="Arial" panose="020B0604020202020204" pitchFamily="34" charset="0"/>
              </a:rPr>
              <a:t> - Runs accounting for all network-related service requests, including PPP.</a:t>
            </a:r>
          </a:p>
          <a:p>
            <a:pPr lvl="1">
              <a:buFont typeface="Arial" panose="020B0604020202020204" pitchFamily="34" charset="0"/>
              <a:buChar char="•"/>
            </a:pPr>
            <a:r>
              <a:rPr lang="en-US" sz="1400" b="1" dirty="0">
                <a:effectLst/>
                <a:latin typeface="Arial" panose="020B0604020202020204" pitchFamily="34" charset="0"/>
                <a:cs typeface="Arial" panose="020B0604020202020204" pitchFamily="34" charset="0"/>
              </a:rPr>
              <a:t>exec</a:t>
            </a:r>
            <a:r>
              <a:rPr lang="en-US" sz="1400" dirty="0">
                <a:effectLst/>
                <a:latin typeface="Arial" panose="020B0604020202020204" pitchFamily="34" charset="0"/>
                <a:cs typeface="Arial" panose="020B0604020202020204" pitchFamily="34" charset="0"/>
              </a:rPr>
              <a:t> - Runs accounting for the EXEC shell session.</a:t>
            </a:r>
          </a:p>
          <a:p>
            <a:pPr lvl="1">
              <a:buFont typeface="Arial" panose="020B0604020202020204" pitchFamily="34" charset="0"/>
              <a:buChar char="•"/>
            </a:pPr>
            <a:r>
              <a:rPr lang="en-US" sz="1400" b="1" dirty="0">
                <a:effectLst/>
                <a:latin typeface="Arial" panose="020B0604020202020204" pitchFamily="34" charset="0"/>
                <a:cs typeface="Arial" panose="020B0604020202020204" pitchFamily="34" charset="0"/>
              </a:rPr>
              <a:t>connection</a:t>
            </a:r>
            <a:r>
              <a:rPr lang="en-US" sz="1400" dirty="0">
                <a:effectLst/>
                <a:latin typeface="Arial" panose="020B0604020202020204" pitchFamily="34" charset="0"/>
                <a:cs typeface="Arial" panose="020B0604020202020204" pitchFamily="34" charset="0"/>
              </a:rPr>
              <a:t> - Runs accounting on all outbound connections such as SSH and Telnet.</a:t>
            </a:r>
          </a:p>
        </p:txBody>
      </p:sp>
      <p:pic>
        <p:nvPicPr>
          <p:cNvPr id="4" name="Picture 3">
            <a:extLst>
              <a:ext uri="{FF2B5EF4-FFF2-40B4-BE49-F238E27FC236}">
                <a16:creationId xmlns:a16="http://schemas.microsoft.com/office/drawing/2014/main" id="{E0119A7C-16AB-491A-832C-09A690277E01}"/>
              </a:ext>
            </a:extLst>
          </p:cNvPr>
          <p:cNvPicPr>
            <a:picLocks noChangeAspect="1"/>
          </p:cNvPicPr>
          <p:nvPr/>
        </p:nvPicPr>
        <p:blipFill>
          <a:blip r:embed="rId3"/>
          <a:stretch>
            <a:fillRect/>
          </a:stretch>
        </p:blipFill>
        <p:spPr>
          <a:xfrm>
            <a:off x="333829" y="2123674"/>
            <a:ext cx="7765143" cy="2373705"/>
          </a:xfrm>
          <a:prstGeom prst="rect">
            <a:avLst/>
          </a:prstGeom>
        </p:spPr>
      </p:pic>
      <p:sp>
        <p:nvSpPr>
          <p:cNvPr id="25" name="Slide Number Placeholder 24"/>
          <p:cNvSpPr>
            <a:spLocks noGrp="1"/>
          </p:cNvSpPr>
          <p:nvPr>
            <p:ph type="sldNum" sz="quarter" idx="4294967295"/>
          </p:nvPr>
        </p:nvSpPr>
        <p:spPr>
          <a:xfrm>
            <a:off x="8686800" y="4629150"/>
            <a:ext cx="457200" cy="228600"/>
          </a:xfrm>
          <a:prstGeom prst="rect">
            <a:avLst/>
          </a:prstGeom>
          <a:extLst>
            <a:ext uri="{C572A759-6A51-4108-AA02-DFA0A04FC94B}">
              <ma14:wrappingTextBoxFlag xmlns="" xmlns:ma14="http://schemas.microsoft.com/office/mac/drawingml/2011/main" val="0"/>
            </a:ext>
          </a:extLst>
        </p:spPr>
        <p:txBody>
          <a:bodyPr/>
          <a:lstStyle>
            <a:lvl1pPr>
              <a:defRPr sz="600">
                <a:solidFill>
                  <a:srgbClr val="D9D9D9"/>
                </a:solidFill>
              </a:defRPr>
            </a:lvl1pPr>
          </a:lstStyle>
          <a:p>
            <a:fld id="{F7021451-1387-4CA6-816F-3879F97B5CBC}" type="slidenum">
              <a:rPr lang="en-US"/>
              <a:t>47</a:t>
            </a:fld>
            <a:endParaRPr lang="en-US" dirty="0"/>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1"/>
          <p:cNvSpPr>
            <a:spLocks noGrp="1"/>
          </p:cNvSpPr>
          <p:nvPr>
            <p:ph type="body" idx="101" hasCustomPrompt="1"/>
          </p:nvPr>
        </p:nvSpPr>
        <p:spPr>
          <a:xfrm>
            <a:off x="0" y="0"/>
            <a:ext cx="9144000" cy="274320"/>
          </a:xfrm>
          <a:prstGeom prst="rect">
            <a:avLst/>
          </a:prstGeom>
          <a:noFill/>
          <a:ln/>
        </p:spPr>
        <p:txBody>
          <a:bodyPr wrap="square" rtlCol="0"/>
          <a:lstStyle/>
          <a:p>
            <a:pPr marL="0" indent="0">
              <a:buNone/>
            </a:pPr>
            <a:r>
              <a:rPr lang="en-US" dirty="0"/>
              <a:t>Configure Server-Based Authorization and Accounting</a:t>
            </a:r>
          </a:p>
        </p:txBody>
      </p:sp>
      <p:sp>
        <p:nvSpPr>
          <p:cNvPr id="3" name="Object2"/>
          <p:cNvSpPr>
            <a:spLocks noGrp="1"/>
          </p:cNvSpPr>
          <p:nvPr>
            <p:ph type="body" idx="100" hasCustomPrompt="1"/>
          </p:nvPr>
        </p:nvSpPr>
        <p:spPr>
          <a:xfrm>
            <a:off x="0" y="274320"/>
            <a:ext cx="9144000" cy="914400"/>
          </a:xfrm>
          <a:prstGeom prst="rect">
            <a:avLst/>
          </a:prstGeom>
          <a:noFill/>
          <a:ln/>
        </p:spPr>
        <p:txBody>
          <a:bodyPr wrap="square" rtlCol="0"/>
          <a:lstStyle/>
          <a:p>
            <a:pPr marL="0" indent="0">
              <a:buNone/>
            </a:pPr>
            <a:r>
              <a:rPr lang="en-US" dirty="0"/>
              <a:t>AAA Accounting Configuration (Cont.)</a:t>
            </a:r>
          </a:p>
          <a:p>
            <a:pPr marL="0" indent="0">
              <a:buNone/>
            </a:pPr>
            <a:endParaRPr lang="en-US" dirty="0"/>
          </a:p>
        </p:txBody>
      </p:sp>
      <p:sp>
        <p:nvSpPr>
          <p:cNvPr id="8" name="TextBox 7">
            <a:extLst>
              <a:ext uri="{FF2B5EF4-FFF2-40B4-BE49-F238E27FC236}">
                <a16:creationId xmlns:a16="http://schemas.microsoft.com/office/drawing/2014/main" id="{ABEFD914-B9EC-4ADC-AA0B-07935107385A}"/>
              </a:ext>
            </a:extLst>
          </p:cNvPr>
          <p:cNvSpPr txBox="1"/>
          <p:nvPr/>
        </p:nvSpPr>
        <p:spPr>
          <a:xfrm>
            <a:off x="-50800" y="693533"/>
            <a:ext cx="9194800" cy="2308324"/>
          </a:xfrm>
          <a:prstGeom prst="rect">
            <a:avLst/>
          </a:prstGeom>
          <a:noFill/>
        </p:spPr>
        <p:txBody>
          <a:bodyPr wrap="square">
            <a:spAutoFit/>
          </a:bodyPr>
          <a:lstStyle/>
          <a:p>
            <a:r>
              <a:rPr lang="en-US" sz="1600" dirty="0">
                <a:effectLst/>
                <a:latin typeface="Arial" panose="020B0604020202020204" pitchFamily="34" charset="0"/>
                <a:cs typeface="Arial" panose="020B0604020202020204" pitchFamily="34" charset="0"/>
              </a:rPr>
              <a:t>As with AAA authentication, either the keyword </a:t>
            </a:r>
            <a:r>
              <a:rPr lang="en-US" sz="1600" b="1" dirty="0">
                <a:effectLst/>
                <a:latin typeface="Arial" panose="020B0604020202020204" pitchFamily="34" charset="0"/>
                <a:cs typeface="Arial" panose="020B0604020202020204" pitchFamily="34" charset="0"/>
              </a:rPr>
              <a:t>default</a:t>
            </a:r>
            <a:r>
              <a:rPr lang="en-US" sz="1600" dirty="0">
                <a:effectLst/>
                <a:latin typeface="Arial" panose="020B0604020202020204" pitchFamily="34" charset="0"/>
                <a:cs typeface="Arial" panose="020B0604020202020204" pitchFamily="34" charset="0"/>
              </a:rPr>
              <a:t> or a </a:t>
            </a:r>
            <a:r>
              <a:rPr lang="en-US" sz="1600" i="1" dirty="0">
                <a:effectLst/>
                <a:latin typeface="Arial" panose="020B0604020202020204" pitchFamily="34" charset="0"/>
                <a:cs typeface="Arial" panose="020B0604020202020204" pitchFamily="34" charset="0"/>
              </a:rPr>
              <a:t>list-name</a:t>
            </a:r>
            <a:r>
              <a:rPr lang="en-US" sz="1600" dirty="0">
                <a:effectLst/>
                <a:latin typeface="Arial" panose="020B0604020202020204" pitchFamily="34" charset="0"/>
                <a:cs typeface="Arial" panose="020B0604020202020204" pitchFamily="34" charset="0"/>
              </a:rPr>
              <a:t> can be used. Next, the record type, or trigger, is configured. The trigger specifies what actions cause accounting records to be updated. </a:t>
            </a:r>
          </a:p>
          <a:p>
            <a:endParaRPr lang="en-US" sz="1600" dirty="0">
              <a:latin typeface="Arial" panose="020B0604020202020204" pitchFamily="34" charset="0"/>
              <a:cs typeface="Arial" panose="020B0604020202020204" pitchFamily="34" charset="0"/>
            </a:endParaRPr>
          </a:p>
          <a:p>
            <a:r>
              <a:rPr lang="en-US" sz="1600" dirty="0">
                <a:effectLst/>
                <a:latin typeface="Arial" panose="020B0604020202020204" pitchFamily="34" charset="0"/>
                <a:cs typeface="Arial" panose="020B0604020202020204" pitchFamily="34" charset="0"/>
              </a:rPr>
              <a:t>Possible triggers include:</a:t>
            </a:r>
          </a:p>
          <a:p>
            <a:pPr lvl="1">
              <a:buFont typeface="Arial" panose="020B0604020202020204" pitchFamily="34" charset="0"/>
              <a:buChar char="•"/>
            </a:pPr>
            <a:r>
              <a:rPr lang="en-US" sz="1500" b="1" dirty="0">
                <a:effectLst/>
                <a:latin typeface="Arial" panose="020B0604020202020204" pitchFamily="34" charset="0"/>
                <a:cs typeface="Arial" panose="020B0604020202020204" pitchFamily="34" charset="0"/>
              </a:rPr>
              <a:t>start-stop</a:t>
            </a:r>
            <a:r>
              <a:rPr lang="en-US" sz="1500" dirty="0">
                <a:effectLst/>
                <a:latin typeface="Arial" panose="020B0604020202020204" pitchFamily="34" charset="0"/>
                <a:cs typeface="Arial" panose="020B0604020202020204" pitchFamily="34" charset="0"/>
              </a:rPr>
              <a:t> - Sends a "start" accounting notice at the beginning of a process and a "stop" accounting notice at the end of a process.</a:t>
            </a:r>
          </a:p>
          <a:p>
            <a:pPr lvl="1">
              <a:buFont typeface="Arial" panose="020B0604020202020204" pitchFamily="34" charset="0"/>
              <a:buChar char="•"/>
            </a:pPr>
            <a:r>
              <a:rPr lang="en-US" sz="1500" b="1" dirty="0">
                <a:effectLst/>
                <a:latin typeface="Arial" panose="020B0604020202020204" pitchFamily="34" charset="0"/>
                <a:cs typeface="Arial" panose="020B0604020202020204" pitchFamily="34" charset="0"/>
              </a:rPr>
              <a:t>stop-only</a:t>
            </a:r>
            <a:r>
              <a:rPr lang="en-US" sz="1500" dirty="0">
                <a:effectLst/>
                <a:latin typeface="Arial" panose="020B0604020202020204" pitchFamily="34" charset="0"/>
                <a:cs typeface="Arial" panose="020B0604020202020204" pitchFamily="34" charset="0"/>
              </a:rPr>
              <a:t> - Sends a "stop" accounting record for all cases including authentication failures.</a:t>
            </a:r>
          </a:p>
          <a:p>
            <a:pPr lvl="1">
              <a:buFont typeface="Arial" panose="020B0604020202020204" pitchFamily="34" charset="0"/>
              <a:buChar char="•"/>
            </a:pPr>
            <a:r>
              <a:rPr lang="en-US" sz="1500" b="1" dirty="0">
                <a:effectLst/>
                <a:latin typeface="Arial" panose="020B0604020202020204" pitchFamily="34" charset="0"/>
                <a:cs typeface="Arial" panose="020B0604020202020204" pitchFamily="34" charset="0"/>
              </a:rPr>
              <a:t>none</a:t>
            </a:r>
            <a:r>
              <a:rPr lang="en-US" sz="1500" dirty="0">
                <a:effectLst/>
                <a:latin typeface="Arial" panose="020B0604020202020204" pitchFamily="34" charset="0"/>
                <a:cs typeface="Arial" panose="020B0604020202020204" pitchFamily="34" charset="0"/>
              </a:rPr>
              <a:t> - Disables accounting services on a line or interface. </a:t>
            </a:r>
          </a:p>
        </p:txBody>
      </p:sp>
      <p:sp>
        <p:nvSpPr>
          <p:cNvPr id="11" name="TextBox 10">
            <a:extLst>
              <a:ext uri="{FF2B5EF4-FFF2-40B4-BE49-F238E27FC236}">
                <a16:creationId xmlns:a16="http://schemas.microsoft.com/office/drawing/2014/main" id="{9E815615-7DB6-4B33-AF91-74365EEB9BE0}"/>
              </a:ext>
            </a:extLst>
          </p:cNvPr>
          <p:cNvSpPr txBox="1"/>
          <p:nvPr/>
        </p:nvSpPr>
        <p:spPr>
          <a:xfrm>
            <a:off x="226786" y="3209638"/>
            <a:ext cx="2697843" cy="1077218"/>
          </a:xfrm>
          <a:prstGeom prst="rect">
            <a:avLst/>
          </a:prstGeom>
          <a:noFill/>
        </p:spPr>
        <p:txBody>
          <a:bodyPr wrap="square">
            <a:spAutoFit/>
          </a:bodyPr>
          <a:lstStyle/>
          <a:p>
            <a:r>
              <a:rPr lang="en-US" sz="1600" dirty="0">
                <a:latin typeface="Arial" panose="020B0604020202020204" pitchFamily="34" charset="0"/>
                <a:cs typeface="Arial" panose="020B0604020202020204" pitchFamily="34" charset="0"/>
              </a:rPr>
              <a:t>The figures show the command syntax and method list options available.</a:t>
            </a:r>
          </a:p>
        </p:txBody>
      </p:sp>
      <p:pic>
        <p:nvPicPr>
          <p:cNvPr id="7" name="Picture 6">
            <a:extLst>
              <a:ext uri="{FF2B5EF4-FFF2-40B4-BE49-F238E27FC236}">
                <a16:creationId xmlns:a16="http://schemas.microsoft.com/office/drawing/2014/main" id="{B67E5013-08EE-4B7D-B85A-DFC3270B1F2D}"/>
              </a:ext>
            </a:extLst>
          </p:cNvPr>
          <p:cNvPicPr>
            <a:picLocks noChangeAspect="1"/>
          </p:cNvPicPr>
          <p:nvPr/>
        </p:nvPicPr>
        <p:blipFill>
          <a:blip r:embed="rId3"/>
          <a:stretch>
            <a:fillRect/>
          </a:stretch>
        </p:blipFill>
        <p:spPr>
          <a:xfrm>
            <a:off x="2997200" y="2870250"/>
            <a:ext cx="5522685" cy="1998930"/>
          </a:xfrm>
          <a:prstGeom prst="rect">
            <a:avLst/>
          </a:prstGeom>
        </p:spPr>
      </p:pic>
      <p:sp>
        <p:nvSpPr>
          <p:cNvPr id="25" name="Slide Number Placeholder 24"/>
          <p:cNvSpPr>
            <a:spLocks noGrp="1"/>
          </p:cNvSpPr>
          <p:nvPr>
            <p:ph type="sldNum" sz="quarter" idx="4294967295"/>
          </p:nvPr>
        </p:nvSpPr>
        <p:spPr>
          <a:xfrm>
            <a:off x="8686800" y="4629150"/>
            <a:ext cx="457200" cy="228600"/>
          </a:xfrm>
          <a:prstGeom prst="rect">
            <a:avLst/>
          </a:prstGeom>
          <a:extLst>
            <a:ext uri="{C572A759-6A51-4108-AA02-DFA0A04FC94B}">
              <ma14:wrappingTextBoxFlag xmlns="" xmlns:ma14="http://schemas.microsoft.com/office/mac/drawingml/2011/main" val="0"/>
            </a:ext>
          </a:extLst>
        </p:spPr>
        <p:txBody>
          <a:bodyPr/>
          <a:lstStyle>
            <a:lvl1pPr>
              <a:defRPr sz="600">
                <a:solidFill>
                  <a:srgbClr val="D9D9D9"/>
                </a:solidFill>
              </a:defRPr>
            </a:lvl1pPr>
          </a:lstStyle>
          <a:p>
            <a:fld id="{F7021451-1387-4CA6-816F-3879F97B5CBC}" type="slidenum">
              <a:rPr lang="en-US"/>
              <a:t>48</a:t>
            </a:fld>
            <a:endParaRPr lang="en-US" dirty="0"/>
          </a:p>
        </p:txBody>
      </p:sp>
    </p:spTree>
    <p:extLst>
      <p:ext uri="{BB962C8B-B14F-4D97-AF65-F5344CB8AC3E}">
        <p14:creationId xmlns:p14="http://schemas.microsoft.com/office/powerpoint/2010/main" val="4012925435"/>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name="Slide 43">
    <p:spTree>
      <p:nvGrpSpPr>
        <p:cNvPr id="1" name=""/>
        <p:cNvGrpSpPr/>
        <p:nvPr/>
      </p:nvGrpSpPr>
      <p:grpSpPr>
        <a:xfrm>
          <a:off x="0" y="0"/>
          <a:ext cx="0" cy="0"/>
          <a:chOff x="0" y="0"/>
          <a:chExt cx="0" cy="0"/>
        </a:xfrm>
      </p:grpSpPr>
      <p:sp>
        <p:nvSpPr>
          <p:cNvPr id="2" name="Object1"/>
          <p:cNvSpPr>
            <a:spLocks noGrp="1"/>
          </p:cNvSpPr>
          <p:nvPr>
            <p:ph type="body" idx="100" hasCustomPrompt="1"/>
          </p:nvPr>
        </p:nvSpPr>
        <p:spPr>
          <a:xfrm>
            <a:off x="457200" y="2057400"/>
            <a:ext cx="8229600" cy="914400"/>
          </a:xfrm>
          <a:prstGeom prst="rect">
            <a:avLst/>
          </a:prstGeom>
          <a:noFill/>
          <a:ln/>
        </p:spPr>
        <p:txBody>
          <a:bodyPr wrap="square" rtlCol="0"/>
          <a:lstStyle/>
          <a:p>
            <a:pPr marL="0" indent="0">
              <a:buNone/>
            </a:pPr>
            <a:r>
              <a:rPr lang="en-US" dirty="0"/>
              <a:t>7.6 Authentication, Authorization, and Accounting (AAA) Summary</a:t>
            </a:r>
          </a:p>
        </p:txBody>
      </p:sp>
      <p:sp>
        <p:nvSpPr>
          <p:cNvPr id="25" name="Slide Number Placeholder 24"/>
          <p:cNvSpPr>
            <a:spLocks noGrp="1"/>
          </p:cNvSpPr>
          <p:nvPr>
            <p:ph type="sldNum" sz="quarter" idx="4294967295"/>
          </p:nvPr>
        </p:nvSpPr>
        <p:spPr>
          <a:xfrm>
            <a:off x="8686800" y="4629150"/>
            <a:ext cx="457200" cy="228600"/>
          </a:xfrm>
          <a:prstGeom prst="rect">
            <a:avLst/>
          </a:prstGeom>
          <a:extLst>
            <a:ext uri="{C572A759-6A51-4108-AA02-DFA0A04FC94B}">
              <ma14:wrappingTextBoxFlag xmlns="" xmlns:ma14="http://schemas.microsoft.com/office/mac/drawingml/2011/main" val="0"/>
            </a:ext>
          </a:extLst>
        </p:spPr>
        <p:txBody>
          <a:bodyPr/>
          <a:lstStyle>
            <a:lvl1pPr>
              <a:defRPr sz="600">
                <a:solidFill>
                  <a:srgbClr val="D9D9D9"/>
                </a:solidFill>
              </a:defRPr>
            </a:lvl1pPr>
          </a:lstStyle>
          <a:p>
            <a:fld id="{F7021451-1387-4CA6-816F-3879F97B5CBC}" type="slidenum">
              <a:rPr lang="en-US"/>
              <a:t>49</a:t>
            </a:fld>
            <a:endParaRPr lang="en-US" dirty="0"/>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name="Slide 44">
    <p:spTree>
      <p:nvGrpSpPr>
        <p:cNvPr id="1" name=""/>
        <p:cNvGrpSpPr/>
        <p:nvPr/>
      </p:nvGrpSpPr>
      <p:grpSpPr>
        <a:xfrm>
          <a:off x="0" y="0"/>
          <a:ext cx="0" cy="0"/>
          <a:chOff x="0" y="0"/>
          <a:chExt cx="0" cy="0"/>
        </a:xfrm>
      </p:grpSpPr>
      <p:sp>
        <p:nvSpPr>
          <p:cNvPr id="2" name="Object1"/>
          <p:cNvSpPr>
            <a:spLocks noGrp="1"/>
          </p:cNvSpPr>
          <p:nvPr>
            <p:ph type="body" idx="101" hasCustomPrompt="1"/>
          </p:nvPr>
        </p:nvSpPr>
        <p:spPr>
          <a:xfrm>
            <a:off x="0" y="0"/>
            <a:ext cx="9144000" cy="274320"/>
          </a:xfrm>
          <a:prstGeom prst="rect">
            <a:avLst/>
          </a:prstGeom>
          <a:noFill/>
          <a:ln/>
        </p:spPr>
        <p:txBody>
          <a:bodyPr wrap="square" rtlCol="0"/>
          <a:lstStyle/>
          <a:p>
            <a:pPr marL="0" indent="0">
              <a:buNone/>
            </a:pPr>
            <a:r>
              <a:rPr lang="en-US" dirty="0"/>
              <a:t>Authentication, Authorization, and Accounting (AAA) Summary</a:t>
            </a:r>
          </a:p>
        </p:txBody>
      </p:sp>
      <p:sp>
        <p:nvSpPr>
          <p:cNvPr id="3" name="Object2"/>
          <p:cNvSpPr>
            <a:spLocks noGrp="1"/>
          </p:cNvSpPr>
          <p:nvPr>
            <p:ph type="body" idx="100" hasCustomPrompt="1"/>
          </p:nvPr>
        </p:nvSpPr>
        <p:spPr>
          <a:xfrm>
            <a:off x="0" y="274320"/>
            <a:ext cx="9144000" cy="538480"/>
          </a:xfrm>
          <a:prstGeom prst="rect">
            <a:avLst/>
          </a:prstGeom>
          <a:noFill/>
          <a:ln/>
        </p:spPr>
        <p:txBody>
          <a:bodyPr wrap="square" rtlCol="0"/>
          <a:lstStyle/>
          <a:p>
            <a:pPr marL="0" indent="0">
              <a:buNone/>
            </a:pPr>
            <a:r>
              <a:rPr lang="en-US" dirty="0"/>
              <a:t>What Did I Learn in this Module?</a:t>
            </a:r>
          </a:p>
        </p:txBody>
      </p:sp>
      <p:sp>
        <p:nvSpPr>
          <p:cNvPr id="5" name="Object4"/>
          <p:cNvSpPr/>
          <p:nvPr/>
        </p:nvSpPr>
        <p:spPr>
          <a:xfrm>
            <a:off x="0" y="914400"/>
            <a:ext cx="8686800" cy="3805382"/>
          </a:xfrm>
          <a:prstGeom prst="rect">
            <a:avLst/>
          </a:prstGeom>
          <a:noFill/>
          <a:ln/>
        </p:spPr>
        <p:txBody>
          <a:bodyPr wrap="square" rtlCol="0" anchor="t"/>
          <a:lstStyle/>
          <a:p>
            <a:pPr marL="285750" indent="-285750">
              <a:lnSpc>
                <a:spcPts val="2000"/>
              </a:lnSpc>
              <a:buFont typeface="Arial" panose="020B0604020202020204" pitchFamily="34" charset="0"/>
              <a:buChar char="•"/>
            </a:pPr>
            <a:r>
              <a:rPr lang="en-US" sz="1600" dirty="0">
                <a:latin typeface="Arial" panose="020B0604020202020204" pitchFamily="34" charset="0"/>
                <a:cs typeface="Arial" panose="020B0604020202020204" pitchFamily="34" charset="0"/>
              </a:rPr>
              <a:t>AAA authentication provides a means by which users can be authenticated against a centralized database of users. </a:t>
            </a:r>
          </a:p>
          <a:p>
            <a:pPr marL="285750" indent="-285750">
              <a:lnSpc>
                <a:spcPts val="2000"/>
              </a:lnSpc>
              <a:buFont typeface="Arial" panose="020B0604020202020204" pitchFamily="34" charset="0"/>
              <a:buChar char="•"/>
            </a:pPr>
            <a:r>
              <a:rPr lang="en-US" sz="1600" dirty="0">
                <a:latin typeface="Arial" panose="020B0604020202020204" pitchFamily="34" charset="0"/>
                <a:cs typeface="Arial" panose="020B0604020202020204" pitchFamily="34" charset="0"/>
              </a:rPr>
              <a:t>AAA authorization can be used to limit the access of users or groups of users to only the network resources that they need to access. </a:t>
            </a:r>
          </a:p>
          <a:p>
            <a:pPr marL="285750" indent="-285750">
              <a:lnSpc>
                <a:spcPts val="2000"/>
              </a:lnSpc>
              <a:buFont typeface="Arial" panose="020B0604020202020204" pitchFamily="34" charset="0"/>
              <a:buChar char="•"/>
            </a:pPr>
            <a:r>
              <a:rPr lang="en-US" sz="1600" dirty="0">
                <a:latin typeface="Arial" panose="020B0604020202020204" pitchFamily="34" charset="0"/>
                <a:cs typeface="Arial" panose="020B0604020202020204" pitchFamily="34" charset="0"/>
              </a:rPr>
              <a:t>AAA accounting records user actions including when the user accessed the network or device, the length of time for the session, and the resources or functions that were accessed by the user. </a:t>
            </a:r>
          </a:p>
          <a:p>
            <a:pPr marL="285750" indent="-285750">
              <a:lnSpc>
                <a:spcPts val="2000"/>
              </a:lnSpc>
              <a:buFont typeface="Arial" panose="020B0604020202020204" pitchFamily="34" charset="0"/>
              <a:buChar char="•"/>
            </a:pPr>
            <a:r>
              <a:rPr lang="en-US" sz="1600" dirty="0">
                <a:latin typeface="Arial" panose="020B0604020202020204" pitchFamily="34" charset="0"/>
                <a:cs typeface="Arial" panose="020B0604020202020204" pitchFamily="34" charset="0"/>
              </a:rPr>
              <a:t>Local AAA authentication should be configured for smaller networks. Server-based AAA should be used for larger networks.</a:t>
            </a:r>
          </a:p>
          <a:p>
            <a:pPr marL="285750" indent="-285750">
              <a:lnSpc>
                <a:spcPts val="2000"/>
              </a:lnSpc>
              <a:buFont typeface="Arial" panose="020B0604020202020204" pitchFamily="34" charset="0"/>
              <a:buChar char="•"/>
            </a:pPr>
            <a:r>
              <a:rPr lang="en-US" sz="1600" dirty="0">
                <a:latin typeface="Arial" panose="020B0604020202020204" pitchFamily="34" charset="0"/>
                <a:cs typeface="Arial" panose="020B0604020202020204" pitchFamily="34" charset="0"/>
              </a:rPr>
              <a:t>The TACACS+ and RADIUS protocols provide communication between a network device and a AAA server. The choice of protocol defends on the needs of the enterprise.</a:t>
            </a:r>
          </a:p>
        </p:txBody>
      </p:sp>
      <p:sp>
        <p:nvSpPr>
          <p:cNvPr id="25" name="Slide Number Placeholder 24"/>
          <p:cNvSpPr>
            <a:spLocks noGrp="1"/>
          </p:cNvSpPr>
          <p:nvPr>
            <p:ph type="sldNum" sz="quarter" idx="4294967295"/>
          </p:nvPr>
        </p:nvSpPr>
        <p:spPr>
          <a:xfrm>
            <a:off x="8686800" y="4629150"/>
            <a:ext cx="457200" cy="228600"/>
          </a:xfrm>
          <a:prstGeom prst="rect">
            <a:avLst/>
          </a:prstGeom>
          <a:extLst>
            <a:ext uri="{C572A759-6A51-4108-AA02-DFA0A04FC94B}">
              <ma14:wrappingTextBoxFlag xmlns="" xmlns:ma14="http://schemas.microsoft.com/office/mac/drawingml/2011/main" val="0"/>
            </a:ext>
          </a:extLst>
        </p:spPr>
        <p:txBody>
          <a:bodyPr/>
          <a:lstStyle>
            <a:lvl1pPr>
              <a:defRPr sz="600">
                <a:solidFill>
                  <a:srgbClr val="D9D9D9"/>
                </a:solidFill>
              </a:defRPr>
            </a:lvl1pPr>
          </a:lstStyle>
          <a:p>
            <a:fld id="{F7021451-1387-4CA6-816F-3879F97B5CBC}" type="slidenum">
              <a:rPr lang="en-US"/>
              <a:t>50</a:t>
            </a:fld>
            <a:endParaRPr lang="en-US" dirty="0"/>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1"/>
          <p:cNvSpPr>
            <a:spLocks noGrp="1"/>
          </p:cNvSpPr>
          <p:nvPr>
            <p:ph type="body" idx="101" hasCustomPrompt="1"/>
          </p:nvPr>
        </p:nvSpPr>
        <p:spPr>
          <a:xfrm>
            <a:off x="0" y="0"/>
            <a:ext cx="9144000" cy="274320"/>
          </a:xfrm>
          <a:prstGeom prst="rect">
            <a:avLst/>
          </a:prstGeom>
          <a:noFill/>
          <a:ln/>
        </p:spPr>
        <p:txBody>
          <a:bodyPr wrap="square" rtlCol="0"/>
          <a:lstStyle/>
          <a:p>
            <a:pPr marL="0" indent="0">
              <a:buNone/>
            </a:pPr>
            <a:r>
              <a:rPr lang="en-US" dirty="0"/>
              <a:t>Authentication, Authorization, and Accounting (AAA) Summary</a:t>
            </a:r>
          </a:p>
        </p:txBody>
      </p:sp>
      <p:sp>
        <p:nvSpPr>
          <p:cNvPr id="3" name="Object2"/>
          <p:cNvSpPr>
            <a:spLocks noGrp="1"/>
          </p:cNvSpPr>
          <p:nvPr>
            <p:ph type="body" idx="100" hasCustomPrompt="1"/>
          </p:nvPr>
        </p:nvSpPr>
        <p:spPr>
          <a:xfrm>
            <a:off x="0" y="274320"/>
            <a:ext cx="9144000" cy="538480"/>
          </a:xfrm>
          <a:prstGeom prst="rect">
            <a:avLst/>
          </a:prstGeom>
          <a:noFill/>
          <a:ln/>
        </p:spPr>
        <p:txBody>
          <a:bodyPr wrap="square" rtlCol="0"/>
          <a:lstStyle/>
          <a:p>
            <a:pPr marL="0" indent="0">
              <a:buNone/>
            </a:pPr>
            <a:r>
              <a:rPr lang="en-US" dirty="0"/>
              <a:t>What Did I Learn in this Module? (Cont.)</a:t>
            </a:r>
          </a:p>
        </p:txBody>
      </p:sp>
      <p:sp>
        <p:nvSpPr>
          <p:cNvPr id="5" name="Object4"/>
          <p:cNvSpPr/>
          <p:nvPr/>
        </p:nvSpPr>
        <p:spPr>
          <a:xfrm>
            <a:off x="0" y="914400"/>
            <a:ext cx="8686800" cy="3805382"/>
          </a:xfrm>
          <a:prstGeom prst="rect">
            <a:avLst/>
          </a:prstGeom>
          <a:noFill/>
          <a:ln/>
        </p:spPr>
        <p:txBody>
          <a:bodyPr wrap="square" rtlCol="0" anchor="t"/>
          <a:lstStyle/>
          <a:p>
            <a:pPr marL="285750" indent="-285750">
              <a:lnSpc>
                <a:spcPts val="2000"/>
              </a:lnSpc>
              <a:buFont typeface="Arial" panose="020B0604020202020204" pitchFamily="34" charset="0"/>
              <a:buChar char="•"/>
            </a:pPr>
            <a:r>
              <a:rPr lang="en-US" sz="1400" dirty="0">
                <a:latin typeface="Arial" panose="020B0604020202020204" pitchFamily="34" charset="0"/>
                <a:cs typeface="Arial" panose="020B0604020202020204" pitchFamily="34" charset="0"/>
              </a:rPr>
              <a:t>There are four basic steps to configuring AAA server-based authentication: (1) globally enabled AAA on the device; (2) specify the AAA server IP address and protocol; (3) specify the matching encryption key that will be used by the network device and AAA server; and (4) specify the AAA server or servers in the method lists.</a:t>
            </a:r>
          </a:p>
          <a:p>
            <a:pPr marL="285750" indent="-285750">
              <a:lnSpc>
                <a:spcPts val="2000"/>
              </a:lnSpc>
              <a:buFont typeface="Arial" panose="020B0604020202020204" pitchFamily="34" charset="0"/>
              <a:buChar char="•"/>
            </a:pPr>
            <a:r>
              <a:rPr lang="en-US" sz="1400" dirty="0">
                <a:latin typeface="Arial" panose="020B0604020202020204" pitchFamily="34" charset="0"/>
                <a:cs typeface="Arial" panose="020B0604020202020204" pitchFamily="34" charset="0"/>
              </a:rPr>
              <a:t>The type of authorization is configured with the </a:t>
            </a:r>
            <a:r>
              <a:rPr lang="en-US" sz="1400" b="1" dirty="0" err="1">
                <a:latin typeface="Arial" panose="020B0604020202020204" pitchFamily="34" charset="0"/>
                <a:cs typeface="Arial" panose="020B0604020202020204" pitchFamily="34" charset="0"/>
              </a:rPr>
              <a:t>aaa</a:t>
            </a:r>
            <a:r>
              <a:rPr lang="en-US" sz="1400" b="1" dirty="0">
                <a:latin typeface="Arial" panose="020B0604020202020204" pitchFamily="34" charset="0"/>
                <a:cs typeface="Arial" panose="020B0604020202020204" pitchFamily="34" charset="0"/>
              </a:rPr>
              <a:t> authorization </a:t>
            </a:r>
            <a:r>
              <a:rPr lang="en-US" sz="1400" dirty="0">
                <a:latin typeface="Arial" panose="020B0604020202020204" pitchFamily="34" charset="0"/>
                <a:cs typeface="Arial" panose="020B0604020202020204" pitchFamily="34" charset="0"/>
              </a:rPr>
              <a:t>command.</a:t>
            </a:r>
          </a:p>
          <a:p>
            <a:pPr marL="285750" indent="-285750">
              <a:lnSpc>
                <a:spcPts val="2000"/>
              </a:lnSpc>
              <a:buFont typeface="Arial" panose="020B0604020202020204" pitchFamily="34" charset="0"/>
              <a:buChar char="•"/>
            </a:pPr>
            <a:r>
              <a:rPr lang="en-US" sz="1400" dirty="0">
                <a:latin typeface="Arial" panose="020B0604020202020204" pitchFamily="34" charset="0"/>
                <a:cs typeface="Arial" panose="020B0604020202020204" pitchFamily="34" charset="0"/>
              </a:rPr>
              <a:t>The type of accounting is configured with the </a:t>
            </a:r>
            <a:r>
              <a:rPr lang="en-US" sz="1400" b="1" dirty="0" err="1">
                <a:latin typeface="Arial" panose="020B0604020202020204" pitchFamily="34" charset="0"/>
                <a:cs typeface="Arial" panose="020B0604020202020204" pitchFamily="34" charset="0"/>
              </a:rPr>
              <a:t>aaa</a:t>
            </a:r>
            <a:r>
              <a:rPr lang="en-US" sz="1400" b="1" dirty="0">
                <a:latin typeface="Arial" panose="020B0604020202020204" pitchFamily="34" charset="0"/>
                <a:cs typeface="Arial" panose="020B0604020202020204" pitchFamily="34" charset="0"/>
              </a:rPr>
              <a:t> accounting </a:t>
            </a:r>
            <a:r>
              <a:rPr lang="en-US" sz="1400" dirty="0">
                <a:latin typeface="Arial" panose="020B0604020202020204" pitchFamily="34" charset="0"/>
                <a:cs typeface="Arial" panose="020B0604020202020204" pitchFamily="34" charset="0"/>
              </a:rPr>
              <a:t>command.</a:t>
            </a:r>
          </a:p>
        </p:txBody>
      </p:sp>
      <p:sp>
        <p:nvSpPr>
          <p:cNvPr id="25" name="Slide Number Placeholder 24"/>
          <p:cNvSpPr>
            <a:spLocks noGrp="1"/>
          </p:cNvSpPr>
          <p:nvPr>
            <p:ph type="sldNum" sz="quarter" idx="4294967295"/>
          </p:nvPr>
        </p:nvSpPr>
        <p:spPr>
          <a:xfrm>
            <a:off x="8686800" y="4629150"/>
            <a:ext cx="457200" cy="228600"/>
          </a:xfrm>
          <a:prstGeom prst="rect">
            <a:avLst/>
          </a:prstGeom>
          <a:extLst>
            <a:ext uri="{C572A759-6A51-4108-AA02-DFA0A04FC94B}">
              <ma14:wrappingTextBoxFlag xmlns:ma14="http://schemas.microsoft.com/office/mac/drawingml/2011/main" xmlns="" val="0"/>
            </a:ext>
          </a:extLst>
        </p:spPr>
        <p:txBody>
          <a:bodyPr/>
          <a:lstStyle>
            <a:lvl1pPr>
              <a:defRPr sz="600">
                <a:solidFill>
                  <a:srgbClr val="D9D9D9"/>
                </a:solidFill>
              </a:defRPr>
            </a:lvl1pPr>
          </a:lstStyle>
          <a:p>
            <a:fld id="{F7021451-1387-4CA6-816F-3879F97B5CBC}" type="slidenum">
              <a:rPr lang="en-US"/>
              <a:t>51</a:t>
            </a:fld>
            <a:endParaRPr lang="en-US" dirty="0"/>
          </a:p>
        </p:txBody>
      </p:sp>
    </p:spTree>
    <p:extLst>
      <p:ext uri="{BB962C8B-B14F-4D97-AF65-F5344CB8AC3E}">
        <p14:creationId xmlns:p14="http://schemas.microsoft.com/office/powerpoint/2010/main" val="3041535317"/>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24"/>
          <p:cNvSpPr>
            <a:spLocks noGrp="1"/>
          </p:cNvSpPr>
          <p:nvPr>
            <p:ph type="sldNum" sz="quarter" idx="4294967295"/>
          </p:nvPr>
        </p:nvSpPr>
        <p:spPr>
          <a:xfrm>
            <a:off x="8686800" y="4629150"/>
            <a:ext cx="457200" cy="228600"/>
          </a:xfrm>
          <a:prstGeom prst="rect">
            <a:avLst/>
          </a:prstGeom>
          <a:extLst>
            <a:ext uri="{C572A759-6A51-4108-AA02-DFA0A04FC94B}">
              <ma14:wrappingTextBoxFlag xmlns:ma14="http://schemas.microsoft.com/office/mac/drawingml/2011/main" xmlns="" val="0"/>
            </a:ext>
          </a:extLst>
        </p:spPr>
        <p:txBody>
          <a:bodyPr/>
          <a:lstStyle>
            <a:lvl1pPr>
              <a:defRPr sz="600">
                <a:solidFill>
                  <a:srgbClr val="D9D9D9"/>
                </a:solidFill>
              </a:defRPr>
            </a:lvl1pPr>
          </a:lstStyle>
          <a:p>
            <a:fld id="{F7021451-1387-4CA6-816F-3879F97B5CBC}" type="slidenum">
              <a:rPr lang="en-US"/>
              <a:t>52</a:t>
            </a:fld>
            <a:endParaRPr lang="en-US" dirty="0"/>
          </a:p>
        </p:txBody>
      </p:sp>
      <p:graphicFrame>
        <p:nvGraphicFramePr>
          <p:cNvPr id="6" name="Content Placeholder 2">
            <a:extLst>
              <a:ext uri="{FF2B5EF4-FFF2-40B4-BE49-F238E27FC236}">
                <a16:creationId xmlns:a16="http://schemas.microsoft.com/office/drawing/2014/main" id="{4280381B-66BA-4B06-A8D4-97F79C442B03}"/>
              </a:ext>
            </a:extLst>
          </p:cNvPr>
          <p:cNvGraphicFramePr>
            <a:graphicFrameLocks/>
          </p:cNvGraphicFramePr>
          <p:nvPr>
            <p:extLst>
              <p:ext uri="{D42A27DB-BD31-4B8C-83A1-F6EECF244321}">
                <p14:modId xmlns:p14="http://schemas.microsoft.com/office/powerpoint/2010/main" val="938844987"/>
              </p:ext>
            </p:extLst>
          </p:nvPr>
        </p:nvGraphicFramePr>
        <p:xfrm>
          <a:off x="294640" y="650450"/>
          <a:ext cx="8458662" cy="3911390"/>
        </p:xfrm>
        <a:graphic>
          <a:graphicData uri="http://schemas.openxmlformats.org/drawingml/2006/table">
            <a:tbl>
              <a:tblPr firstRow="1" bandRow="1">
                <a:tableStyleId>{F5AB1C69-6EDB-4FF4-983F-18BD219EF322}</a:tableStyleId>
              </a:tblPr>
              <a:tblGrid>
                <a:gridCol w="3999424">
                  <a:extLst>
                    <a:ext uri="{9D8B030D-6E8A-4147-A177-3AD203B41FA5}">
                      <a16:colId xmlns:a16="http://schemas.microsoft.com/office/drawing/2014/main" val="2731093094"/>
                    </a:ext>
                  </a:extLst>
                </a:gridCol>
                <a:gridCol w="4459238">
                  <a:extLst>
                    <a:ext uri="{9D8B030D-6E8A-4147-A177-3AD203B41FA5}">
                      <a16:colId xmlns:a16="http://schemas.microsoft.com/office/drawing/2014/main" val="2353496225"/>
                    </a:ext>
                  </a:extLst>
                </a:gridCol>
              </a:tblGrid>
              <a:tr h="3911390">
                <a:tc>
                  <a:txBody>
                    <a:bodyPr/>
                    <a:lstStyle/>
                    <a:p>
                      <a:pPr marL="173038" indent="-173038">
                        <a:spcBef>
                          <a:spcPts val="200"/>
                        </a:spcBef>
                        <a:spcAft>
                          <a:spcPts val="200"/>
                        </a:spcAft>
                        <a:buFont typeface="Arial" panose="020B0604020202020204" pitchFamily="34" charset="0"/>
                        <a:buChar char="•"/>
                      </a:pPr>
                      <a:r>
                        <a:rPr lang="en-US" sz="1400" b="0" kern="1200" dirty="0">
                          <a:solidFill>
                            <a:schemeClr val="tx1"/>
                          </a:solidFill>
                          <a:latin typeface="+mn-lt"/>
                          <a:ea typeface="+mn-ea"/>
                          <a:cs typeface="+mn-cs"/>
                        </a:rPr>
                        <a:t>authentication, authorization, and accounting</a:t>
                      </a:r>
                    </a:p>
                    <a:p>
                      <a:pPr marL="173038" indent="-173038">
                        <a:spcBef>
                          <a:spcPts val="200"/>
                        </a:spcBef>
                        <a:spcAft>
                          <a:spcPts val="200"/>
                        </a:spcAft>
                        <a:buFont typeface="Arial" panose="020B0604020202020204" pitchFamily="34" charset="0"/>
                        <a:buChar char="•"/>
                      </a:pPr>
                      <a:r>
                        <a:rPr lang="en-US" sz="1400" b="0" kern="1200" dirty="0">
                          <a:solidFill>
                            <a:schemeClr val="tx1"/>
                          </a:solidFill>
                          <a:latin typeface="+mn-lt"/>
                          <a:ea typeface="+mn-ea"/>
                          <a:cs typeface="+mn-cs"/>
                        </a:rPr>
                        <a:t>Local AAA Authentication </a:t>
                      </a:r>
                    </a:p>
                    <a:p>
                      <a:pPr marL="173038" indent="-173038">
                        <a:spcBef>
                          <a:spcPts val="200"/>
                        </a:spcBef>
                        <a:spcAft>
                          <a:spcPts val="200"/>
                        </a:spcAft>
                        <a:buFont typeface="Arial" panose="020B0604020202020204" pitchFamily="34" charset="0"/>
                        <a:buChar char="•"/>
                      </a:pPr>
                      <a:r>
                        <a:rPr lang="en-US" sz="1400" b="0" kern="1200" dirty="0">
                          <a:solidFill>
                            <a:schemeClr val="tx1"/>
                          </a:solidFill>
                          <a:latin typeface="+mn-lt"/>
                          <a:ea typeface="+mn-ea"/>
                          <a:cs typeface="+mn-cs"/>
                        </a:rPr>
                        <a:t>Server-Based AAA Authentication </a:t>
                      </a:r>
                    </a:p>
                    <a:p>
                      <a:pPr marL="173038" indent="-173038">
                        <a:spcBef>
                          <a:spcPts val="200"/>
                        </a:spcBef>
                        <a:spcAft>
                          <a:spcPts val="200"/>
                        </a:spcAft>
                        <a:buFont typeface="Arial" panose="020B0604020202020204" pitchFamily="34" charset="0"/>
                        <a:buChar char="•"/>
                      </a:pPr>
                      <a:r>
                        <a:rPr lang="en-US" sz="1400" b="0" kern="1200" dirty="0">
                          <a:solidFill>
                            <a:schemeClr val="tx1"/>
                          </a:solidFill>
                          <a:latin typeface="+mn-lt"/>
                          <a:ea typeface="+mn-ea"/>
                          <a:cs typeface="+mn-cs"/>
                        </a:rPr>
                        <a:t>Remote Authentication Dial-In User Service (RADIUS)</a:t>
                      </a:r>
                    </a:p>
                    <a:p>
                      <a:pPr marL="173038" indent="-173038">
                        <a:spcBef>
                          <a:spcPts val="200"/>
                        </a:spcBef>
                        <a:spcAft>
                          <a:spcPts val="200"/>
                        </a:spcAft>
                        <a:buFont typeface="Arial" panose="020B0604020202020204" pitchFamily="34" charset="0"/>
                        <a:buChar char="•"/>
                      </a:pPr>
                      <a:r>
                        <a:rPr lang="en-US" sz="1400" b="0" kern="1200" dirty="0">
                          <a:solidFill>
                            <a:schemeClr val="tx1"/>
                          </a:solidFill>
                          <a:latin typeface="+mn-lt"/>
                          <a:ea typeface="+mn-ea"/>
                          <a:cs typeface="+mn-cs"/>
                        </a:rPr>
                        <a:t>Terminal Access Controller Access Control System (TACACS+) </a:t>
                      </a:r>
                    </a:p>
                    <a:p>
                      <a:pPr marL="173038" indent="-173038">
                        <a:spcBef>
                          <a:spcPts val="200"/>
                        </a:spcBef>
                        <a:spcAft>
                          <a:spcPts val="200"/>
                        </a:spcAft>
                        <a:buFont typeface="Arial" panose="020B0604020202020204" pitchFamily="34" charset="0"/>
                        <a:buChar char="•"/>
                      </a:pPr>
                      <a:r>
                        <a:rPr lang="en-US" sz="1400" b="1" kern="1200" dirty="0" err="1">
                          <a:solidFill>
                            <a:schemeClr val="tx1"/>
                          </a:solidFill>
                          <a:latin typeface="+mn-lt"/>
                          <a:ea typeface="+mn-ea"/>
                          <a:cs typeface="+mn-cs"/>
                        </a:rPr>
                        <a:t>aaa</a:t>
                      </a:r>
                      <a:r>
                        <a:rPr lang="en-US" sz="1400" b="1" kern="1200" dirty="0">
                          <a:solidFill>
                            <a:schemeClr val="tx1"/>
                          </a:solidFill>
                          <a:latin typeface="+mn-lt"/>
                          <a:ea typeface="+mn-ea"/>
                          <a:cs typeface="+mn-cs"/>
                        </a:rPr>
                        <a:t> authentication login </a:t>
                      </a:r>
                      <a:r>
                        <a:rPr lang="en-US" sz="1400" b="0" kern="1200" dirty="0">
                          <a:solidFill>
                            <a:schemeClr val="tx1"/>
                          </a:solidFill>
                          <a:latin typeface="+mn-lt"/>
                          <a:ea typeface="+mn-ea"/>
                          <a:cs typeface="+mn-cs"/>
                        </a:rPr>
                        <a:t>{</a:t>
                      </a:r>
                      <a:r>
                        <a:rPr lang="en-US" sz="1400" b="1" kern="1200" dirty="0">
                          <a:solidFill>
                            <a:schemeClr val="tx1"/>
                          </a:solidFill>
                          <a:latin typeface="+mn-lt"/>
                          <a:ea typeface="+mn-ea"/>
                          <a:cs typeface="+mn-cs"/>
                        </a:rPr>
                        <a:t>default</a:t>
                      </a:r>
                      <a:r>
                        <a:rPr lang="en-US" sz="1400" b="0" kern="1200" dirty="0">
                          <a:solidFill>
                            <a:schemeClr val="tx1"/>
                          </a:solidFill>
                          <a:latin typeface="+mn-lt"/>
                          <a:ea typeface="+mn-ea"/>
                          <a:cs typeface="+mn-cs"/>
                        </a:rPr>
                        <a:t> | </a:t>
                      </a:r>
                      <a:r>
                        <a:rPr lang="en-US" sz="1400" b="0" i="1" kern="1200" dirty="0">
                          <a:solidFill>
                            <a:schemeClr val="tx1"/>
                          </a:solidFill>
                          <a:latin typeface="+mn-lt"/>
                          <a:ea typeface="+mn-ea"/>
                          <a:cs typeface="+mn-cs"/>
                        </a:rPr>
                        <a:t>list-name</a:t>
                      </a:r>
                      <a:r>
                        <a:rPr lang="en-US" sz="1400" b="0" kern="1200" dirty="0">
                          <a:solidFill>
                            <a:schemeClr val="tx1"/>
                          </a:solidFill>
                          <a:latin typeface="+mn-lt"/>
                          <a:ea typeface="+mn-ea"/>
                          <a:cs typeface="+mn-cs"/>
                        </a:rPr>
                        <a:t>} </a:t>
                      </a:r>
                      <a:r>
                        <a:rPr lang="en-US" sz="1400" b="0" i="1" kern="1200" dirty="0">
                          <a:solidFill>
                            <a:schemeClr val="tx1"/>
                          </a:solidFill>
                          <a:latin typeface="+mn-lt"/>
                          <a:ea typeface="+mn-ea"/>
                          <a:cs typeface="+mn-cs"/>
                        </a:rPr>
                        <a:t>method1</a:t>
                      </a:r>
                      <a:r>
                        <a:rPr lang="en-US" sz="1400" b="0" kern="1200" dirty="0">
                          <a:solidFill>
                            <a:schemeClr val="tx1"/>
                          </a:solidFill>
                          <a:latin typeface="+mn-lt"/>
                          <a:ea typeface="+mn-ea"/>
                          <a:cs typeface="+mn-cs"/>
                        </a:rPr>
                        <a:t>…[ </a:t>
                      </a:r>
                      <a:r>
                        <a:rPr lang="en-US" sz="1400" b="0" i="1" kern="1200" dirty="0">
                          <a:solidFill>
                            <a:schemeClr val="tx1"/>
                          </a:solidFill>
                          <a:latin typeface="+mn-lt"/>
                          <a:ea typeface="+mn-ea"/>
                          <a:cs typeface="+mn-cs"/>
                        </a:rPr>
                        <a:t>method4</a:t>
                      </a:r>
                      <a:r>
                        <a:rPr lang="en-US" sz="1400" b="0" kern="1200" dirty="0">
                          <a:solidFill>
                            <a:schemeClr val="tx1"/>
                          </a:solidFill>
                          <a:latin typeface="+mn-lt"/>
                          <a:ea typeface="+mn-ea"/>
                          <a:cs typeface="+mn-cs"/>
                        </a:rPr>
                        <a:t> ]</a:t>
                      </a:r>
                    </a:p>
                    <a:p>
                      <a:pPr marL="173038" indent="-173038">
                        <a:spcBef>
                          <a:spcPts val="200"/>
                        </a:spcBef>
                        <a:spcAft>
                          <a:spcPts val="200"/>
                        </a:spcAft>
                        <a:buFont typeface="Arial" panose="020B0604020202020204" pitchFamily="34" charset="0"/>
                        <a:buChar char="•"/>
                      </a:pPr>
                      <a:r>
                        <a:rPr lang="en-US" sz="1400" b="1" kern="1200" dirty="0">
                          <a:solidFill>
                            <a:schemeClr val="tx1"/>
                          </a:solidFill>
                          <a:latin typeface="+mn-lt"/>
                          <a:ea typeface="+mn-ea"/>
                          <a:cs typeface="+mn-cs"/>
                        </a:rPr>
                        <a:t>login authentication </a:t>
                      </a:r>
                      <a:r>
                        <a:rPr lang="en-US" sz="1400" b="0" i="1" kern="1200" dirty="0">
                          <a:solidFill>
                            <a:schemeClr val="tx1"/>
                          </a:solidFill>
                          <a:latin typeface="+mn-lt"/>
                          <a:ea typeface="+mn-ea"/>
                          <a:cs typeface="+mn-cs"/>
                        </a:rPr>
                        <a:t>list-name</a:t>
                      </a:r>
                    </a:p>
                    <a:p>
                      <a:pPr marL="173038" indent="-173038">
                        <a:spcBef>
                          <a:spcPts val="200"/>
                        </a:spcBef>
                        <a:spcAft>
                          <a:spcPts val="200"/>
                        </a:spcAft>
                        <a:buFont typeface="Arial" panose="020B0604020202020204" pitchFamily="34" charset="0"/>
                        <a:buChar char="•"/>
                      </a:pPr>
                      <a:r>
                        <a:rPr lang="en-US" sz="1400" b="1" kern="1200" dirty="0" err="1">
                          <a:solidFill>
                            <a:schemeClr val="tx1"/>
                          </a:solidFill>
                          <a:latin typeface="+mn-lt"/>
                          <a:ea typeface="+mn-ea"/>
                          <a:cs typeface="+mn-cs"/>
                        </a:rPr>
                        <a:t>aaa</a:t>
                      </a:r>
                      <a:r>
                        <a:rPr lang="en-US" sz="1400" b="1" kern="1200" dirty="0">
                          <a:solidFill>
                            <a:schemeClr val="tx1"/>
                          </a:solidFill>
                          <a:latin typeface="+mn-lt"/>
                          <a:ea typeface="+mn-ea"/>
                          <a:cs typeface="+mn-cs"/>
                        </a:rPr>
                        <a:t> local authentication attempts max-fail </a:t>
                      </a:r>
                      <a:r>
                        <a:rPr lang="en-US" sz="1400" b="0" kern="1200" dirty="0">
                          <a:solidFill>
                            <a:schemeClr val="tx1"/>
                          </a:solidFill>
                          <a:latin typeface="+mn-lt"/>
                          <a:ea typeface="+mn-ea"/>
                          <a:cs typeface="+mn-cs"/>
                        </a:rPr>
                        <a:t>[</a:t>
                      </a:r>
                      <a:r>
                        <a:rPr lang="en-US" sz="1400" b="0" i="1" kern="1200" dirty="0">
                          <a:solidFill>
                            <a:schemeClr val="tx1"/>
                          </a:solidFill>
                          <a:latin typeface="+mn-lt"/>
                          <a:ea typeface="+mn-ea"/>
                          <a:cs typeface="+mn-cs"/>
                        </a:rPr>
                        <a:t>number-of-unsuccessful-attempts</a:t>
                      </a:r>
                      <a:r>
                        <a:rPr lang="en-US" sz="1400" b="0" kern="1200" dirty="0">
                          <a:solidFill>
                            <a:schemeClr val="tx1"/>
                          </a:solidFill>
                          <a:latin typeface="+mn-lt"/>
                          <a:ea typeface="+mn-ea"/>
                          <a:cs typeface="+mn-cs"/>
                        </a:rPr>
                        <a:t>]</a:t>
                      </a:r>
                    </a:p>
                    <a:p>
                      <a:pPr marL="173038" indent="-173038">
                        <a:spcBef>
                          <a:spcPts val="200"/>
                        </a:spcBef>
                        <a:spcAft>
                          <a:spcPts val="200"/>
                        </a:spcAft>
                        <a:buFont typeface="Arial" panose="020B0604020202020204" pitchFamily="34" charset="0"/>
                        <a:buChar char="•"/>
                      </a:pPr>
                      <a:r>
                        <a:rPr lang="en-US" sz="1400" b="1" kern="1200" dirty="0">
                          <a:solidFill>
                            <a:schemeClr val="tx1"/>
                          </a:solidFill>
                          <a:latin typeface="+mn-lt"/>
                          <a:ea typeface="+mn-ea"/>
                          <a:cs typeface="+mn-cs"/>
                        </a:rPr>
                        <a:t>clear </a:t>
                      </a:r>
                      <a:r>
                        <a:rPr lang="en-US" sz="1400" b="1" kern="1200" dirty="0" err="1">
                          <a:solidFill>
                            <a:schemeClr val="tx1"/>
                          </a:solidFill>
                          <a:latin typeface="+mn-lt"/>
                          <a:ea typeface="+mn-ea"/>
                          <a:cs typeface="+mn-cs"/>
                        </a:rPr>
                        <a:t>aaa</a:t>
                      </a:r>
                      <a:r>
                        <a:rPr lang="en-US" sz="1400" b="1" kern="1200" dirty="0">
                          <a:solidFill>
                            <a:schemeClr val="tx1"/>
                          </a:solidFill>
                          <a:latin typeface="+mn-lt"/>
                          <a:ea typeface="+mn-ea"/>
                          <a:cs typeface="+mn-cs"/>
                        </a:rPr>
                        <a:t> local user lockout </a:t>
                      </a:r>
                    </a:p>
                    <a:p>
                      <a:pPr marL="173038" indent="-173038">
                        <a:spcBef>
                          <a:spcPts val="200"/>
                        </a:spcBef>
                        <a:spcAft>
                          <a:spcPts val="200"/>
                        </a:spcAft>
                        <a:buFont typeface="Arial" panose="020B0604020202020204" pitchFamily="34" charset="0"/>
                        <a:buChar char="•"/>
                      </a:pPr>
                      <a:r>
                        <a:rPr lang="en-US" sz="1400" b="1" kern="1200" dirty="0">
                          <a:solidFill>
                            <a:schemeClr val="tx1"/>
                          </a:solidFill>
                          <a:latin typeface="+mn-lt"/>
                          <a:ea typeface="+mn-ea"/>
                          <a:cs typeface="+mn-cs"/>
                        </a:rPr>
                        <a:t>show </a:t>
                      </a:r>
                      <a:r>
                        <a:rPr lang="en-US" sz="1400" b="1" kern="1200" dirty="0" err="1">
                          <a:solidFill>
                            <a:schemeClr val="tx1"/>
                          </a:solidFill>
                          <a:latin typeface="+mn-lt"/>
                          <a:ea typeface="+mn-ea"/>
                          <a:cs typeface="+mn-cs"/>
                        </a:rPr>
                        <a:t>aaa</a:t>
                      </a:r>
                      <a:r>
                        <a:rPr lang="en-US" sz="1400" b="1" kern="1200" dirty="0">
                          <a:solidFill>
                            <a:schemeClr val="tx1"/>
                          </a:solidFill>
                          <a:latin typeface="+mn-lt"/>
                          <a:ea typeface="+mn-ea"/>
                          <a:cs typeface="+mn-cs"/>
                        </a:rPr>
                        <a:t> user </a:t>
                      </a:r>
                    </a:p>
                    <a:p>
                      <a:pPr marL="173038" indent="-173038">
                        <a:spcBef>
                          <a:spcPts val="200"/>
                        </a:spcBef>
                        <a:spcAft>
                          <a:spcPts val="200"/>
                        </a:spcAft>
                        <a:buFont typeface="Arial" panose="020B0604020202020204" pitchFamily="34" charset="0"/>
                        <a:buChar char="•"/>
                      </a:pPr>
                      <a:r>
                        <a:rPr lang="en-US" sz="1400" b="1" kern="1200" dirty="0">
                          <a:solidFill>
                            <a:schemeClr val="tx1"/>
                          </a:solidFill>
                          <a:latin typeface="+mn-lt"/>
                          <a:ea typeface="+mn-ea"/>
                          <a:cs typeface="+mn-cs"/>
                        </a:rPr>
                        <a:t>show </a:t>
                      </a:r>
                      <a:r>
                        <a:rPr lang="en-US" sz="1400" b="1" kern="1200" dirty="0" err="1">
                          <a:solidFill>
                            <a:schemeClr val="tx1"/>
                          </a:solidFill>
                          <a:latin typeface="+mn-lt"/>
                          <a:ea typeface="+mn-ea"/>
                          <a:cs typeface="+mn-cs"/>
                        </a:rPr>
                        <a:t>aaa</a:t>
                      </a:r>
                      <a:r>
                        <a:rPr lang="en-US" sz="1400" b="1" kern="1200" dirty="0">
                          <a:solidFill>
                            <a:schemeClr val="tx1"/>
                          </a:solidFill>
                          <a:latin typeface="+mn-lt"/>
                          <a:ea typeface="+mn-ea"/>
                          <a:cs typeface="+mn-cs"/>
                        </a:rPr>
                        <a:t> sessions</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173038" indent="-173038">
                        <a:spcBef>
                          <a:spcPts val="200"/>
                        </a:spcBef>
                        <a:spcAft>
                          <a:spcPts val="200"/>
                        </a:spcAft>
                        <a:buFont typeface="Arial" panose="020B0604020202020204" pitchFamily="34" charset="0"/>
                        <a:buChar char="•"/>
                      </a:pPr>
                      <a:r>
                        <a:rPr lang="en-US" sz="1400" b="0" kern="1200" dirty="0">
                          <a:solidFill>
                            <a:schemeClr val="tx1"/>
                          </a:solidFill>
                          <a:latin typeface="+mn-lt"/>
                          <a:ea typeface="+mn-ea"/>
                          <a:cs typeface="+mn-cs"/>
                        </a:rPr>
                        <a:t>Identity Services Engine (ISE)</a:t>
                      </a:r>
                    </a:p>
                    <a:p>
                      <a:pPr marL="173038" indent="-173038">
                        <a:spcBef>
                          <a:spcPts val="200"/>
                        </a:spcBef>
                        <a:spcAft>
                          <a:spcPts val="200"/>
                        </a:spcAft>
                        <a:buFont typeface="Arial" panose="020B0604020202020204" pitchFamily="34" charset="0"/>
                        <a:buChar char="•"/>
                      </a:pPr>
                      <a:r>
                        <a:rPr lang="en-US" sz="1400" b="1" kern="1200" dirty="0" err="1">
                          <a:solidFill>
                            <a:schemeClr val="tx1"/>
                          </a:solidFill>
                          <a:latin typeface="+mn-lt"/>
                          <a:ea typeface="+mn-ea"/>
                          <a:cs typeface="+mn-cs"/>
                        </a:rPr>
                        <a:t>tacacs</a:t>
                      </a:r>
                      <a:r>
                        <a:rPr lang="en-US" sz="1400" b="0" kern="1200" dirty="0">
                          <a:solidFill>
                            <a:schemeClr val="tx1"/>
                          </a:solidFill>
                          <a:latin typeface="+mn-lt"/>
                          <a:ea typeface="+mn-ea"/>
                          <a:cs typeface="+mn-cs"/>
                        </a:rPr>
                        <a:t> </a:t>
                      </a:r>
                      <a:r>
                        <a:rPr lang="en-US" sz="1400" b="1" kern="1200" dirty="0">
                          <a:solidFill>
                            <a:schemeClr val="tx1"/>
                          </a:solidFill>
                          <a:latin typeface="+mn-lt"/>
                          <a:ea typeface="+mn-ea"/>
                          <a:cs typeface="+mn-cs"/>
                        </a:rPr>
                        <a:t>server</a:t>
                      </a:r>
                      <a:r>
                        <a:rPr lang="en-US" sz="1400" b="0" kern="1200" dirty="0">
                          <a:solidFill>
                            <a:schemeClr val="tx1"/>
                          </a:solidFill>
                          <a:latin typeface="+mn-lt"/>
                          <a:ea typeface="+mn-ea"/>
                          <a:cs typeface="+mn-cs"/>
                        </a:rPr>
                        <a:t> </a:t>
                      </a:r>
                      <a:r>
                        <a:rPr lang="en-US" sz="1400" b="0" i="1" kern="1200" dirty="0">
                          <a:solidFill>
                            <a:schemeClr val="tx1"/>
                          </a:solidFill>
                          <a:latin typeface="+mn-lt"/>
                          <a:ea typeface="+mn-ea"/>
                          <a:cs typeface="+mn-cs"/>
                        </a:rPr>
                        <a:t>name</a:t>
                      </a:r>
                      <a:r>
                        <a:rPr lang="en-US" sz="1400" b="0" kern="1200" dirty="0">
                          <a:solidFill>
                            <a:schemeClr val="tx1"/>
                          </a:solidFill>
                          <a:latin typeface="+mn-lt"/>
                          <a:ea typeface="+mn-ea"/>
                          <a:cs typeface="+mn-cs"/>
                        </a:rPr>
                        <a:t> </a:t>
                      </a:r>
                    </a:p>
                    <a:p>
                      <a:pPr marL="173038" indent="-173038">
                        <a:spcBef>
                          <a:spcPts val="200"/>
                        </a:spcBef>
                        <a:spcAft>
                          <a:spcPts val="200"/>
                        </a:spcAft>
                        <a:buFont typeface="Arial" panose="020B0604020202020204" pitchFamily="34" charset="0"/>
                        <a:buChar char="•"/>
                      </a:pPr>
                      <a:r>
                        <a:rPr lang="en-US" sz="1400" b="1" kern="1200" dirty="0">
                          <a:solidFill>
                            <a:schemeClr val="tx1"/>
                          </a:solidFill>
                          <a:latin typeface="+mn-lt"/>
                          <a:ea typeface="+mn-ea"/>
                          <a:cs typeface="+mn-cs"/>
                        </a:rPr>
                        <a:t>address ipv4 </a:t>
                      </a:r>
                      <a:r>
                        <a:rPr lang="en-US" sz="1400" b="0" i="1" kern="1200" dirty="0">
                          <a:solidFill>
                            <a:schemeClr val="tx1"/>
                          </a:solidFill>
                          <a:latin typeface="+mn-lt"/>
                          <a:ea typeface="+mn-ea"/>
                          <a:cs typeface="+mn-cs"/>
                        </a:rPr>
                        <a:t>ipv4-address</a:t>
                      </a:r>
                    </a:p>
                    <a:p>
                      <a:pPr marL="173038" indent="-173038">
                        <a:spcBef>
                          <a:spcPts val="200"/>
                        </a:spcBef>
                        <a:spcAft>
                          <a:spcPts val="200"/>
                        </a:spcAft>
                        <a:buFont typeface="Arial" panose="020B0604020202020204" pitchFamily="34" charset="0"/>
                        <a:buChar char="•"/>
                      </a:pPr>
                      <a:r>
                        <a:rPr lang="en-US" sz="1400" b="1" kern="1200" dirty="0">
                          <a:solidFill>
                            <a:schemeClr val="tx1"/>
                          </a:solidFill>
                          <a:latin typeface="+mn-lt"/>
                          <a:ea typeface="+mn-ea"/>
                          <a:cs typeface="+mn-cs"/>
                        </a:rPr>
                        <a:t>single-connection</a:t>
                      </a:r>
                      <a:r>
                        <a:rPr lang="en-US" sz="1400" b="0" kern="1200" dirty="0">
                          <a:solidFill>
                            <a:schemeClr val="tx1"/>
                          </a:solidFill>
                          <a:latin typeface="+mn-lt"/>
                          <a:ea typeface="+mn-ea"/>
                          <a:cs typeface="+mn-cs"/>
                        </a:rPr>
                        <a:t> </a:t>
                      </a:r>
                    </a:p>
                    <a:p>
                      <a:pPr marL="173038" indent="-173038">
                        <a:spcBef>
                          <a:spcPts val="200"/>
                        </a:spcBef>
                        <a:spcAft>
                          <a:spcPts val="200"/>
                        </a:spcAft>
                        <a:buFont typeface="Arial" panose="020B0604020202020204" pitchFamily="34" charset="0"/>
                        <a:buChar char="•"/>
                      </a:pPr>
                      <a:r>
                        <a:rPr lang="en-US" sz="1400" b="1" kern="1200" dirty="0">
                          <a:solidFill>
                            <a:schemeClr val="tx1"/>
                          </a:solidFill>
                          <a:latin typeface="+mn-lt"/>
                          <a:ea typeface="+mn-ea"/>
                          <a:cs typeface="+mn-cs"/>
                        </a:rPr>
                        <a:t>key</a:t>
                      </a:r>
                      <a:r>
                        <a:rPr lang="en-US" sz="1400" b="0" kern="1200" dirty="0">
                          <a:solidFill>
                            <a:schemeClr val="tx1"/>
                          </a:solidFill>
                          <a:latin typeface="+mn-lt"/>
                          <a:ea typeface="+mn-ea"/>
                          <a:cs typeface="+mn-cs"/>
                        </a:rPr>
                        <a:t> </a:t>
                      </a:r>
                      <a:r>
                        <a:rPr lang="en-US" sz="1400" b="0" i="1" kern="1200" dirty="0" err="1">
                          <a:solidFill>
                            <a:schemeClr val="tx1"/>
                          </a:solidFill>
                          <a:latin typeface="+mn-lt"/>
                          <a:ea typeface="+mn-ea"/>
                          <a:cs typeface="+mn-cs"/>
                        </a:rPr>
                        <a:t>key</a:t>
                      </a:r>
                      <a:endParaRPr lang="en-US" sz="1400" b="0" i="1" kern="1200" dirty="0">
                        <a:solidFill>
                          <a:schemeClr val="tx1"/>
                        </a:solidFill>
                        <a:latin typeface="+mn-lt"/>
                        <a:ea typeface="+mn-ea"/>
                        <a:cs typeface="+mn-cs"/>
                      </a:endParaRPr>
                    </a:p>
                    <a:p>
                      <a:pPr marL="173038" indent="-173038">
                        <a:spcBef>
                          <a:spcPts val="200"/>
                        </a:spcBef>
                        <a:spcAft>
                          <a:spcPts val="200"/>
                        </a:spcAft>
                        <a:buFont typeface="Arial" panose="020B0604020202020204" pitchFamily="34" charset="0"/>
                        <a:buChar char="•"/>
                      </a:pPr>
                      <a:r>
                        <a:rPr lang="en-US" sz="1400" b="1" kern="1200" dirty="0">
                          <a:solidFill>
                            <a:schemeClr val="tx1"/>
                          </a:solidFill>
                          <a:latin typeface="+mn-lt"/>
                          <a:ea typeface="+mn-ea"/>
                          <a:cs typeface="+mn-cs"/>
                        </a:rPr>
                        <a:t>radius server </a:t>
                      </a:r>
                      <a:r>
                        <a:rPr lang="en-US" sz="1400" b="0" i="1" kern="1200" dirty="0">
                          <a:solidFill>
                            <a:schemeClr val="tx1"/>
                          </a:solidFill>
                          <a:latin typeface="+mn-lt"/>
                          <a:ea typeface="+mn-ea"/>
                          <a:cs typeface="+mn-cs"/>
                        </a:rPr>
                        <a:t>name</a:t>
                      </a:r>
                      <a:r>
                        <a:rPr lang="en-US" sz="1400" b="0" kern="1200" dirty="0">
                          <a:solidFill>
                            <a:schemeClr val="tx1"/>
                          </a:solidFill>
                          <a:latin typeface="+mn-lt"/>
                          <a:ea typeface="+mn-ea"/>
                          <a:cs typeface="+mn-cs"/>
                        </a:rPr>
                        <a:t> </a:t>
                      </a:r>
                    </a:p>
                    <a:p>
                      <a:pPr marL="173038" indent="-173038">
                        <a:spcBef>
                          <a:spcPts val="200"/>
                        </a:spcBef>
                        <a:spcAft>
                          <a:spcPts val="200"/>
                        </a:spcAft>
                        <a:buFont typeface="Arial" panose="020B0604020202020204" pitchFamily="34" charset="0"/>
                        <a:buChar char="•"/>
                      </a:pPr>
                      <a:r>
                        <a:rPr lang="en-US" sz="1400" b="1" kern="1200" dirty="0" err="1">
                          <a:solidFill>
                            <a:schemeClr val="tx1"/>
                          </a:solidFill>
                          <a:latin typeface="+mn-lt"/>
                          <a:ea typeface="+mn-ea"/>
                          <a:cs typeface="+mn-cs"/>
                        </a:rPr>
                        <a:t>aaa</a:t>
                      </a:r>
                      <a:r>
                        <a:rPr lang="en-US" sz="1400" b="1" kern="1200" dirty="0">
                          <a:solidFill>
                            <a:schemeClr val="tx1"/>
                          </a:solidFill>
                          <a:latin typeface="+mn-lt"/>
                          <a:ea typeface="+mn-ea"/>
                          <a:cs typeface="+mn-cs"/>
                        </a:rPr>
                        <a:t> authentication login default group </a:t>
                      </a:r>
                      <a:r>
                        <a:rPr lang="en-US" sz="1400" b="1" kern="1200" dirty="0" err="1">
                          <a:solidFill>
                            <a:schemeClr val="tx1"/>
                          </a:solidFill>
                          <a:latin typeface="+mn-lt"/>
                          <a:ea typeface="+mn-ea"/>
                          <a:cs typeface="+mn-cs"/>
                        </a:rPr>
                        <a:t>tacacs</a:t>
                      </a:r>
                      <a:r>
                        <a:rPr lang="en-US" sz="1400" b="1" kern="1200" dirty="0">
                          <a:solidFill>
                            <a:schemeClr val="tx1"/>
                          </a:solidFill>
                          <a:latin typeface="+mn-lt"/>
                          <a:ea typeface="+mn-ea"/>
                          <a:cs typeface="+mn-cs"/>
                        </a:rPr>
                        <a:t>+</a:t>
                      </a:r>
                    </a:p>
                    <a:p>
                      <a:pPr marL="173038" indent="-173038">
                        <a:spcBef>
                          <a:spcPts val="200"/>
                        </a:spcBef>
                        <a:spcAft>
                          <a:spcPts val="200"/>
                        </a:spcAft>
                        <a:buFont typeface="Arial" panose="020B0604020202020204" pitchFamily="34" charset="0"/>
                        <a:buChar char="•"/>
                      </a:pPr>
                      <a:r>
                        <a:rPr lang="en-US" sz="1400" b="1" kern="1200" dirty="0" err="1">
                          <a:solidFill>
                            <a:schemeClr val="tx1"/>
                          </a:solidFill>
                          <a:latin typeface="+mn-lt"/>
                          <a:ea typeface="+mn-ea"/>
                          <a:cs typeface="+mn-cs"/>
                        </a:rPr>
                        <a:t>aaa</a:t>
                      </a:r>
                      <a:r>
                        <a:rPr lang="en-US" sz="1400" b="1" kern="1200" dirty="0">
                          <a:solidFill>
                            <a:schemeClr val="tx1"/>
                          </a:solidFill>
                          <a:latin typeface="+mn-lt"/>
                          <a:ea typeface="+mn-ea"/>
                          <a:cs typeface="+mn-cs"/>
                        </a:rPr>
                        <a:t> authentication login default group radius</a:t>
                      </a:r>
                    </a:p>
                    <a:p>
                      <a:pPr marL="173038" indent="-173038">
                        <a:spcBef>
                          <a:spcPts val="200"/>
                        </a:spcBef>
                        <a:spcAft>
                          <a:spcPts val="200"/>
                        </a:spcAft>
                        <a:buFont typeface="Arial" panose="020B0604020202020204" pitchFamily="34" charset="0"/>
                        <a:buChar char="•"/>
                      </a:pPr>
                      <a:r>
                        <a:rPr lang="en-US" sz="1400" b="1" kern="1200" dirty="0" err="1">
                          <a:solidFill>
                            <a:schemeClr val="tx1"/>
                          </a:solidFill>
                          <a:latin typeface="+mn-lt"/>
                          <a:ea typeface="+mn-ea"/>
                          <a:cs typeface="+mn-cs"/>
                        </a:rPr>
                        <a:t>aaa</a:t>
                      </a:r>
                      <a:r>
                        <a:rPr lang="en-US" sz="1400" b="1" kern="1200" dirty="0">
                          <a:solidFill>
                            <a:schemeClr val="tx1"/>
                          </a:solidFill>
                          <a:latin typeface="+mn-lt"/>
                          <a:ea typeface="+mn-ea"/>
                          <a:cs typeface="+mn-cs"/>
                        </a:rPr>
                        <a:t> authorization </a:t>
                      </a:r>
                      <a:r>
                        <a:rPr lang="en-US" sz="1400" b="0" kern="1200" dirty="0">
                          <a:solidFill>
                            <a:schemeClr val="tx1"/>
                          </a:solidFill>
                          <a:latin typeface="+mn-lt"/>
                          <a:ea typeface="+mn-ea"/>
                          <a:cs typeface="+mn-cs"/>
                        </a:rPr>
                        <a:t>{</a:t>
                      </a:r>
                      <a:r>
                        <a:rPr lang="en-US" sz="1400" b="1" kern="1200" dirty="0">
                          <a:solidFill>
                            <a:schemeClr val="tx1"/>
                          </a:solidFill>
                          <a:latin typeface="+mn-lt"/>
                          <a:ea typeface="+mn-ea"/>
                          <a:cs typeface="+mn-cs"/>
                        </a:rPr>
                        <a:t>network</a:t>
                      </a:r>
                      <a:r>
                        <a:rPr lang="en-US" sz="1400" b="0" kern="1200" dirty="0">
                          <a:solidFill>
                            <a:schemeClr val="tx1"/>
                          </a:solidFill>
                          <a:latin typeface="+mn-lt"/>
                          <a:ea typeface="+mn-ea"/>
                          <a:cs typeface="+mn-cs"/>
                        </a:rPr>
                        <a:t> | </a:t>
                      </a:r>
                      <a:r>
                        <a:rPr lang="en-US" sz="1400" b="1" kern="1200" dirty="0">
                          <a:solidFill>
                            <a:schemeClr val="tx1"/>
                          </a:solidFill>
                          <a:latin typeface="+mn-lt"/>
                          <a:ea typeface="+mn-ea"/>
                          <a:cs typeface="+mn-cs"/>
                        </a:rPr>
                        <a:t>exec</a:t>
                      </a:r>
                      <a:r>
                        <a:rPr lang="en-US" sz="1400" b="0" kern="1200" dirty="0">
                          <a:solidFill>
                            <a:schemeClr val="tx1"/>
                          </a:solidFill>
                          <a:latin typeface="+mn-lt"/>
                          <a:ea typeface="+mn-ea"/>
                          <a:cs typeface="+mn-cs"/>
                        </a:rPr>
                        <a:t> | </a:t>
                      </a:r>
                      <a:r>
                        <a:rPr lang="en-US" sz="1400" b="1" kern="1200" dirty="0">
                          <a:solidFill>
                            <a:schemeClr val="tx1"/>
                          </a:solidFill>
                          <a:latin typeface="+mn-lt"/>
                          <a:ea typeface="+mn-ea"/>
                          <a:cs typeface="+mn-cs"/>
                        </a:rPr>
                        <a:t>commands</a:t>
                      </a:r>
                      <a:r>
                        <a:rPr lang="en-US" sz="1400" b="0" kern="1200" dirty="0">
                          <a:solidFill>
                            <a:schemeClr val="tx1"/>
                          </a:solidFill>
                          <a:latin typeface="+mn-lt"/>
                          <a:ea typeface="+mn-ea"/>
                          <a:cs typeface="+mn-cs"/>
                        </a:rPr>
                        <a:t> </a:t>
                      </a:r>
                      <a:r>
                        <a:rPr lang="en-US" sz="1400" b="0" i="1" kern="1200" dirty="0">
                          <a:solidFill>
                            <a:schemeClr val="tx1"/>
                          </a:solidFill>
                          <a:latin typeface="+mn-lt"/>
                          <a:ea typeface="+mn-ea"/>
                          <a:cs typeface="+mn-cs"/>
                        </a:rPr>
                        <a:t>level</a:t>
                      </a:r>
                      <a:r>
                        <a:rPr lang="en-US" sz="1400" b="0" kern="1200" dirty="0">
                          <a:solidFill>
                            <a:schemeClr val="tx1"/>
                          </a:solidFill>
                          <a:latin typeface="+mn-lt"/>
                          <a:ea typeface="+mn-ea"/>
                          <a:cs typeface="+mn-cs"/>
                        </a:rPr>
                        <a:t>} {</a:t>
                      </a:r>
                      <a:r>
                        <a:rPr lang="en-US" sz="1400" b="1" kern="1200" dirty="0">
                          <a:solidFill>
                            <a:schemeClr val="tx1"/>
                          </a:solidFill>
                          <a:latin typeface="+mn-lt"/>
                          <a:ea typeface="+mn-ea"/>
                          <a:cs typeface="+mn-cs"/>
                        </a:rPr>
                        <a:t>default</a:t>
                      </a:r>
                      <a:r>
                        <a:rPr lang="en-US" sz="1400" b="0" kern="1200" dirty="0">
                          <a:solidFill>
                            <a:schemeClr val="tx1"/>
                          </a:solidFill>
                          <a:latin typeface="+mn-lt"/>
                          <a:ea typeface="+mn-ea"/>
                          <a:cs typeface="+mn-cs"/>
                        </a:rPr>
                        <a:t> | </a:t>
                      </a:r>
                      <a:r>
                        <a:rPr lang="en-US" sz="1400" b="0" i="1" kern="1200" dirty="0">
                          <a:solidFill>
                            <a:schemeClr val="tx1"/>
                          </a:solidFill>
                          <a:latin typeface="+mn-lt"/>
                          <a:ea typeface="+mn-ea"/>
                          <a:cs typeface="+mn-cs"/>
                        </a:rPr>
                        <a:t>list-name</a:t>
                      </a:r>
                      <a:r>
                        <a:rPr lang="en-US" sz="1400" b="0" kern="1200" dirty="0">
                          <a:solidFill>
                            <a:schemeClr val="tx1"/>
                          </a:solidFill>
                          <a:latin typeface="+mn-lt"/>
                          <a:ea typeface="+mn-ea"/>
                          <a:cs typeface="+mn-cs"/>
                        </a:rPr>
                        <a:t>} </a:t>
                      </a:r>
                      <a:r>
                        <a:rPr lang="en-US" sz="1400" b="0" i="1" kern="1200" dirty="0">
                          <a:solidFill>
                            <a:schemeClr val="tx1"/>
                          </a:solidFill>
                          <a:latin typeface="+mn-lt"/>
                          <a:ea typeface="+mn-ea"/>
                          <a:cs typeface="+mn-cs"/>
                        </a:rPr>
                        <a:t>method1</a:t>
                      </a:r>
                      <a:r>
                        <a:rPr lang="en-US" sz="1400" b="0" kern="1200" dirty="0">
                          <a:solidFill>
                            <a:schemeClr val="tx1"/>
                          </a:solidFill>
                          <a:latin typeface="+mn-lt"/>
                          <a:ea typeface="+mn-ea"/>
                          <a:cs typeface="+mn-cs"/>
                        </a:rPr>
                        <a:t>… [</a:t>
                      </a:r>
                      <a:r>
                        <a:rPr lang="en-US" sz="1400" b="0" i="1" kern="1200" dirty="0">
                          <a:solidFill>
                            <a:schemeClr val="tx1"/>
                          </a:solidFill>
                          <a:latin typeface="+mn-lt"/>
                          <a:ea typeface="+mn-ea"/>
                          <a:cs typeface="+mn-cs"/>
                        </a:rPr>
                        <a:t>method4</a:t>
                      </a:r>
                      <a:r>
                        <a:rPr lang="en-US" sz="1400" b="0" kern="1200" dirty="0">
                          <a:solidFill>
                            <a:schemeClr val="tx1"/>
                          </a:solidFill>
                          <a:latin typeface="+mn-lt"/>
                          <a:ea typeface="+mn-ea"/>
                          <a:cs typeface="+mn-cs"/>
                        </a:rPr>
                        <a:t>]</a:t>
                      </a:r>
                    </a:p>
                    <a:p>
                      <a:pPr marL="173038" indent="-173038">
                        <a:spcBef>
                          <a:spcPts val="200"/>
                        </a:spcBef>
                        <a:spcAft>
                          <a:spcPts val="200"/>
                        </a:spcAft>
                        <a:buFont typeface="Arial" panose="020B0604020202020204" pitchFamily="34" charset="0"/>
                        <a:buChar char="•"/>
                      </a:pPr>
                      <a:r>
                        <a:rPr lang="en-US" sz="1400" b="1" kern="1200" dirty="0" err="1">
                          <a:solidFill>
                            <a:schemeClr val="tx1"/>
                          </a:solidFill>
                          <a:latin typeface="+mn-lt"/>
                          <a:ea typeface="+mn-ea"/>
                          <a:cs typeface="+mn-cs"/>
                        </a:rPr>
                        <a:t>aaa</a:t>
                      </a:r>
                      <a:r>
                        <a:rPr lang="en-US" sz="1400" b="1" kern="1200" dirty="0">
                          <a:solidFill>
                            <a:schemeClr val="tx1"/>
                          </a:solidFill>
                          <a:latin typeface="+mn-lt"/>
                          <a:ea typeface="+mn-ea"/>
                          <a:cs typeface="+mn-cs"/>
                        </a:rPr>
                        <a:t> accounting </a:t>
                      </a:r>
                      <a:r>
                        <a:rPr lang="en-US" sz="1400" b="0" kern="1200" dirty="0">
                          <a:solidFill>
                            <a:schemeClr val="tx1"/>
                          </a:solidFill>
                          <a:latin typeface="+mn-lt"/>
                          <a:ea typeface="+mn-ea"/>
                          <a:cs typeface="+mn-cs"/>
                        </a:rPr>
                        <a:t>{</a:t>
                      </a:r>
                      <a:r>
                        <a:rPr lang="en-US" sz="1400" b="1" kern="1200" dirty="0">
                          <a:solidFill>
                            <a:schemeClr val="tx1"/>
                          </a:solidFill>
                          <a:latin typeface="+mn-lt"/>
                          <a:ea typeface="+mn-ea"/>
                          <a:cs typeface="+mn-cs"/>
                        </a:rPr>
                        <a:t>network</a:t>
                      </a:r>
                      <a:r>
                        <a:rPr lang="en-US" sz="1400" b="0" kern="1200" dirty="0">
                          <a:solidFill>
                            <a:schemeClr val="tx1"/>
                          </a:solidFill>
                          <a:latin typeface="+mn-lt"/>
                          <a:ea typeface="+mn-ea"/>
                          <a:cs typeface="+mn-cs"/>
                        </a:rPr>
                        <a:t> | </a:t>
                      </a:r>
                      <a:r>
                        <a:rPr lang="en-US" sz="1400" b="1" kern="1200" dirty="0">
                          <a:solidFill>
                            <a:schemeClr val="tx1"/>
                          </a:solidFill>
                          <a:latin typeface="+mn-lt"/>
                          <a:ea typeface="+mn-ea"/>
                          <a:cs typeface="+mn-cs"/>
                        </a:rPr>
                        <a:t>exec</a:t>
                      </a:r>
                      <a:r>
                        <a:rPr lang="en-US" sz="1400" b="0" kern="1200" dirty="0">
                          <a:solidFill>
                            <a:schemeClr val="tx1"/>
                          </a:solidFill>
                          <a:latin typeface="+mn-lt"/>
                          <a:ea typeface="+mn-ea"/>
                          <a:cs typeface="+mn-cs"/>
                        </a:rPr>
                        <a:t> | </a:t>
                      </a:r>
                      <a:r>
                        <a:rPr lang="en-US" sz="1400" b="1" kern="1200" dirty="0">
                          <a:solidFill>
                            <a:schemeClr val="tx1"/>
                          </a:solidFill>
                          <a:latin typeface="+mn-lt"/>
                          <a:ea typeface="+mn-ea"/>
                          <a:cs typeface="+mn-cs"/>
                        </a:rPr>
                        <a:t>connection</a:t>
                      </a:r>
                      <a:r>
                        <a:rPr lang="en-US" sz="1400" b="0" kern="1200" dirty="0">
                          <a:solidFill>
                            <a:schemeClr val="tx1"/>
                          </a:solidFill>
                          <a:latin typeface="+mn-lt"/>
                          <a:ea typeface="+mn-ea"/>
                          <a:cs typeface="+mn-cs"/>
                        </a:rPr>
                        <a:t>} {</a:t>
                      </a:r>
                      <a:r>
                        <a:rPr lang="en-US" sz="1400" b="1" kern="1200" dirty="0">
                          <a:solidFill>
                            <a:schemeClr val="tx1"/>
                          </a:solidFill>
                          <a:latin typeface="+mn-lt"/>
                          <a:ea typeface="+mn-ea"/>
                          <a:cs typeface="+mn-cs"/>
                        </a:rPr>
                        <a:t>default</a:t>
                      </a:r>
                      <a:r>
                        <a:rPr lang="en-US" sz="1400" b="0" kern="1200" dirty="0">
                          <a:solidFill>
                            <a:schemeClr val="tx1"/>
                          </a:solidFill>
                          <a:latin typeface="+mn-lt"/>
                          <a:ea typeface="+mn-ea"/>
                          <a:cs typeface="+mn-cs"/>
                        </a:rPr>
                        <a:t> | </a:t>
                      </a:r>
                      <a:r>
                        <a:rPr lang="en-US" sz="1400" b="0" i="1" kern="1200" dirty="0">
                          <a:solidFill>
                            <a:schemeClr val="tx1"/>
                          </a:solidFill>
                          <a:latin typeface="+mn-lt"/>
                          <a:ea typeface="+mn-ea"/>
                          <a:cs typeface="+mn-cs"/>
                        </a:rPr>
                        <a:t>list-name</a:t>
                      </a:r>
                      <a:r>
                        <a:rPr lang="en-US" sz="1400" b="0" kern="1200" dirty="0">
                          <a:solidFill>
                            <a:schemeClr val="tx1"/>
                          </a:solidFill>
                          <a:latin typeface="+mn-lt"/>
                          <a:ea typeface="+mn-ea"/>
                          <a:cs typeface="+mn-cs"/>
                        </a:rPr>
                        <a:t>} {</a:t>
                      </a:r>
                      <a:r>
                        <a:rPr lang="en-US" sz="1400" b="1" kern="1200" dirty="0">
                          <a:solidFill>
                            <a:schemeClr val="tx1"/>
                          </a:solidFill>
                          <a:latin typeface="+mn-lt"/>
                          <a:ea typeface="+mn-ea"/>
                          <a:cs typeface="+mn-cs"/>
                        </a:rPr>
                        <a:t>start-stop</a:t>
                      </a:r>
                      <a:r>
                        <a:rPr lang="en-US" sz="1400" b="0" kern="1200" dirty="0">
                          <a:solidFill>
                            <a:schemeClr val="tx1"/>
                          </a:solidFill>
                          <a:latin typeface="+mn-lt"/>
                          <a:ea typeface="+mn-ea"/>
                          <a:cs typeface="+mn-cs"/>
                        </a:rPr>
                        <a:t> | </a:t>
                      </a:r>
                      <a:r>
                        <a:rPr lang="en-US" sz="1400" b="1" kern="1200" dirty="0">
                          <a:solidFill>
                            <a:schemeClr val="tx1"/>
                          </a:solidFill>
                          <a:latin typeface="+mn-lt"/>
                          <a:ea typeface="+mn-ea"/>
                          <a:cs typeface="+mn-cs"/>
                        </a:rPr>
                        <a:t>stop-only</a:t>
                      </a:r>
                      <a:r>
                        <a:rPr lang="en-US" sz="1400" b="0" kern="1200" dirty="0">
                          <a:solidFill>
                            <a:schemeClr val="tx1"/>
                          </a:solidFill>
                          <a:latin typeface="+mn-lt"/>
                          <a:ea typeface="+mn-ea"/>
                          <a:cs typeface="+mn-cs"/>
                        </a:rPr>
                        <a:t> | </a:t>
                      </a:r>
                      <a:r>
                        <a:rPr lang="en-US" sz="1400" b="1" kern="1200" dirty="0">
                          <a:solidFill>
                            <a:schemeClr val="tx1"/>
                          </a:solidFill>
                          <a:latin typeface="+mn-lt"/>
                          <a:ea typeface="+mn-ea"/>
                          <a:cs typeface="+mn-cs"/>
                        </a:rPr>
                        <a:t>none</a:t>
                      </a:r>
                      <a:r>
                        <a:rPr lang="en-US" sz="1400" b="0" kern="1200" dirty="0">
                          <a:solidFill>
                            <a:schemeClr val="tx1"/>
                          </a:solidFill>
                          <a:latin typeface="+mn-lt"/>
                          <a:ea typeface="+mn-ea"/>
                          <a:cs typeface="+mn-cs"/>
                        </a:rPr>
                        <a:t> } [</a:t>
                      </a:r>
                      <a:r>
                        <a:rPr lang="en-US" sz="1400" b="1" kern="1200" dirty="0">
                          <a:solidFill>
                            <a:schemeClr val="tx1"/>
                          </a:solidFill>
                          <a:latin typeface="+mn-lt"/>
                          <a:ea typeface="+mn-ea"/>
                          <a:cs typeface="+mn-cs"/>
                        </a:rPr>
                        <a:t>broadcast</a:t>
                      </a:r>
                      <a:r>
                        <a:rPr lang="en-US" sz="1400" b="0" kern="1200" dirty="0">
                          <a:solidFill>
                            <a:schemeClr val="tx1"/>
                          </a:solidFill>
                          <a:latin typeface="+mn-lt"/>
                          <a:ea typeface="+mn-ea"/>
                          <a:cs typeface="+mn-cs"/>
                        </a:rPr>
                        <a:t>] </a:t>
                      </a:r>
                      <a:r>
                        <a:rPr lang="en-US" sz="1400" b="0" i="1" kern="1200" dirty="0">
                          <a:solidFill>
                            <a:schemeClr val="tx1"/>
                          </a:solidFill>
                          <a:latin typeface="+mn-lt"/>
                          <a:ea typeface="+mn-ea"/>
                          <a:cs typeface="+mn-cs"/>
                        </a:rPr>
                        <a:t>method1</a:t>
                      </a:r>
                      <a:r>
                        <a:rPr lang="en-US" sz="1400" b="0" kern="1200" dirty="0">
                          <a:solidFill>
                            <a:schemeClr val="tx1"/>
                          </a:solidFill>
                          <a:latin typeface="+mn-lt"/>
                          <a:ea typeface="+mn-ea"/>
                          <a:cs typeface="+mn-cs"/>
                        </a:rPr>
                        <a:t>...[</a:t>
                      </a:r>
                      <a:r>
                        <a:rPr lang="en-US" sz="1400" b="0" i="1" kern="1200" dirty="0">
                          <a:solidFill>
                            <a:schemeClr val="tx1"/>
                          </a:solidFill>
                          <a:latin typeface="+mn-lt"/>
                          <a:ea typeface="+mn-ea"/>
                          <a:cs typeface="+mn-cs"/>
                        </a:rPr>
                        <a:t>method4</a:t>
                      </a:r>
                      <a:r>
                        <a:rPr lang="en-US" sz="1400" b="0" kern="1200" dirty="0">
                          <a:solidFill>
                            <a:schemeClr val="tx1"/>
                          </a:solidFill>
                          <a:latin typeface="+mn-lt"/>
                          <a:ea typeface="+mn-ea"/>
                          <a:cs typeface="+mn-cs"/>
                        </a:rPr>
                        <a:t>]</a:t>
                      </a:r>
                    </a:p>
                    <a:p>
                      <a:pPr marL="173038" indent="-173038">
                        <a:spcBef>
                          <a:spcPts val="200"/>
                        </a:spcBef>
                        <a:spcAft>
                          <a:spcPts val="200"/>
                        </a:spcAft>
                        <a:buFont typeface="Arial" panose="020B0604020202020204" pitchFamily="34" charset="0"/>
                        <a:buChar char="•"/>
                      </a:pPr>
                      <a:r>
                        <a:rPr lang="en-US" sz="1400" b="1" kern="1200" dirty="0" err="1">
                          <a:solidFill>
                            <a:schemeClr val="tx1"/>
                          </a:solidFill>
                          <a:latin typeface="+mn-lt"/>
                          <a:ea typeface="+mn-ea"/>
                          <a:cs typeface="+mn-cs"/>
                        </a:rPr>
                        <a:t>aaa</a:t>
                      </a:r>
                      <a:r>
                        <a:rPr lang="en-US" sz="1400" b="1" kern="1200" dirty="0">
                          <a:solidFill>
                            <a:schemeClr val="tx1"/>
                          </a:solidFill>
                          <a:latin typeface="+mn-lt"/>
                          <a:ea typeface="+mn-ea"/>
                          <a:cs typeface="+mn-cs"/>
                        </a:rPr>
                        <a:t> accounting exec default start-stop group </a:t>
                      </a:r>
                      <a:r>
                        <a:rPr lang="en-US" sz="1400" b="0" kern="1200" dirty="0">
                          <a:solidFill>
                            <a:schemeClr val="tx1"/>
                          </a:solidFill>
                          <a:latin typeface="+mn-lt"/>
                          <a:ea typeface="+mn-ea"/>
                          <a:cs typeface="+mn-cs"/>
                        </a:rPr>
                        <a:t>{ </a:t>
                      </a:r>
                      <a:r>
                        <a:rPr lang="en-US" sz="1400" b="0" i="1" kern="1200" dirty="0">
                          <a:solidFill>
                            <a:schemeClr val="tx1"/>
                          </a:solidFill>
                          <a:latin typeface="+mn-lt"/>
                          <a:ea typeface="+mn-ea"/>
                          <a:cs typeface="+mn-cs"/>
                        </a:rPr>
                        <a:t>group-name</a:t>
                      </a:r>
                      <a:r>
                        <a:rPr lang="en-US" sz="1400" b="0" kern="1200" dirty="0">
                          <a:solidFill>
                            <a:schemeClr val="tx1"/>
                          </a:solidFill>
                          <a:latin typeface="+mn-lt"/>
                          <a:ea typeface="+mn-ea"/>
                          <a:cs typeface="+mn-cs"/>
                        </a:rPr>
                        <a:t> | </a:t>
                      </a:r>
                      <a:r>
                        <a:rPr lang="en-US" sz="1400" b="1" kern="1200" dirty="0">
                          <a:solidFill>
                            <a:schemeClr val="tx1"/>
                          </a:solidFill>
                          <a:latin typeface="+mn-lt"/>
                          <a:ea typeface="+mn-ea"/>
                          <a:cs typeface="+mn-cs"/>
                        </a:rPr>
                        <a:t>radius</a:t>
                      </a:r>
                      <a:r>
                        <a:rPr lang="en-US" sz="1400" b="0" kern="1200" dirty="0">
                          <a:solidFill>
                            <a:schemeClr val="tx1"/>
                          </a:solidFill>
                          <a:latin typeface="+mn-lt"/>
                          <a:ea typeface="+mn-ea"/>
                          <a:cs typeface="+mn-cs"/>
                        </a:rPr>
                        <a:t> | </a:t>
                      </a:r>
                      <a:r>
                        <a:rPr lang="en-US" sz="1400" b="1" kern="1200" dirty="0" err="1">
                          <a:solidFill>
                            <a:schemeClr val="tx1"/>
                          </a:solidFill>
                          <a:latin typeface="+mn-lt"/>
                          <a:ea typeface="+mn-ea"/>
                          <a:cs typeface="+mn-cs"/>
                        </a:rPr>
                        <a:t>tacacs</a:t>
                      </a:r>
                      <a:r>
                        <a:rPr lang="en-US" sz="1400" b="1" kern="1200" dirty="0">
                          <a:solidFill>
                            <a:schemeClr val="tx1"/>
                          </a:solidFill>
                          <a:latin typeface="+mn-lt"/>
                          <a:ea typeface="+mn-ea"/>
                          <a:cs typeface="+mn-cs"/>
                        </a:rPr>
                        <a:t>+</a:t>
                      </a:r>
                      <a:r>
                        <a:rPr lang="en-US" sz="1400" b="0" kern="1200" dirty="0">
                          <a:solidFill>
                            <a:schemeClr val="tx1"/>
                          </a:solidFill>
                          <a:latin typeface="+mn-lt"/>
                          <a:ea typeface="+mn-ea"/>
                          <a:cs typeface="+mn-cs"/>
                        </a:rPr>
                        <a:t> }</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600795013"/>
                  </a:ext>
                </a:extLst>
              </a:tr>
            </a:tbl>
          </a:graphicData>
        </a:graphic>
      </p:graphicFrame>
      <p:sp>
        <p:nvSpPr>
          <p:cNvPr id="3" name="Object2"/>
          <p:cNvSpPr>
            <a:spLocks noGrp="1"/>
          </p:cNvSpPr>
          <p:nvPr>
            <p:ph type="body" idx="100" hasCustomPrompt="1"/>
          </p:nvPr>
        </p:nvSpPr>
        <p:spPr>
          <a:xfrm>
            <a:off x="0" y="274320"/>
            <a:ext cx="9144000" cy="473825"/>
          </a:xfrm>
          <a:prstGeom prst="rect">
            <a:avLst/>
          </a:prstGeom>
          <a:noFill/>
          <a:ln/>
        </p:spPr>
        <p:txBody>
          <a:bodyPr wrap="square" rtlCol="0"/>
          <a:lstStyle/>
          <a:p>
            <a:pPr marL="0" indent="0">
              <a:buNone/>
            </a:pPr>
            <a:r>
              <a:rPr lang="en-US" dirty="0"/>
              <a:t>New Terms and Commands</a:t>
            </a:r>
          </a:p>
        </p:txBody>
      </p:sp>
      <p:sp>
        <p:nvSpPr>
          <p:cNvPr id="2" name="Object1"/>
          <p:cNvSpPr>
            <a:spLocks noGrp="1"/>
          </p:cNvSpPr>
          <p:nvPr>
            <p:ph type="body" idx="101" hasCustomPrompt="1"/>
          </p:nvPr>
        </p:nvSpPr>
        <p:spPr>
          <a:xfrm>
            <a:off x="0" y="0"/>
            <a:ext cx="9144000" cy="274320"/>
          </a:xfrm>
          <a:prstGeom prst="rect">
            <a:avLst/>
          </a:prstGeom>
          <a:noFill/>
          <a:ln/>
        </p:spPr>
        <p:txBody>
          <a:bodyPr wrap="square" rtlCol="0"/>
          <a:lstStyle/>
          <a:p>
            <a:pPr marL="0" indent="0">
              <a:buNone/>
            </a:pPr>
            <a:r>
              <a:rPr lang="en-US" dirty="0"/>
              <a:t>Secure Device Access Summary</a:t>
            </a:r>
          </a:p>
        </p:txBody>
      </p:sp>
    </p:spTree>
    <p:extLst>
      <p:ext uri="{BB962C8B-B14F-4D97-AF65-F5344CB8AC3E}">
        <p14:creationId xmlns:p14="http://schemas.microsoft.com/office/powerpoint/2010/main" val="3645693150"/>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ustDataLst>
      <p:tags r:id="rId1"/>
    </p:custDataLst>
    <p:extLst>
      <p:ext uri="{BB962C8B-B14F-4D97-AF65-F5344CB8AC3E}">
        <p14:creationId xmlns:p14="http://schemas.microsoft.com/office/powerpoint/2010/main" val="4190828277"/>
      </p:ext>
    </p:extLst>
  </p:cSld>
  <p:clrMapOvr>
    <a:masterClrMapping/>
  </p:clrMapOvr>
  <p:transition spd="slow">
    <p:wipe/>
  </p:transition>
</p:sld>
</file>

<file path=ppt/tags/tag1.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2.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3.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4.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5.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6.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7.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8.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Default Theme">
  <a:themeElements>
    <a:clrScheme name="Custom 6">
      <a:dk1>
        <a:srgbClr val="58585B"/>
      </a:dk1>
      <a:lt1>
        <a:srgbClr val="FFFFFF"/>
      </a:lt1>
      <a:dk2>
        <a:srgbClr val="58585B"/>
      </a:dk2>
      <a:lt2>
        <a:srgbClr val="81C569"/>
      </a:lt2>
      <a:accent1>
        <a:srgbClr val="004C69"/>
      </a:accent1>
      <a:accent2>
        <a:srgbClr val="9E0B0F"/>
      </a:accent2>
      <a:accent3>
        <a:srgbClr val="FFFFFF"/>
      </a:accent3>
      <a:accent4>
        <a:srgbClr val="367187"/>
      </a:accent4>
      <a:accent5>
        <a:srgbClr val="38C6F4"/>
      </a:accent5>
      <a:accent6>
        <a:srgbClr val="FBAB18"/>
      </a:accent6>
      <a:hlink>
        <a:srgbClr val="38C6F4"/>
      </a:hlink>
      <a:folHlink>
        <a:srgbClr val="81C569"/>
      </a:folHlink>
    </a:clrScheme>
    <a:fontScheme name="Office Classic 2">
      <a:maj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ajorFont>
      <a:min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rgbClr val="36A4D7"/>
        </a:solidFill>
        <a:ln>
          <a:noFill/>
        </a:ln>
        <a:effectLst/>
      </a:spPr>
      <a:bodyPr rtlCol="0" anchor="ctr"/>
      <a:lstStyle>
        <a:defPPr algn="ctr">
          <a:defRPr dirty="0" smtClean="0"/>
        </a:defPPr>
      </a:lstStyle>
      <a:style>
        <a:lnRef idx="2">
          <a:schemeClr val="accent1">
            <a:shade val="50000"/>
          </a:schemeClr>
        </a:lnRef>
        <a:fillRef idx="1">
          <a:schemeClr val="accent1"/>
        </a:fillRef>
        <a:effectRef idx="0">
          <a:schemeClr val="accent1"/>
        </a:effectRef>
        <a:fontRef idx="minor">
          <a:schemeClr val="lt1"/>
        </a:fontRef>
      </a:style>
    </a:spDef>
  </a:objectDefaults>
  <a:extraClrSchemeLst/>
  <a:extLst>
    <a:ext uri="{05A4C25C-085E-4340-85A3-A5531E510DB2}">
      <thm15:themeFamily xmlns:thm15="http://schemas.microsoft.com/office/thememl/2012/main" name="Default Theme" id="{A3178FD6-045E-43BB-9FF9-79BDC55288A1}" vid="{B3635A64-254C-4D4D-B1C2-6197525273FD}"/>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2070</TotalTime>
  <Words>5770</Words>
  <Application>Microsoft Office PowerPoint</Application>
  <PresentationFormat>On-screen Show (16:9)</PresentationFormat>
  <Paragraphs>617</Paragraphs>
  <Slides>53</Slides>
  <Notes>51</Notes>
  <HiddenSlides>6</HiddenSlides>
  <MMClips>0</MMClips>
  <ScaleCrop>false</ScaleCrop>
  <HeadingPairs>
    <vt:vector size="6" baseType="variant">
      <vt:variant>
        <vt:lpstr>Fonts Used</vt:lpstr>
      </vt:variant>
      <vt:variant>
        <vt:i4>4</vt:i4>
      </vt:variant>
      <vt:variant>
        <vt:lpstr>Theme</vt:lpstr>
      </vt:variant>
      <vt:variant>
        <vt:i4>2</vt:i4>
      </vt:variant>
      <vt:variant>
        <vt:lpstr>Slide Titles</vt:lpstr>
      </vt:variant>
      <vt:variant>
        <vt:i4>53</vt:i4>
      </vt:variant>
    </vt:vector>
  </HeadingPairs>
  <TitlesOfParts>
    <vt:vector size="59" baseType="lpstr">
      <vt:lpstr>Arial</vt:lpstr>
      <vt:lpstr>Calibri</vt:lpstr>
      <vt:lpstr>CiscoSans ExtraLight</vt:lpstr>
      <vt:lpstr>Wingdings</vt:lpstr>
      <vt:lpstr>Office Theme</vt:lpstr>
      <vt:lpstr>Default Theme</vt:lpstr>
      <vt:lpstr>PowerPoint Presentation</vt:lpstr>
      <vt:lpstr>PowerPoint Presentation</vt:lpstr>
      <vt:lpstr>What to Expect in this Module</vt:lpstr>
      <vt:lpstr>What to Expect in this Module (Cont.)</vt:lpstr>
      <vt:lpstr>Check Your Understanding</vt:lpstr>
      <vt:lpstr>PowerPoint Presentation</vt:lpstr>
      <vt:lpstr>PowerPoint Presentation</vt:lpstr>
      <vt:lpstr>Module 7: Best Practices</vt:lpstr>
      <vt:lpstr>Module 7: Best Practices (Cont.)</vt:lpstr>
      <vt:lpstr>Module 7: Best Practices (Cont.)</vt:lpstr>
      <vt:lpstr>PowerPoint Presentation</vt:lpstr>
      <vt:lpstr>Module Objectives</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Sue Livingston -X (suliving - UNICON INC at Cisco)</cp:lastModifiedBy>
  <cp:revision>58</cp:revision>
  <dcterms:created xsi:type="dcterms:W3CDTF">2020-12-08T18:27:12Z</dcterms:created>
  <dcterms:modified xsi:type="dcterms:W3CDTF">2021-03-16T13:08:53Z</dcterms:modified>
</cp:coreProperties>
</file>